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viewProps.xml" ContentType="application/vnd.openxmlformats-officedocument.presentationml.view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Override PartName="/ppt/slides/slide36.xml" ContentType="application/vnd.openxmlformats-officedocument.presentationml.slide+xml"/>
  <Override PartName="/ppt/notesSlides/notesSlide36.xml" ContentType="application/vnd.openxmlformats-officedocument.presentationml.notesSlide+xml"/>
  <Override PartName="/ppt/slides/slide37.xml" ContentType="application/vnd.openxmlformats-officedocument.presentationml.slide+xml"/>
  <Override PartName="/ppt/notesSlides/notesSlide37.xml" ContentType="application/vnd.openxmlformats-officedocument.presentationml.notesSlide+xml"/>
  <Override PartName="/ppt/slides/slide38.xml" ContentType="application/vnd.openxmlformats-officedocument.presentationml.slide+xml"/>
  <Override PartName="/ppt/notesSlides/notesSlide38.xml" ContentType="application/vnd.openxmlformats-officedocument.presentationml.notesSlide+xml"/>
  <Override PartName="/ppt/slides/slide39.xml" ContentType="application/vnd.openxmlformats-officedocument.presentationml.slide+xml"/>
  <Override PartName="/ppt/notesSlides/notesSlide39.xml" ContentType="application/vnd.openxmlformats-officedocument.presentationml.notesSlide+xml"/>
  <Override PartName="/ppt/slides/slide40.xml" ContentType="application/vnd.openxmlformats-officedocument.presentationml.slide+xml"/>
  <Override PartName="/ppt/notesSlides/notesSlide40.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d827c4c198114659" /><Relationship Type="http://schemas.openxmlformats.org/officeDocument/2006/relationships/extended-properties" Target="/docProps/app.xml" Id="Re65ce4c52b234fe5" /><Relationship Type="http://schemas.openxmlformats.org/officeDocument/2006/relationships/officeDocument" Target="/ppt/presentation.xml" Id="R746cd2bd819241d5" /></Relationships>
</file>

<file path=ppt/presentation.xml><?xml version="1.0" encoding="utf-8"?>
<p:presentation xmlns:a="http://schemas.openxmlformats.org/drawingml/2006/main" xmlns:ns1="http://schemas.openxmlformats.org/officeDocument/2006/relationships" xmlns:p="http://schemas.openxmlformats.org/presentationml/2006/main">
  <p:sldMasterIdLst>
    <p:sldMasterId id="2147483648" ns1:id="R19a5795df61943f6"/>
  </p:sldMasterIdLst>
  <p:notesMasterIdLst>
    <p:notesMasterId ns1:id="R822d7ac1ae5c421f"/>
  </p:notesMasterIdLst>
  <p:sldIdLst>
    <p:sldId id="256" ns1:id="Rdeb6b7689bd5437f"/>
    <p:sldId id="257" ns1:id="R42e413a563c64d04"/>
    <p:sldId id="258" ns1:id="R376d0f164da34c34"/>
    <p:sldId id="259" ns1:id="R6db294831b424c6f"/>
    <p:sldId id="260" ns1:id="R2d4d88e8f23a46c2"/>
    <p:sldId id="261" ns1:id="R2a7ccd4c45554cbe"/>
    <p:sldId id="262" ns1:id="R20b9916043344cda"/>
    <p:sldId id="263" ns1:id="Ra88ce1a010934c54"/>
    <p:sldId id="264" ns1:id="R23b1422826cb4737"/>
    <p:sldId id="265" ns1:id="R9d745d2fe9354740"/>
    <p:sldId id="266" ns1:id="Re4e62c2852c843da"/>
    <p:sldId id="267" ns1:id="R52464c69e342478a"/>
    <p:sldId id="268" ns1:id="Re6e1ac0af9554e8b"/>
    <p:sldId id="269" ns1:id="R2fb682582323445b"/>
    <p:sldId id="270" ns1:id="R7042d2a0ea9f428b"/>
    <p:sldId id="271" ns1:id="R6839adee1a2844b8"/>
    <p:sldId id="272" ns1:id="Rc1532e8861674703"/>
    <p:sldId id="273" ns1:id="R2edba5a5a0064f57"/>
    <p:sldId id="274" ns1:id="Rd5a7910f0ef449b5"/>
    <p:sldId id="275" ns1:id="R335ff028844f4b62"/>
    <p:sldId id="276" ns1:id="Rdd08224a42214ac0"/>
    <p:sldId id="277" ns1:id="R740c84e845c74063"/>
    <p:sldId id="278" ns1:id="R108e39df617740e5"/>
    <p:sldId id="279" ns1:id="Rc9bcb51dceee41f4"/>
    <p:sldId id="280" ns1:id="R3ef58b9b4ac045ce"/>
    <p:sldId id="281" ns1:id="R6d0f5b4b22f746d3"/>
    <p:sldId id="282" ns1:id="Rc098c7b9322f4b87"/>
    <p:sldId id="283" ns1:id="R6b3de13d5f5b45a1"/>
    <p:sldId id="284" ns1:id="Rbe95fc23ee9a40df"/>
    <p:sldId id="285" ns1:id="R3180239d61634b14"/>
    <p:sldId id="286" ns1:id="Rb8db29488802463d"/>
    <p:sldId id="287" ns1:id="R8864fde83f3b4cbd"/>
    <p:sldId id="288" ns1:id="R6543200310034644"/>
    <p:sldId id="289" ns1:id="R004b13e7fd934c9e"/>
    <p:sldId id="290" ns1:id="R2249247a147a4cd8"/>
    <p:sldId id="291" ns1:id="R4f8b0165a47a4914"/>
    <p:sldId id="292" ns1:id="Rd7ba0bd868a448ad"/>
    <p:sldId id="293" ns1:id="R8b74036364664986"/>
    <p:sldId id="294" ns1:id="R2b603b233ceb4528"/>
    <p:sldId id="295" ns1:id="R7a8d3e267efa4ecb"/>
  </p:sldIdLst>
  <p:sldSz cx="12192000" cy="6858000"/>
  <p:notesSz cx="7772400" cy="10058400"/>
  <p:defaultTextStyle>
    <a:defPPr>
      <a:buNone/>
    </a:defPPr>
    <a:lvl1pPr marL="0" algn="l" defTabSz="914400">
      <a:buNone/>
      <a:defRPr sz="1800" kern="1200">
        <a:solidFill>
          <a:schemeClr val="tx1"/>
        </a:solidFill>
        <a:latin typeface="+mn-lt"/>
        <a:ea typeface="+mn-lt"/>
        <a:cs typeface="+mn-lt"/>
      </a:defRPr>
    </a:lvl1pPr>
    <a:lvl2pPr marL="457200" algn="l" defTabSz="914400">
      <a:buNone/>
      <a:defRPr sz="1800" kern="1200">
        <a:solidFill>
          <a:schemeClr val="tx1"/>
        </a:solidFill>
        <a:latin typeface="+mn-lt"/>
        <a:ea typeface="+mn-lt"/>
        <a:cs typeface="+mn-lt"/>
      </a:defRPr>
    </a:lvl2pPr>
    <a:lvl3pPr marL="914400" algn="l" defTabSz="914400">
      <a:buNone/>
      <a:defRPr sz="1800" kern="1200">
        <a:solidFill>
          <a:schemeClr val="tx1"/>
        </a:solidFill>
        <a:latin typeface="+mn-lt"/>
        <a:ea typeface="+mn-lt"/>
        <a:cs typeface="+mn-lt"/>
      </a:defRPr>
    </a:lvl3pPr>
    <a:lvl4pPr marL="1371600" algn="l" defTabSz="914400">
      <a:buNone/>
      <a:defRPr sz="1800" kern="1200">
        <a:solidFill>
          <a:schemeClr val="tx1"/>
        </a:solidFill>
        <a:latin typeface="+mn-lt"/>
        <a:ea typeface="+mn-lt"/>
        <a:cs typeface="+mn-lt"/>
      </a:defRPr>
    </a:lvl4pPr>
    <a:lvl5pPr marL="1828800" algn="l" defTabSz="914400">
      <a:buNone/>
      <a:defRPr sz="1800" kern="1200">
        <a:solidFill>
          <a:schemeClr val="tx1"/>
        </a:solidFill>
        <a:latin typeface="+mn-lt"/>
        <a:ea typeface="+mn-lt"/>
        <a:cs typeface="+mn-lt"/>
      </a:defRPr>
    </a:lvl5pPr>
    <a:lvl6pPr marL="2286000" algn="l" defTabSz="914400">
      <a:buNone/>
      <a:defRPr sz="1800" kern="1200">
        <a:solidFill>
          <a:schemeClr val="tx1"/>
        </a:solidFill>
        <a:latin typeface="+mn-lt"/>
        <a:ea typeface="+mn-lt"/>
        <a:cs typeface="+mn-lt"/>
      </a:defRPr>
    </a:lvl6pPr>
    <a:lvl7pPr marL="2743200" algn="l" defTabSz="914400">
      <a:buNone/>
      <a:defRPr sz="1800" kern="1200">
        <a:solidFill>
          <a:schemeClr val="tx1"/>
        </a:solidFill>
        <a:latin typeface="+mn-lt"/>
        <a:ea typeface="+mn-lt"/>
        <a:cs typeface="+mn-lt"/>
      </a:defRPr>
    </a:lvl7pPr>
    <a:lvl8pPr marL="3200400" algn="l" defTabSz="914400">
      <a:buNone/>
      <a:defRPr sz="1800" kern="1200">
        <a:solidFill>
          <a:schemeClr val="tx1"/>
        </a:solidFill>
        <a:latin typeface="+mn-lt"/>
        <a:ea typeface="+mn-lt"/>
        <a:cs typeface="+mn-lt"/>
      </a:defRPr>
    </a:lvl8pPr>
    <a:lvl9pPr marL="3657600" algn="l" defTabSz="914400">
      <a:buNone/>
      <a:defRPr sz="1800" kern="1200">
        <a:solidFill>
          <a:schemeClr val="tx1"/>
        </a:solidFill>
        <a:latin typeface="+mn-lt"/>
        <a:ea typeface="+mn-lt"/>
        <a:cs typeface="+mn-lt"/>
      </a:defRPr>
    </a:lvl9pPr>
  </p:defaultTextStyle>
  <p:printPr prnWhat="notes" clrMode="clr" frameSlides="0" scaleToFitPaper="1"/>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viewProps.xml><?xml version="1.0" encoding="utf-8"?>
<p:viewPr xmlns:p="http://schemas.openxmlformats.org/presentationml/2006/main">
  <p:slideViewPr>
    <p:cSldViewPr snapToGrid="0">
      <p:cViewPr>
        <p:scale>
          <a:sx xmlns:a="http://schemas.openxmlformats.org/drawingml/2006/main" n="1" d="1"/>
          <a:sy xmlns:a="http://schemas.openxmlformats.org/drawingml/2006/main" n="1" d="1"/>
        </p:scale>
        <p:origin x="0" y="0"/>
      </p:cViewPr>
      <p:guideLst/>
    </p:cSldViewPr>
  </p:slideViewPr>
  <p:gridSpacing cx="76200" cy="76200"/>
</p:viewPr>
</file>

<file path=ppt/_rels/presentation.xml.rels>&#65279;<?xml version="1.0" encoding="utf-8"?><Relationships xmlns="http://schemas.openxmlformats.org/package/2006/relationships"><Relationship Type="http://schemas.openxmlformats.org/officeDocument/2006/relationships/theme" Target="/ppt/theme/theme1.xml" Id="R4aca3d2d206e4539" /><Relationship Type="http://schemas.openxmlformats.org/officeDocument/2006/relationships/slideMaster" Target="/ppt/slideMasters/slideMaster1.xml" Id="R19a5795df61943f6" /><Relationship Type="http://schemas.openxmlformats.org/officeDocument/2006/relationships/notesMaster" Target="/ppt/notesMasters/notesMaster1.xml" Id="R822d7ac1ae5c421f" /><Relationship Type="http://schemas.openxmlformats.org/officeDocument/2006/relationships/presProps" Target="/ppt/presProps.xml" Id="R5fb400a082e449f7" /><Relationship Type="http://schemas.openxmlformats.org/officeDocument/2006/relationships/viewProps" Target="/ppt/viewProps.xml" Id="Rfd5989a0b7544eb7" /><Relationship Type="http://schemas.openxmlformats.org/officeDocument/2006/relationships/tableStyles" Target="/ppt/tableStyles.xml" Id="R25f4866b07ba4ec1" /><Relationship Type="http://schemas.openxmlformats.org/officeDocument/2006/relationships/slide" Target="/ppt/slides/slide1.xml" Id="Rdeb6b7689bd5437f" /><Relationship Type="http://schemas.openxmlformats.org/officeDocument/2006/relationships/slide" Target="/ppt/slides/slide2.xml" Id="R42e413a563c64d04" /><Relationship Type="http://schemas.openxmlformats.org/officeDocument/2006/relationships/slide" Target="/ppt/slides/slide3.xml" Id="R376d0f164da34c34" /><Relationship Type="http://schemas.openxmlformats.org/officeDocument/2006/relationships/slide" Target="/ppt/slides/slide4.xml" Id="R6db294831b424c6f" /><Relationship Type="http://schemas.openxmlformats.org/officeDocument/2006/relationships/slide" Target="/ppt/slides/slide5.xml" Id="R2d4d88e8f23a46c2" /><Relationship Type="http://schemas.openxmlformats.org/officeDocument/2006/relationships/slide" Target="/ppt/slides/slide6.xml" Id="R2a7ccd4c45554cbe" /><Relationship Type="http://schemas.openxmlformats.org/officeDocument/2006/relationships/slide" Target="/ppt/slides/slide7.xml" Id="R20b9916043344cda" /><Relationship Type="http://schemas.openxmlformats.org/officeDocument/2006/relationships/slide" Target="/ppt/slides/slide8.xml" Id="Ra88ce1a010934c54" /><Relationship Type="http://schemas.openxmlformats.org/officeDocument/2006/relationships/slide" Target="/ppt/slides/slide9.xml" Id="R23b1422826cb4737" /><Relationship Type="http://schemas.openxmlformats.org/officeDocument/2006/relationships/slide" Target="/ppt/slides/slide10.xml" Id="R9d745d2fe9354740" /><Relationship Type="http://schemas.openxmlformats.org/officeDocument/2006/relationships/slide" Target="/ppt/slides/slide11.xml" Id="Re4e62c2852c843da" /><Relationship Type="http://schemas.openxmlformats.org/officeDocument/2006/relationships/slide" Target="/ppt/slides/slide12.xml" Id="R52464c69e342478a" /><Relationship Type="http://schemas.openxmlformats.org/officeDocument/2006/relationships/slide" Target="/ppt/slides/slide13.xml" Id="Re6e1ac0af9554e8b" /><Relationship Type="http://schemas.openxmlformats.org/officeDocument/2006/relationships/slide" Target="/ppt/slides/slide14.xml" Id="R2fb682582323445b" /><Relationship Type="http://schemas.openxmlformats.org/officeDocument/2006/relationships/slide" Target="/ppt/slides/slide15.xml" Id="R7042d2a0ea9f428b" /><Relationship Type="http://schemas.openxmlformats.org/officeDocument/2006/relationships/slide" Target="/ppt/slides/slide16.xml" Id="R6839adee1a2844b8" /><Relationship Type="http://schemas.openxmlformats.org/officeDocument/2006/relationships/slide" Target="/ppt/slides/slide17.xml" Id="Rc1532e8861674703" /><Relationship Type="http://schemas.openxmlformats.org/officeDocument/2006/relationships/slide" Target="/ppt/slides/slide18.xml" Id="R2edba5a5a0064f57" /><Relationship Type="http://schemas.openxmlformats.org/officeDocument/2006/relationships/slide" Target="/ppt/slides/slide19.xml" Id="Rd5a7910f0ef449b5" /><Relationship Type="http://schemas.openxmlformats.org/officeDocument/2006/relationships/slide" Target="/ppt/slides/slide20.xml" Id="R335ff028844f4b62" /><Relationship Type="http://schemas.openxmlformats.org/officeDocument/2006/relationships/slide" Target="/ppt/slides/slide21.xml" Id="Rdd08224a42214ac0" /><Relationship Type="http://schemas.openxmlformats.org/officeDocument/2006/relationships/slide" Target="/ppt/slides/slide22.xml" Id="R740c84e845c74063" /><Relationship Type="http://schemas.openxmlformats.org/officeDocument/2006/relationships/slide" Target="/ppt/slides/slide23.xml" Id="R108e39df617740e5" /><Relationship Type="http://schemas.openxmlformats.org/officeDocument/2006/relationships/slide" Target="/ppt/slides/slide24.xml" Id="Rc9bcb51dceee41f4" /><Relationship Type="http://schemas.openxmlformats.org/officeDocument/2006/relationships/slide" Target="/ppt/slides/slide25.xml" Id="R3ef58b9b4ac045ce" /><Relationship Type="http://schemas.openxmlformats.org/officeDocument/2006/relationships/slide" Target="/ppt/slides/slide26.xml" Id="R6d0f5b4b22f746d3" /><Relationship Type="http://schemas.openxmlformats.org/officeDocument/2006/relationships/slide" Target="/ppt/slides/slide27.xml" Id="Rc098c7b9322f4b87" /><Relationship Type="http://schemas.openxmlformats.org/officeDocument/2006/relationships/slide" Target="/ppt/slides/slide28.xml" Id="R6b3de13d5f5b45a1" /><Relationship Type="http://schemas.openxmlformats.org/officeDocument/2006/relationships/slide" Target="/ppt/slides/slide29.xml" Id="Rbe95fc23ee9a40df" /><Relationship Type="http://schemas.openxmlformats.org/officeDocument/2006/relationships/slide" Target="/ppt/slides/slide30.xml" Id="R3180239d61634b14" /><Relationship Type="http://schemas.openxmlformats.org/officeDocument/2006/relationships/slide" Target="/ppt/slides/slide31.xml" Id="Rb8db29488802463d" /><Relationship Type="http://schemas.openxmlformats.org/officeDocument/2006/relationships/slide" Target="/ppt/slides/slide32.xml" Id="R8864fde83f3b4cbd" /><Relationship Type="http://schemas.openxmlformats.org/officeDocument/2006/relationships/slide" Target="/ppt/slides/slide33.xml" Id="R6543200310034644" /><Relationship Type="http://schemas.openxmlformats.org/officeDocument/2006/relationships/slide" Target="/ppt/slides/slide34.xml" Id="R004b13e7fd934c9e" /><Relationship Type="http://schemas.openxmlformats.org/officeDocument/2006/relationships/slide" Target="/ppt/slides/slide35.xml" Id="R2249247a147a4cd8" /><Relationship Type="http://schemas.openxmlformats.org/officeDocument/2006/relationships/slide" Target="/ppt/slides/slide36.xml" Id="R4f8b0165a47a4914" /><Relationship Type="http://schemas.openxmlformats.org/officeDocument/2006/relationships/slide" Target="/ppt/slides/slide37.xml" Id="Rd7ba0bd868a448ad" /><Relationship Type="http://schemas.openxmlformats.org/officeDocument/2006/relationships/slide" Target="/ppt/slides/slide38.xml" Id="R8b74036364664986" /><Relationship Type="http://schemas.openxmlformats.org/officeDocument/2006/relationships/slide" Target="/ppt/slides/slide39.xml" Id="R2b603b233ceb4528" /><Relationship Type="http://schemas.openxmlformats.org/officeDocument/2006/relationships/slide" Target="/ppt/slides/slide40.xml" Id="R7a8d3e267efa4ecb"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3bf86cb6d30b4a35" /></Relationships>
</file>

<file path=ppt/notesMasters/notesMaster1.xml><?xml version="1.0" encoding="utf-8"?>
<p:notesMaster xmlns:a="http://schemas.openxmlformats.org/drawingml/2006/main" xmlns:p="http://schemas.openxmlformats.org/presentationml/2006/main">
  <p:cSld>
    <p:bg>
      <p:bgRef idx="1001">
        <a:schemeClr val="bg1"/>
      </p:bgRef>
    </p:bg>
    <p:spTree>
      <p:nvGrpSpPr>
        <p:cNvPr id="1" name=""/>
        <p:cNvGrpSpPr/>
        <p:nvPr/>
      </p:nvGrpSpPr>
      <p:grpSpPr>
        <a:xfrm/>
      </p:grpSpPr>
      <p:sp>
        <p:nvSpPr>
          <p:cNvPr id="2" name="Header Placeholder"/>
          <p:cNvSpPr/>
          <p:nvPr>
            <p:ph type="hdr" sz="quarter"/>
          </p:nvPr>
        </p:nvSpPr>
        <p:spPr>
          <a:xfrm>
            <a:off x="594360" y="9418320"/>
            <a:ext cx="5394960" cy="274320"/>
          </a:xfrm>
          <a:prstGeom prst="rect">
            <a:avLst/>
          </a:prstGeom>
        </p:spPr>
        <p:txBody>
          <a:bodyPr/>
          <a:lstStyle/>
          <a:p/>
        </p:txBody>
      </p:sp>
      <p:sp>
        <p:nvSpPr>
          <p:cNvPr id="3" name="Date Placeholder"/>
          <p:cNvSpPr/>
          <p:nvPr>
            <p:ph type="dt" sz="quarter" idx="1"/>
          </p:nvPr>
        </p:nvSpPr>
        <p:spPr>
          <a:xfrm>
            <a:off x="594360" y="9418320"/>
            <a:ext cx="5394960" cy="274320"/>
          </a:xfrm>
          <a:prstGeom prst="rect">
            <a:avLst/>
          </a:prstGeom>
        </p:spPr>
        <p:txBody>
          <a:bodyPr/>
          <a:lstStyle/>
          <a:p/>
        </p:txBody>
      </p:sp>
      <p:sp>
        <p:nvSpPr>
          <p:cNvPr id="4" name="Slide Image Placeholder"/>
          <p:cNvSpPr/>
          <p:nvPr>
            <p:ph type="sldImg" idx="2"/>
          </p:nvPr>
        </p:nvSpPr>
        <p:spPr>
          <a:xfrm>
            <a:off x="594360" y="594360"/>
            <a:ext cx="6583680" cy="3703320"/>
          </a:xfrm>
          <a:prstGeom prst="rect">
            <a:avLst/>
          </a:prstGeom>
        </p:spPr>
        <p:txBody>
          <a:bodyPr/>
          <a:lstStyle/>
          <a:p/>
        </p:txBody>
      </p:sp>
      <p:sp>
        <p:nvSpPr>
          <p:cNvPr id="5" name="Notes Placeholder"/>
          <p:cNvSpPr/>
          <p:nvPr>
            <p:ph type="body" sz="quarter" idx="3"/>
          </p:nvPr>
        </p:nvSpPr>
        <p:spPr>
          <a:xfrm>
            <a:off x="594360" y="4617720"/>
            <a:ext cx="6583680" cy="4480560"/>
          </a:xfrm>
          <a:prstGeom prst="rect">
            <a:avLst/>
          </a:prstGeom>
        </p:spPr>
        <p:txBody>
          <a:bodyPr lIns="0" tIns="0" rIns="0" bIns="0" wrap="square" anchor="t"/>
          <a:lstStyle/>
          <a:p>
            <a:pPr>
              <a:lnSpc>
                <a:spcPct val="115000"/>
              </a:lnSpc>
            </a:pPr>
          </a:p>
        </p:txBody>
      </p:sp>
      <p:sp>
        <p:nvSpPr>
          <p:cNvPr id="6" name="Footer Placeholder"/>
          <p:cNvSpPr/>
          <p:nvPr>
            <p:ph type="ftr" sz="quarter" idx="4"/>
          </p:nvPr>
        </p:nvSpPr>
        <p:spPr>
          <a:xfrm>
            <a:off x="594360" y="9418320"/>
            <a:ext cx="5394960" cy="274320"/>
          </a:xfrm>
          <a:prstGeom prst="rect">
            <a:avLst/>
          </a:prstGeom>
        </p:spPr>
        <p:txBody>
          <a:bodyPr/>
          <a:lstStyle/>
          <a:p/>
        </p:txBody>
      </p:sp>
      <p:sp>
        <p:nvSpPr>
          <p:cNvPr id="7" name="Slide Number Placeholder"/>
          <p:cNvSpPr/>
          <p:nvPr>
            <p:ph type="sldNum" sz="quarter" idx="5"/>
          </p:nvPr>
        </p:nvSpPr>
        <p:spPr>
          <a:xfrm>
            <a:off x="6675120" y="9418320"/>
            <a:ext cx="502920" cy="274320"/>
          </a:xfrm>
          <a:prstGeom prst="rect">
            <a:avLst/>
          </a:prstGeom>
        </p:spPr>
        <p:txBody>
          <a:bodyPr lIns="0" tIns="0" rIns="0" bIns="0" wrap="square" anchor="t"/>
          <a:lstStyle/>
          <a:p>
            <a:pPr>
              <a:lnSpc>
                <a:spcPct val="115000"/>
              </a:lnSpc>
            </a:pP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035bfac6b6074f1e" /><Relationship Type="http://schemas.openxmlformats.org/officeDocument/2006/relationships/notesMaster" Target="/ppt/notesMasters/notesMaster1.xml" Id="R6107a0e7de17423f" /></Relationships>
</file>

<file path=ppt/notesSlides/_rels/notesSlide2.xml.rels>&#65279;<?xml version="1.0" encoding="utf-8"?><Relationships xmlns="http://schemas.openxmlformats.org/package/2006/relationships"><Relationship Type="http://schemas.openxmlformats.org/officeDocument/2006/relationships/slide" Target="/ppt/slides/slide2.xml" Id="R4c69c78880314681" /><Relationship Type="http://schemas.openxmlformats.org/officeDocument/2006/relationships/notesMaster" Target="/ppt/notesMasters/notesMaster1.xml" Id="R13cebe00a451403b" /></Relationships>
</file>

<file path=ppt/notesSlides/_rels/notesSlide3.xml.rels>&#65279;<?xml version="1.0" encoding="utf-8"?><Relationships xmlns="http://schemas.openxmlformats.org/package/2006/relationships"><Relationship Type="http://schemas.openxmlformats.org/officeDocument/2006/relationships/slide" Target="/ppt/slides/slide3.xml" Id="R086989a4b8924880" /><Relationship Type="http://schemas.openxmlformats.org/officeDocument/2006/relationships/notesMaster" Target="/ppt/notesMasters/notesMaster1.xml" Id="Ra04b85f2278c4d50" /></Relationships>
</file>

<file path=ppt/notesSlides/_rels/notesSlide4.xml.rels>&#65279;<?xml version="1.0" encoding="utf-8"?><Relationships xmlns="http://schemas.openxmlformats.org/package/2006/relationships"><Relationship Type="http://schemas.openxmlformats.org/officeDocument/2006/relationships/slide" Target="/ppt/slides/slide4.xml" Id="Rf74e6705035a4cc8" /><Relationship Type="http://schemas.openxmlformats.org/officeDocument/2006/relationships/notesMaster" Target="/ppt/notesMasters/notesMaster1.xml" Id="R2b0d6e6bd9514375" /></Relationships>
</file>

<file path=ppt/notesSlides/_rels/notesSlide5.xml.rels>&#65279;<?xml version="1.0" encoding="utf-8"?><Relationships xmlns="http://schemas.openxmlformats.org/package/2006/relationships"><Relationship Type="http://schemas.openxmlformats.org/officeDocument/2006/relationships/slide" Target="/ppt/slides/slide5.xml" Id="Rfc785acb58c14d3b" /><Relationship Type="http://schemas.openxmlformats.org/officeDocument/2006/relationships/notesMaster" Target="/ppt/notesMasters/notesMaster1.xml" Id="Rb8e803471fd248c5" /></Relationships>
</file>

<file path=ppt/notesSlides/_rels/notesSlide6.xml.rels>&#65279;<?xml version="1.0" encoding="utf-8"?><Relationships xmlns="http://schemas.openxmlformats.org/package/2006/relationships"><Relationship Type="http://schemas.openxmlformats.org/officeDocument/2006/relationships/slide" Target="/ppt/slides/slide6.xml" Id="Reac4d01e21ef4e44" /><Relationship Type="http://schemas.openxmlformats.org/officeDocument/2006/relationships/notesMaster" Target="/ppt/notesMasters/notesMaster1.xml" Id="R7ea08fc71a1b4217" /></Relationships>
</file>

<file path=ppt/notesSlides/_rels/notesSlide7.xml.rels>&#65279;<?xml version="1.0" encoding="utf-8"?><Relationships xmlns="http://schemas.openxmlformats.org/package/2006/relationships"><Relationship Type="http://schemas.openxmlformats.org/officeDocument/2006/relationships/slide" Target="/ppt/slides/slide7.xml" Id="Re441cda7bd224aec" /><Relationship Type="http://schemas.openxmlformats.org/officeDocument/2006/relationships/notesMaster" Target="/ppt/notesMasters/notesMaster1.xml" Id="R8ea3d16fb1b24677" /></Relationships>
</file>

<file path=ppt/notesSlides/_rels/notesSlide8.xml.rels>&#65279;<?xml version="1.0" encoding="utf-8"?><Relationships xmlns="http://schemas.openxmlformats.org/package/2006/relationships"><Relationship Type="http://schemas.openxmlformats.org/officeDocument/2006/relationships/slide" Target="/ppt/slides/slide8.xml" Id="R547c58cfa3a54b55" /><Relationship Type="http://schemas.openxmlformats.org/officeDocument/2006/relationships/notesMaster" Target="/ppt/notesMasters/notesMaster1.xml" Id="R2c13daac53484b09" /></Relationships>
</file>

<file path=ppt/notesSlides/_rels/notesSlide9.xml.rels>&#65279;<?xml version="1.0" encoding="utf-8"?><Relationships xmlns="http://schemas.openxmlformats.org/package/2006/relationships"><Relationship Type="http://schemas.openxmlformats.org/officeDocument/2006/relationships/slide" Target="/ppt/slides/slide9.xml" Id="R89bd361cacdc4f11" /><Relationship Type="http://schemas.openxmlformats.org/officeDocument/2006/relationships/notesMaster" Target="/ppt/notesMasters/notesMaster1.xml" Id="Rc7faf65e61164cd6"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71d7914120b84cb0" /><Relationship Type="http://schemas.openxmlformats.org/officeDocument/2006/relationships/notesMaster" Target="/ppt/notesMasters/notesMaster1.xml" Id="R2e1d4e2990a24f96"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3db7198c9f164d87" /><Relationship Type="http://schemas.openxmlformats.org/officeDocument/2006/relationships/notesMaster" Target="/ppt/notesMasters/notesMaster1.xml" Id="Rd35cb933a01a4941"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cc8c2be314f14c32" /><Relationship Type="http://schemas.openxmlformats.org/officeDocument/2006/relationships/notesMaster" Target="/ppt/notesMasters/notesMaster1.xml" Id="R536c20ecb2344b55"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76fc329144a245d8" /><Relationship Type="http://schemas.openxmlformats.org/officeDocument/2006/relationships/notesMaster" Target="/ppt/notesMasters/notesMaster1.xml" Id="Rbc80e4e54dec45c2"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9b42a815c7984fc2" /><Relationship Type="http://schemas.openxmlformats.org/officeDocument/2006/relationships/notesMaster" Target="/ppt/notesMasters/notesMaster1.xml" Id="Recd6ee5e33124aa8"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61251908b86542a5" /><Relationship Type="http://schemas.openxmlformats.org/officeDocument/2006/relationships/notesMaster" Target="/ppt/notesMasters/notesMaster1.xml" Id="R5990fc613bc94692"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adf3d5fded5e4fe0" /><Relationship Type="http://schemas.openxmlformats.org/officeDocument/2006/relationships/notesMaster" Target="/ppt/notesMasters/notesMaster1.xml" Id="R33f7b8a6a9cb4660"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58ca87d31aea437f" /><Relationship Type="http://schemas.openxmlformats.org/officeDocument/2006/relationships/notesMaster" Target="/ppt/notesMasters/notesMaster1.xml" Id="Ra1287c2ffaa94b39"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5a662d388d58451a" /><Relationship Type="http://schemas.openxmlformats.org/officeDocument/2006/relationships/notesMaster" Target="/ppt/notesMasters/notesMaster1.xml" Id="Reeaa0a2832d94361"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4280d7f661c346fb" /><Relationship Type="http://schemas.openxmlformats.org/officeDocument/2006/relationships/notesMaster" Target="/ppt/notesMasters/notesMaster1.xml" Id="Rc6856c9a21d64d16"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7e3a71583b824752" /><Relationship Type="http://schemas.openxmlformats.org/officeDocument/2006/relationships/notesMaster" Target="/ppt/notesMasters/notesMaster1.xml" Id="R981554298dba4f98"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f423121c27194f04" /><Relationship Type="http://schemas.openxmlformats.org/officeDocument/2006/relationships/notesMaster" Target="/ppt/notesMasters/notesMaster1.xml" Id="R075cb42f6a3f471c"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43b973483c444518" /><Relationship Type="http://schemas.openxmlformats.org/officeDocument/2006/relationships/notesMaster" Target="/ppt/notesMasters/notesMaster1.xml" Id="Rf6665cefb9d54507"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b6b8785917434ee0" /><Relationship Type="http://schemas.openxmlformats.org/officeDocument/2006/relationships/notesMaster" Target="/ppt/notesMasters/notesMaster1.xml" Id="Rd3163d3b9122424a"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b1a16dd505204fb7" /><Relationship Type="http://schemas.openxmlformats.org/officeDocument/2006/relationships/notesMaster" Target="/ppt/notesMasters/notesMaster1.xml" Id="R6344cae5af784374"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899825980167444b" /><Relationship Type="http://schemas.openxmlformats.org/officeDocument/2006/relationships/notesMaster" Target="/ppt/notesMasters/notesMaster1.xml" Id="Rceff9cd2751745e8"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5b7fda6ccfc44775" /><Relationship Type="http://schemas.openxmlformats.org/officeDocument/2006/relationships/notesMaster" Target="/ppt/notesMasters/notesMaster1.xml" Id="Rad8bcda5f2ed41ef" /></Relationships>
</file>

<file path=ppt/notesSlides/_rels/notesSlide27.xml.rels>&#65279;<?xml version="1.0" encoding="utf-8"?><Relationships xmlns="http://schemas.openxmlformats.org/package/2006/relationships"><Relationship Type="http://schemas.openxmlformats.org/officeDocument/2006/relationships/slide" Target="/ppt/slides/slide27.xml" Id="R247fd2f197e84e27" /><Relationship Type="http://schemas.openxmlformats.org/officeDocument/2006/relationships/notesMaster" Target="/ppt/notesMasters/notesMaster1.xml" Id="R42381d081a2a4a01" /></Relationships>
</file>

<file path=ppt/notesSlides/_rels/notesSlide28.xml.rels>&#65279;<?xml version="1.0" encoding="utf-8"?><Relationships xmlns="http://schemas.openxmlformats.org/package/2006/relationships"><Relationship Type="http://schemas.openxmlformats.org/officeDocument/2006/relationships/slide" Target="/ppt/slides/slide28.xml" Id="Rbec768bfb95d457d" /><Relationship Type="http://schemas.openxmlformats.org/officeDocument/2006/relationships/notesMaster" Target="/ppt/notesMasters/notesMaster1.xml" Id="R6ad8e95caf654d00" /></Relationships>
</file>

<file path=ppt/notesSlides/_rels/notesSlide29.xml.rels>&#65279;<?xml version="1.0" encoding="utf-8"?><Relationships xmlns="http://schemas.openxmlformats.org/package/2006/relationships"><Relationship Type="http://schemas.openxmlformats.org/officeDocument/2006/relationships/slide" Target="/ppt/slides/slide29.xml" Id="Rb428091d4fee4c22" /><Relationship Type="http://schemas.openxmlformats.org/officeDocument/2006/relationships/notesMaster" Target="/ppt/notesMasters/notesMaster1.xml" Id="Rc7ff55af47094f76" /></Relationships>
</file>

<file path=ppt/notesSlides/_rels/notesSlide30.xml.rels>&#65279;<?xml version="1.0" encoding="utf-8"?><Relationships xmlns="http://schemas.openxmlformats.org/package/2006/relationships"><Relationship Type="http://schemas.openxmlformats.org/officeDocument/2006/relationships/slide" Target="/ppt/slides/slide30.xml" Id="Rac5761e3a1e44448" /><Relationship Type="http://schemas.openxmlformats.org/officeDocument/2006/relationships/notesMaster" Target="/ppt/notesMasters/notesMaster1.xml" Id="R46071da31ca8481c" /></Relationships>
</file>

<file path=ppt/notesSlides/_rels/notesSlide31.xml.rels>&#65279;<?xml version="1.0" encoding="utf-8"?><Relationships xmlns="http://schemas.openxmlformats.org/package/2006/relationships"><Relationship Type="http://schemas.openxmlformats.org/officeDocument/2006/relationships/slide" Target="/ppt/slides/slide31.xml" Id="Rf42959fccc314eca" /><Relationship Type="http://schemas.openxmlformats.org/officeDocument/2006/relationships/notesMaster" Target="/ppt/notesMasters/notesMaster1.xml" Id="R37cef952c00d4c83" /></Relationships>
</file>

<file path=ppt/notesSlides/_rels/notesSlide32.xml.rels>&#65279;<?xml version="1.0" encoding="utf-8"?><Relationships xmlns="http://schemas.openxmlformats.org/package/2006/relationships"><Relationship Type="http://schemas.openxmlformats.org/officeDocument/2006/relationships/slide" Target="/ppt/slides/slide32.xml" Id="R8f350f38d3414a71" /><Relationship Type="http://schemas.openxmlformats.org/officeDocument/2006/relationships/notesMaster" Target="/ppt/notesMasters/notesMaster1.xml" Id="R0af8d42f7a0940d0" /></Relationships>
</file>

<file path=ppt/notesSlides/_rels/notesSlide33.xml.rels>&#65279;<?xml version="1.0" encoding="utf-8"?><Relationships xmlns="http://schemas.openxmlformats.org/package/2006/relationships"><Relationship Type="http://schemas.openxmlformats.org/officeDocument/2006/relationships/slide" Target="/ppt/slides/slide33.xml" Id="R151f239f7db84ad7" /><Relationship Type="http://schemas.openxmlformats.org/officeDocument/2006/relationships/notesMaster" Target="/ppt/notesMasters/notesMaster1.xml" Id="R13faa0e26cc24675" /></Relationships>
</file>

<file path=ppt/notesSlides/_rels/notesSlide34.xml.rels>&#65279;<?xml version="1.0" encoding="utf-8"?><Relationships xmlns="http://schemas.openxmlformats.org/package/2006/relationships"><Relationship Type="http://schemas.openxmlformats.org/officeDocument/2006/relationships/slide" Target="/ppt/slides/slide34.xml" Id="R32a70c5f890f459a" /><Relationship Type="http://schemas.openxmlformats.org/officeDocument/2006/relationships/notesMaster" Target="/ppt/notesMasters/notesMaster1.xml" Id="R8e74001689dd41f8" /></Relationships>
</file>

<file path=ppt/notesSlides/_rels/notesSlide35.xml.rels>&#65279;<?xml version="1.0" encoding="utf-8"?><Relationships xmlns="http://schemas.openxmlformats.org/package/2006/relationships"><Relationship Type="http://schemas.openxmlformats.org/officeDocument/2006/relationships/slide" Target="/ppt/slides/slide35.xml" Id="R1838ed62fe7a4e28" /><Relationship Type="http://schemas.openxmlformats.org/officeDocument/2006/relationships/notesMaster" Target="/ppt/notesMasters/notesMaster1.xml" Id="Re2a4644bfead426a" /></Relationships>
</file>

<file path=ppt/notesSlides/_rels/notesSlide36.xml.rels>&#65279;<?xml version="1.0" encoding="utf-8"?><Relationships xmlns="http://schemas.openxmlformats.org/package/2006/relationships"><Relationship Type="http://schemas.openxmlformats.org/officeDocument/2006/relationships/slide" Target="/ppt/slides/slide36.xml" Id="Re84e3ff84af44d03" /><Relationship Type="http://schemas.openxmlformats.org/officeDocument/2006/relationships/notesMaster" Target="/ppt/notesMasters/notesMaster1.xml" Id="R6119288743b342b8" /></Relationships>
</file>

<file path=ppt/notesSlides/_rels/notesSlide37.xml.rels>&#65279;<?xml version="1.0" encoding="utf-8"?><Relationships xmlns="http://schemas.openxmlformats.org/package/2006/relationships"><Relationship Type="http://schemas.openxmlformats.org/officeDocument/2006/relationships/slide" Target="/ppt/slides/slide37.xml" Id="Rcdce2bfadcd947c4" /><Relationship Type="http://schemas.openxmlformats.org/officeDocument/2006/relationships/notesMaster" Target="/ppt/notesMasters/notesMaster1.xml" Id="R6c2203d0ce6e4c56" /></Relationships>
</file>

<file path=ppt/notesSlides/_rels/notesSlide38.xml.rels>&#65279;<?xml version="1.0" encoding="utf-8"?><Relationships xmlns="http://schemas.openxmlformats.org/package/2006/relationships"><Relationship Type="http://schemas.openxmlformats.org/officeDocument/2006/relationships/slide" Target="/ppt/slides/slide38.xml" Id="R5382addfe7e142a0" /><Relationship Type="http://schemas.openxmlformats.org/officeDocument/2006/relationships/notesMaster" Target="/ppt/notesMasters/notesMaster1.xml" Id="Ra35968553cbd4366" /></Relationships>
</file>

<file path=ppt/notesSlides/_rels/notesSlide39.xml.rels>&#65279;<?xml version="1.0" encoding="utf-8"?><Relationships xmlns="http://schemas.openxmlformats.org/package/2006/relationships"><Relationship Type="http://schemas.openxmlformats.org/officeDocument/2006/relationships/slide" Target="/ppt/slides/slide39.xml" Id="R55e659b0346b4175" /><Relationship Type="http://schemas.openxmlformats.org/officeDocument/2006/relationships/notesMaster" Target="/ppt/notesMasters/notesMaster1.xml" Id="R9db475347a234d11" /></Relationships>
</file>

<file path=ppt/notesSlides/_rels/notesSlide40.xml.rels>&#65279;<?xml version="1.0" encoding="utf-8"?><Relationships xmlns="http://schemas.openxmlformats.org/package/2006/relationships"><Relationship Type="http://schemas.openxmlformats.org/officeDocument/2006/relationships/slide" Target="/ppt/slides/slide40.xml" Id="R4553880829884c43" /><Relationship Type="http://schemas.openxmlformats.org/officeDocument/2006/relationships/notesMaster" Target="/ppt/notesMasters/notesMaster1.xml" Id="R867d738ef5574afd" /></Relationships>
</file>

<file path=ppt/notesSlides/notesSlide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a:xfrm>
            <a:off x="594360" y="594360"/>
            <a:ext cx="6583680" cy="3703320"/>
          </a:xfrm>
        </p:spPr>
      </p:sp>
      <p:sp>
        <p:nvSpPr>
          <p:cNvPr id="3" name="Notes Placeholder 2"/>
          <p:cNvSpPr>
            <a:spLocks noGrp="1"/>
          </p:cNvSpPr>
          <p:nvPr>
            <p:ph type="body" idx="1"/>
          </p:nvPr>
        </p:nvSpPr>
        <p:spPr>
          <a:xfrm>
            <a:off x="594360" y="4617720"/>
            <a:ext cx="6583680" cy="4480560"/>
          </a:xfrm>
        </p:spPr>
        <p:txBody>
          <a:bodyPr lIns="0" tIns="0" rIns="0" bIns="0" wrap="square" anchor="t"/>
          <a:lstStyle/>
          <a:p>
            <a:pPr>
              <a:buNone/>
              <a:defRPr sz="1200">
                <a:latin typeface="Arial"/>
                <a:ea typeface="Arial"/>
                <a:cs typeface="Arial"/>
              </a:defRPr>
              <a:lnSpc>
                <a:spcPct val="115000"/>
              </a:lnSpc>
            </a:pPr>
            <a:r>
              <a:rPr sz="1200">
                <a:latin typeface="Arial"/>
              </a:rPr>
              <a:t>Keep the Java examples folder beside the PowerPoint. Compile all files together with javac --release 17 *.java. Print Notes Pages for the teaching notes. The separate PDF contains only slides.</a:t>
            </a:r>
            <a:endParaRPr/>
          </a:p>
          <a:p>
            <a:pPr>
              <a:buNone/>
              <a:defRPr sz="1200">
                <a:latin typeface="Arial"/>
                <a:ea typeface="Arial"/>
                <a:cs typeface="Arial"/>
              </a:defRPr>
              <a:lnSpc>
                <a:spcPct val="115000"/>
              </a:lnSpc>
            </a:pPr>
            <a:r>
              <a:rPr sz="1200">
                <a:latin typeface="Arial"/>
              </a:rPr>
              <a:t>Local Java: TestBST.java.</a:t>
            </a:r>
            <a:endParaRPr/>
          </a:p>
        </p:txBody>
      </p:sp>
      <p:sp>
        <p:nvSpPr>
          <p:cNvPr id="4" name="Slide Number Placeholder 3"/>
          <p:cNvSpPr>
            <a:spLocks noGrp="1"/>
          </p:cNvSpPr>
          <p:nvPr>
            <p:ph type="sldNum" idx="5"/>
          </p:nvPr>
        </p:nvSpPr>
        <p:spPr>
          <a:xfrm>
            <a:off x="6675120" y="9418320"/>
            <a:ext cx="502920" cy="274320"/>
          </a:xfrm>
        </p:spPr>
        <p:txBody>
          <a:bodyPr lIns="0" tIns="0" rIns="0" bIns="0" wrap="square" anchor="t"/>
          <a:lstStyle/>
          <a:p>
            <a:pPr>
              <a:lnSpc>
                <a:spcPct val="115000"/>
              </a:lnSpc>
            </a:pPr>
          </a:p>
        </p:txBody>
      </p:sp>
    </p:spTree>
  </p:cSld>
  <p:clrMapOvr>
    <a:masterClrMapping/>
  </p:clrMapOvr>
</p:notes>
</file>

<file path=ppt/notesSlides/notesSlide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a:xfrm>
            <a:off x="594360" y="594360"/>
            <a:ext cx="6583680" cy="3703320"/>
          </a:xfrm>
        </p:spPr>
      </p:sp>
      <p:sp>
        <p:nvSpPr>
          <p:cNvPr id="3" name="Notes Placeholder 2"/>
          <p:cNvSpPr>
            <a:spLocks noGrp="1"/>
          </p:cNvSpPr>
          <p:nvPr>
            <p:ph type="body" idx="1"/>
          </p:nvPr>
        </p:nvSpPr>
        <p:spPr>
          <a:xfrm>
            <a:off x="594360" y="4617720"/>
            <a:ext cx="6583680" cy="4480560"/>
          </a:xfrm>
        </p:spPr>
        <p:txBody>
          <a:bodyPr lIns="0" tIns="0" rIns="0" bIns="0" wrap="square" anchor="t"/>
          <a:lstStyle/>
          <a:p>
            <a:pPr>
              <a:buNone/>
              <a:defRPr sz="1200">
                <a:latin typeface="Arial"/>
                <a:ea typeface="Arial"/>
                <a:cs typeface="Arial"/>
              </a:defRPr>
              <a:lnSpc>
                <a:spcPct val="115000"/>
              </a:lnSpc>
            </a:pPr>
            <a:r>
              <a:rPr sz="1200">
                <a:latin typeface="Arial"/>
              </a:rPr>
              <a:t>Discussion: why does the same key set allow several different tree shapes? Ordering determines legal positions, but insertion order determines shape.</a:t>
            </a:r>
            <a:endParaRPr/>
          </a:p>
        </p:txBody>
      </p:sp>
      <p:sp>
        <p:nvSpPr>
          <p:cNvPr id="4" name="Slide Number Placeholder 3"/>
          <p:cNvSpPr>
            <a:spLocks noGrp="1"/>
          </p:cNvSpPr>
          <p:nvPr>
            <p:ph type="sldNum" idx="5"/>
          </p:nvPr>
        </p:nvSpPr>
        <p:spPr>
          <a:xfrm>
            <a:off x="6675120" y="9418320"/>
            <a:ext cx="502920" cy="274320"/>
          </a:xfrm>
        </p:spPr>
        <p:txBody>
          <a:bodyPr lIns="0" tIns="0" rIns="0" bIns="0" wrap="square" anchor="t"/>
          <a:lstStyle/>
          <a:p>
            <a:pPr>
              <a:lnSpc>
                <a:spcPct val="115000"/>
              </a:lnSpc>
            </a:pPr>
          </a:p>
        </p:txBody>
      </p:sp>
    </p:spTree>
  </p:cSld>
  <p:clrMapOvr>
    <a:masterClrMapping/>
  </p:clrMapOvr>
</p:notes>
</file>

<file path=ppt/notesSlides/notesSlide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a:xfrm>
            <a:off x="594360" y="594360"/>
            <a:ext cx="6583680" cy="3703320"/>
          </a:xfrm>
        </p:spPr>
      </p:sp>
      <p:sp>
        <p:nvSpPr>
          <p:cNvPr id="3" name="Notes Placeholder 2"/>
          <p:cNvSpPr>
            <a:spLocks noGrp="1"/>
          </p:cNvSpPr>
          <p:nvPr>
            <p:ph type="body" idx="1"/>
          </p:nvPr>
        </p:nvSpPr>
        <p:spPr>
          <a:xfrm>
            <a:off x="594360" y="4617720"/>
            <a:ext cx="6583680" cy="4480560"/>
          </a:xfrm>
        </p:spPr>
        <p:txBody>
          <a:bodyPr lIns="0" tIns="0" rIns="0" bIns="0" wrap="square" anchor="t"/>
          <a:lstStyle/>
          <a:p>
            <a:pPr>
              <a:buNone/>
              <a:defRPr sz="1200">
                <a:latin typeface="Arial"/>
                <a:ea typeface="Arial"/>
                <a:cs typeface="Arial"/>
              </a:defRPr>
              <a:lnSpc>
                <a:spcPct val="115000"/>
              </a:lnSpc>
            </a:pPr>
            <a:r>
              <a:rPr sz="1200">
                <a:latin typeface="Arial"/>
              </a:rPr>
              <a:t>Array costs assume sorted arrays and arbitrary insertion positions. Linked-list updates are O(1) only when the required location and predecessor are already available. BST operations take O(h+1). Source: https://algs4.cs.princeton.edu/32bst/</a:t>
            </a:r>
          </a:p>
          <a:p>
            <a:pPr>
              <a:buNone/>
              <a:defRPr sz="1200">
                <a:latin typeface="Arial"/>
                <a:ea typeface="Arial"/>
                <a:cs typeface="Arial"/>
              </a:defRPr>
              <a:lnSpc>
                <a:spcPct val="115000"/>
              </a:lnSpc>
            </a:pPr>
            <a:r>
              <a:rPr sz="1200">
                <a:latin typeface="Arial"/>
              </a:rPr>
              <a:t/>
            </a:r>
          </a:p>
          <a:p>
            <a:pPr>
              <a:buNone/>
              <a:defRPr sz="1200">
                <a:latin typeface="Arial"/>
                <a:ea typeface="Arial"/>
                <a:cs typeface="Arial"/>
              </a:defRPr>
              <a:lnSpc>
                <a:spcPct val="115000"/>
              </a:lnSpc>
            </a:pPr>
            <a:r>
              <a:rPr sz="1200">
                <a:latin typeface="Arial"/>
              </a:rPr>
              <a:t>Discuss the example, then ask students to explain the ordering invariant before proceeding.</a:t>
            </a:r>
          </a:p>
        </p:txBody>
      </p:sp>
      <p:sp>
        <p:nvSpPr>
          <p:cNvPr id="4" name="Slide Number Placeholder 3"/>
          <p:cNvSpPr>
            <a:spLocks noGrp="1"/>
          </p:cNvSpPr>
          <p:nvPr>
            <p:ph type="sldNum" idx="5"/>
          </p:nvPr>
        </p:nvSpPr>
        <p:spPr>
          <a:xfrm>
            <a:off x="6675120" y="9418320"/>
            <a:ext cx="502920" cy="274320"/>
          </a:xfrm>
        </p:spPr>
        <p:txBody>
          <a:bodyPr lIns="0" tIns="0" rIns="0" bIns="0" wrap="square" anchor="t"/>
          <a:lstStyle/>
          <a:p>
            <a:pPr>
              <a:lnSpc>
                <a:spcPct val="115000"/>
              </a:lnSpc>
            </a:pPr>
          </a:p>
        </p:txBody>
      </p:sp>
    </p:spTree>
  </p:cSld>
  <p:clrMapOvr>
    <a:masterClrMapping/>
  </p:clrMapOvr>
</p:notes>
</file>

<file path=ppt/notesSlides/notesSlide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a:xfrm>
            <a:off x="594360" y="594360"/>
            <a:ext cx="6583680" cy="3703320"/>
          </a:xfrm>
        </p:spPr>
      </p:sp>
      <p:sp>
        <p:nvSpPr>
          <p:cNvPr id="3" name="Notes Placeholder 2"/>
          <p:cNvSpPr>
            <a:spLocks noGrp="1"/>
          </p:cNvSpPr>
          <p:nvPr>
            <p:ph type="body" idx="1"/>
          </p:nvPr>
        </p:nvSpPr>
        <p:spPr>
          <a:xfrm>
            <a:off x="594360" y="4617720"/>
            <a:ext cx="6583680" cy="4480560"/>
          </a:xfrm>
        </p:spPr>
        <p:txBody>
          <a:bodyPr lIns="0" tIns="0" rIns="0" bIns="0" wrap="square" anchor="t"/>
          <a:lstStyle/>
          <a:p>
            <a:pPr>
              <a:buNone/>
              <a:defRPr sz="1200">
                <a:latin typeface="Arial"/>
                <a:ea typeface="Arial"/>
                <a:cs typeface="Arial"/>
              </a:defRPr>
              <a:lnSpc>
                <a:spcPct val="115000"/>
              </a:lnSpc>
            </a:pPr>
            <a:r>
              <a:rPr sz="1200">
                <a:latin typeface="Arial"/>
              </a:rPr>
              <a:t>Ask: why would adding an edge to a connected tree create a cycle? There is already a unique path between its endpoints.</a:t>
            </a:r>
            <a:endParaRPr/>
          </a:p>
        </p:txBody>
      </p:sp>
      <p:sp>
        <p:nvSpPr>
          <p:cNvPr id="4" name="Slide Number Placeholder 3"/>
          <p:cNvSpPr>
            <a:spLocks noGrp="1"/>
          </p:cNvSpPr>
          <p:nvPr>
            <p:ph type="sldNum" idx="5"/>
          </p:nvPr>
        </p:nvSpPr>
        <p:spPr>
          <a:xfrm>
            <a:off x="6675120" y="9418320"/>
            <a:ext cx="502920" cy="274320"/>
          </a:xfrm>
        </p:spPr>
        <p:txBody>
          <a:bodyPr lIns="0" tIns="0" rIns="0" bIns="0" wrap="square" anchor="t"/>
          <a:lstStyle/>
          <a:p>
            <a:pPr>
              <a:lnSpc>
                <a:spcPct val="115000"/>
              </a:lnSpc>
            </a:pPr>
          </a:p>
        </p:txBody>
      </p:sp>
    </p:spTree>
  </p:cSld>
  <p:clrMapOvr>
    <a:masterClrMapping/>
  </p:clrMapOvr>
</p:notes>
</file>

<file path=ppt/notesSlides/notesSlide5.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a:xfrm>
            <a:off x="594360" y="594360"/>
            <a:ext cx="6583680" cy="3703320"/>
          </a:xfrm>
        </p:spPr>
      </p:sp>
      <p:sp>
        <p:nvSpPr>
          <p:cNvPr id="3" name="Notes Placeholder 2"/>
          <p:cNvSpPr>
            <a:spLocks noGrp="1"/>
          </p:cNvSpPr>
          <p:nvPr>
            <p:ph type="body" idx="1"/>
          </p:nvPr>
        </p:nvSpPr>
        <p:spPr>
          <a:xfrm>
            <a:off x="594360" y="4617720"/>
            <a:ext cx="6583680" cy="4480560"/>
          </a:xfrm>
        </p:spPr>
        <p:txBody>
          <a:bodyPr lIns="0" tIns="0" rIns="0" bIns="0" wrap="square" anchor="t"/>
          <a:lstStyle/>
          <a:p>
            <a:pPr>
              <a:buNone/>
              <a:defRPr sz="1200">
                <a:latin typeface="Arial"/>
                <a:ea typeface="Arial"/>
                <a:cs typeface="Arial"/>
              </a:defRPr>
              <a:lnSpc>
                <a:spcPct val="115000"/>
              </a:lnSpc>
            </a:pPr>
            <a:r>
              <a:rPr sz="1200">
                <a:latin typeface="Arial"/>
              </a:rPr>
              <a:t>Diagram adapted from supplied slide 11. A subtree includes its root and all descendants.</a:t>
            </a:r>
          </a:p>
          <a:p>
            <a:pPr>
              <a:buNone/>
              <a:defRPr sz="1200">
                <a:latin typeface="Arial"/>
                <a:ea typeface="Arial"/>
                <a:cs typeface="Arial"/>
              </a:defRPr>
              <a:lnSpc>
                <a:spcPct val="115000"/>
              </a:lnSpc>
            </a:pPr>
            <a:r>
              <a:rPr sz="1200">
                <a:latin typeface="Arial"/>
              </a:rPr>
              <a:t/>
            </a:r>
          </a:p>
          <a:p>
            <a:pPr>
              <a:buNone/>
              <a:defRPr sz="1200">
                <a:latin typeface="Arial"/>
                <a:ea typeface="Arial"/>
                <a:cs typeface="Arial"/>
              </a:defRPr>
              <a:lnSpc>
                <a:spcPct val="115000"/>
              </a:lnSpc>
            </a:pPr>
            <a:r>
              <a:rPr sz="1200">
                <a:latin typeface="Arial"/>
              </a:rPr>
              <a:t>Discuss the example, then ask students to explain the ordering invariant before proceeding.</a:t>
            </a:r>
          </a:p>
        </p:txBody>
      </p:sp>
      <p:sp>
        <p:nvSpPr>
          <p:cNvPr id="4" name="Slide Number Placeholder 3"/>
          <p:cNvSpPr>
            <a:spLocks noGrp="1"/>
          </p:cNvSpPr>
          <p:nvPr>
            <p:ph type="sldNum" idx="5"/>
          </p:nvPr>
        </p:nvSpPr>
        <p:spPr>
          <a:xfrm>
            <a:off x="6675120" y="9418320"/>
            <a:ext cx="502920" cy="274320"/>
          </a:xfrm>
        </p:spPr>
        <p:txBody>
          <a:bodyPr lIns="0" tIns="0" rIns="0" bIns="0" wrap="square" anchor="t"/>
          <a:lstStyle/>
          <a:p>
            <a:pPr>
              <a:lnSpc>
                <a:spcPct val="115000"/>
              </a:lnSpc>
            </a:pPr>
          </a:p>
        </p:txBody>
      </p:sp>
    </p:spTree>
  </p:cSld>
  <p:clrMapOvr>
    <a:masterClrMapping/>
  </p:clrMapOvr>
</p:notes>
</file>

<file path=ppt/notesSlides/notesSlide6.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a:xfrm>
            <a:off x="594360" y="594360"/>
            <a:ext cx="6583680" cy="3703320"/>
          </a:xfrm>
        </p:spPr>
      </p:sp>
      <p:sp>
        <p:nvSpPr>
          <p:cNvPr id="3" name="Notes Placeholder 2"/>
          <p:cNvSpPr>
            <a:spLocks noGrp="1"/>
          </p:cNvSpPr>
          <p:nvPr>
            <p:ph type="body" idx="1"/>
          </p:nvPr>
        </p:nvSpPr>
        <p:spPr>
          <a:xfrm>
            <a:off x="594360" y="4617720"/>
            <a:ext cx="6583680" cy="4480560"/>
          </a:xfrm>
        </p:spPr>
        <p:txBody>
          <a:bodyPr lIns="0" tIns="0" rIns="0" bIns="0" wrap="square" anchor="t"/>
          <a:lstStyle/>
          <a:p>
            <a:pPr>
              <a:buNone/>
              <a:defRPr sz="1200">
                <a:latin typeface="Arial"/>
                <a:ea typeface="Arial"/>
                <a:cs typeface="Arial"/>
              </a:defRPr>
              <a:lnSpc>
                <a:spcPct val="115000"/>
              </a:lnSpc>
            </a:pPr>
            <a:r>
              <a:rPr sz="1200">
                <a:latin typeface="Arial"/>
              </a:rPr>
              <a:t>Quiz: is every binary tree a BST? No. The ordering condition is additional, recursive, and applies to all descendants.</a:t>
            </a:r>
            <a:endParaRPr/>
          </a:p>
        </p:txBody>
      </p:sp>
      <p:sp>
        <p:nvSpPr>
          <p:cNvPr id="4" name="Slide Number Placeholder 3"/>
          <p:cNvSpPr>
            <a:spLocks noGrp="1"/>
          </p:cNvSpPr>
          <p:nvPr>
            <p:ph type="sldNum" idx="5"/>
          </p:nvPr>
        </p:nvSpPr>
        <p:spPr>
          <a:xfrm>
            <a:off x="6675120" y="9418320"/>
            <a:ext cx="502920" cy="274320"/>
          </a:xfrm>
        </p:spPr>
        <p:txBody>
          <a:bodyPr lIns="0" tIns="0" rIns="0" bIns="0" wrap="square" anchor="t"/>
          <a:lstStyle/>
          <a:p>
            <a:pPr>
              <a:lnSpc>
                <a:spcPct val="115000"/>
              </a:lnSpc>
            </a:pPr>
          </a:p>
        </p:txBody>
      </p:sp>
    </p:spTree>
  </p:cSld>
  <p:clrMapOvr>
    <a:masterClrMapping/>
  </p:clrMapOvr>
</p:notes>
</file>

<file path=ppt/notesSlides/notesSlide7.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a:xfrm>
            <a:off x="594360" y="594360"/>
            <a:ext cx="6583680" cy="3703320"/>
          </a:xfrm>
        </p:spPr>
      </p:sp>
      <p:sp>
        <p:nvSpPr>
          <p:cNvPr id="3" name="Notes Placeholder 2"/>
          <p:cNvSpPr>
            <a:spLocks noGrp="1"/>
          </p:cNvSpPr>
          <p:nvPr>
            <p:ph type="body" idx="1"/>
          </p:nvPr>
        </p:nvSpPr>
        <p:spPr>
          <a:xfrm>
            <a:off x="594360" y="4617720"/>
            <a:ext cx="6583680" cy="4480560"/>
          </a:xfrm>
        </p:spPr>
        <p:txBody>
          <a:bodyPr lIns="0" tIns="0" rIns="0" bIns="0" wrap="square" anchor="t"/>
          <a:lstStyle/>
          <a:p>
            <a:pPr>
              <a:buNone/>
              <a:defRPr sz="1200">
                <a:latin typeface="Arial"/>
                <a:ea typeface="Arial"/>
                <a:cs typeface="Arial"/>
              </a:defRPr>
              <a:lnSpc>
                <a:spcPct val="115000"/>
              </a:lnSpc>
            </a:pPr>
            <a:r>
              <a:rPr sz="1200">
                <a:latin typeface="Arial"/>
              </a:rPr>
              <a:t>Convention: count edges. Empty-tree height is −1, leaf height is 0, root depth is 0. Level equals depth in this lesson. The original mixes edge and node counts.</a:t>
            </a:r>
          </a:p>
          <a:p>
            <a:pPr>
              <a:buNone/>
              <a:defRPr sz="1200">
                <a:latin typeface="Arial"/>
                <a:ea typeface="Arial"/>
                <a:cs typeface="Arial"/>
              </a:defRPr>
              <a:lnSpc>
                <a:spcPct val="115000"/>
              </a:lnSpc>
            </a:pPr>
            <a:r>
              <a:rPr sz="1200">
                <a:latin typeface="Arial"/>
              </a:rPr>
              <a:t/>
            </a:r>
          </a:p>
          <a:p>
            <a:pPr>
              <a:buNone/>
              <a:defRPr sz="1200">
                <a:latin typeface="Arial"/>
                <a:ea typeface="Arial"/>
                <a:cs typeface="Arial"/>
              </a:defRPr>
              <a:lnSpc>
                <a:spcPct val="115000"/>
              </a:lnSpc>
            </a:pPr>
            <a:r>
              <a:rPr sz="1200">
                <a:latin typeface="Arial"/>
              </a:rPr>
              <a:t>The traversal example has height 3 and four levels. HeightDemo also shows empty height -1. Depth and height count edges throughout.</a:t>
            </a:r>
          </a:p>
          <a:p>
            <a:pPr>
              <a:buNone/>
              <a:defRPr sz="1200">
                <a:latin typeface="Arial"/>
                <a:ea typeface="Arial"/>
                <a:cs typeface="Arial"/>
              </a:defRPr>
              <a:lnSpc>
                <a:spcPct val="115000"/>
              </a:lnSpc>
            </a:pPr>
            <a:r>
              <a:rPr sz="1200">
                <a:latin typeface="Arial"/>
              </a:rPr>
              <a:t>Local Java: TraversalDemo.java, HeightDemo.java.</a:t>
            </a:r>
          </a:p>
        </p:txBody>
      </p:sp>
      <p:sp>
        <p:nvSpPr>
          <p:cNvPr id="4" name="Slide Number Placeholder 3"/>
          <p:cNvSpPr>
            <a:spLocks noGrp="1"/>
          </p:cNvSpPr>
          <p:nvPr>
            <p:ph type="sldNum" idx="5"/>
          </p:nvPr>
        </p:nvSpPr>
        <p:spPr>
          <a:xfrm>
            <a:off x="6675120" y="9418320"/>
            <a:ext cx="502920" cy="274320"/>
          </a:xfrm>
        </p:spPr>
        <p:txBody>
          <a:bodyPr lIns="0" tIns="0" rIns="0" bIns="0" wrap="square" anchor="t"/>
          <a:lstStyle/>
          <a:p>
            <a:pPr>
              <a:lnSpc>
                <a:spcPct val="115000"/>
              </a:lnSpc>
            </a:pPr>
          </a:p>
        </p:txBody>
      </p:sp>
    </p:spTree>
  </p:cSld>
  <p:clrMapOvr>
    <a:masterClrMapping/>
  </p:clrMapOvr>
</p:notes>
</file>

<file path=ppt/notesSlides/notesSlide8.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a:xfrm>
            <a:off x="594360" y="594360"/>
            <a:ext cx="6583680" cy="3703320"/>
          </a:xfrm>
        </p:spPr>
      </p:sp>
      <p:sp>
        <p:nvSpPr>
          <p:cNvPr id="3" name="Notes Placeholder 2"/>
          <p:cNvSpPr>
            <a:spLocks noGrp="1"/>
          </p:cNvSpPr>
          <p:nvPr>
            <p:ph type="body" idx="1"/>
          </p:nvPr>
        </p:nvSpPr>
        <p:spPr>
          <a:xfrm>
            <a:off x="594360" y="4617720"/>
            <a:ext cx="6583680" cy="4480560"/>
          </a:xfrm>
        </p:spPr>
        <p:txBody>
          <a:bodyPr lIns="0" tIns="0" rIns="0" bIns="0" wrap="square" anchor="t"/>
          <a:lstStyle/>
          <a:p>
            <a:pPr>
              <a:buNone/>
              <a:defRPr sz="1200">
                <a:latin typeface="Arial"/>
                <a:ea typeface="Arial"/>
                <a:cs typeface="Arial"/>
              </a:defRPr>
              <a:lnSpc>
                <a:spcPct val="115000"/>
              </a:lnSpc>
            </a:pPr>
            <a:r>
              <a:rPr sz="1200">
                <a:latin typeface="Arial"/>
              </a:rPr>
              <a:t>Terminology varies between textbooks. This lesson uses full/proper for zero or two children and perfect for all leaves at one depth. Height-balanced means the AVL local height condition, without teaching rotations here.</a:t>
            </a:r>
          </a:p>
          <a:p>
            <a:pPr>
              <a:buNone/>
              <a:defRPr sz="1200">
                <a:latin typeface="Arial"/>
                <a:ea typeface="Arial"/>
                <a:cs typeface="Arial"/>
              </a:defRPr>
              <a:lnSpc>
                <a:spcPct val="115000"/>
              </a:lnSpc>
            </a:pPr>
            <a:r>
              <a:rPr sz="1200">
                <a:latin typeface="Arial"/>
              </a:rPr>
              <a:t/>
            </a:r>
          </a:p>
          <a:p>
            <a:pPr>
              <a:buNone/>
              <a:defRPr sz="1200">
                <a:latin typeface="Arial"/>
                <a:ea typeface="Arial"/>
                <a:cs typeface="Arial"/>
              </a:defRPr>
              <a:lnSpc>
                <a:spcPct val="115000"/>
              </a:lnSpc>
            </a:pPr>
            <a:r>
              <a:rPr sz="1200">
                <a:latin typeface="Arial"/>
              </a:rPr>
              <a:t>Discuss the example, then ask students to explain the ordering invariant before proceeding.</a:t>
            </a:r>
          </a:p>
        </p:txBody>
      </p:sp>
      <p:sp>
        <p:nvSpPr>
          <p:cNvPr id="4" name="Slide Number Placeholder 3"/>
          <p:cNvSpPr>
            <a:spLocks noGrp="1"/>
          </p:cNvSpPr>
          <p:nvPr>
            <p:ph type="sldNum" idx="5"/>
          </p:nvPr>
        </p:nvSpPr>
        <p:spPr>
          <a:xfrm>
            <a:off x="6675120" y="9418320"/>
            <a:ext cx="502920" cy="274320"/>
          </a:xfrm>
        </p:spPr>
        <p:txBody>
          <a:bodyPr lIns="0" tIns="0" rIns="0" bIns="0" wrap="square" anchor="t"/>
          <a:lstStyle/>
          <a:p>
            <a:pPr>
              <a:lnSpc>
                <a:spcPct val="115000"/>
              </a:lnSpc>
            </a:pPr>
          </a:p>
        </p:txBody>
      </p:sp>
    </p:spTree>
  </p:cSld>
  <p:clrMapOvr>
    <a:masterClrMapping/>
  </p:clrMapOvr>
</p:notes>
</file>

<file path=ppt/notesSlides/notesSlide9.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a:xfrm>
            <a:off x="594360" y="594360"/>
            <a:ext cx="6583680" cy="3703320"/>
          </a:xfrm>
        </p:spPr>
      </p:sp>
      <p:sp>
        <p:nvSpPr>
          <p:cNvPr id="3" name="Notes Placeholder 2"/>
          <p:cNvSpPr>
            <a:spLocks noGrp="1"/>
          </p:cNvSpPr>
          <p:nvPr>
            <p:ph type="body" idx="1"/>
          </p:nvPr>
        </p:nvSpPr>
        <p:spPr>
          <a:xfrm>
            <a:off x="594360" y="4617720"/>
            <a:ext cx="6583680" cy="4480560"/>
          </a:xfrm>
        </p:spPr>
        <p:txBody>
          <a:bodyPr lIns="0" tIns="0" rIns="0" bIns="0" wrap="square" anchor="t"/>
          <a:lstStyle/>
          <a:p>
            <a:pPr>
              <a:buNone/>
              <a:defRPr sz="1200">
                <a:latin typeface="Arial"/>
                <a:ea typeface="Arial"/>
                <a:cs typeface="Arial"/>
              </a:defRPr>
              <a:lnSpc>
                <a:spcPct val="115000"/>
              </a:lnSpc>
            </a:pPr>
            <a:r>
              <a:rPr sz="1200">
                <a:latin typeface="Arial"/>
              </a:rPr>
              <a:t>Diagram adapted from supplied slide 41. This consistent example has root 12.</a:t>
            </a:r>
          </a:p>
          <a:p>
            <a:pPr>
              <a:buNone/>
              <a:defRPr sz="1200">
                <a:latin typeface="Arial"/>
                <a:ea typeface="Arial"/>
                <a:cs typeface="Arial"/>
              </a:defRPr>
              <a:lnSpc>
                <a:spcPct val="115000"/>
              </a:lnSpc>
            </a:pPr>
            <a:r>
              <a:rPr sz="1200">
                <a:latin typeface="Arial"/>
              </a:rPr>
              <a:t/>
            </a:r>
          </a:p>
          <a:p>
            <a:pPr>
              <a:buNone/>
              <a:defRPr sz="1200">
                <a:latin typeface="Arial"/>
                <a:ea typeface="Arial"/>
                <a:cs typeface="Arial"/>
              </a:defRPr>
              <a:lnSpc>
                <a:spcPct val="115000"/>
              </a:lnSpc>
            </a:pPr>
            <a:r>
              <a:rPr sz="1200">
                <a:latin typeface="Arial"/>
              </a:rPr>
              <a:t>Discuss the example, then ask students to explain the ordering invariant before proceeding.</a:t>
            </a:r>
          </a:p>
          <a:p>
            <a:pPr>
              <a:buNone/>
              <a:defRPr sz="1200">
                <a:latin typeface="Arial"/>
                <a:ea typeface="Arial"/>
                <a:cs typeface="Arial"/>
              </a:defRPr>
              <a:lnSpc>
                <a:spcPct val="115000"/>
              </a:lnSpc>
            </a:pPr>
            <a:r>
              <a:rPr sz="1200">
                <a:latin typeface="Arial"/>
              </a:rPr>
              <a:t>Local Java: TestBST.java, BSTPractice.java.</a:t>
            </a:r>
          </a:p>
        </p:txBody>
      </p:sp>
      <p:sp>
        <p:nvSpPr>
          <p:cNvPr id="4" name="Slide Number Placeholder 3"/>
          <p:cNvSpPr>
            <a:spLocks noGrp="1"/>
          </p:cNvSpPr>
          <p:nvPr>
            <p:ph type="sldNum" idx="5"/>
          </p:nvPr>
        </p:nvSpPr>
        <p:spPr>
          <a:xfrm>
            <a:off x="6675120" y="9418320"/>
            <a:ext cx="502920" cy="274320"/>
          </a:xfrm>
        </p:spPr>
        <p:txBody>
          <a:bodyPr lIns="0" tIns="0" rIns="0" bIns="0" wrap="square" anchor="t"/>
          <a:lstStyle/>
          <a:p>
            <a:pPr>
              <a:lnSpc>
                <a:spcPct val="115000"/>
              </a:lnSpc>
            </a:pPr>
          </a:p>
        </p:txBody>
      </p:sp>
    </p:spTree>
  </p:cSld>
  <p:clrMapOvr>
    <a:masterClrMapping/>
  </p:clrMapOvr>
</p:notes>
</file>

<file path=ppt/notesSlides/notesSlide10.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a:xfrm>
            <a:off x="594360" y="594360"/>
            <a:ext cx="6583680" cy="3703320"/>
          </a:xfrm>
        </p:spPr>
      </p:sp>
      <p:sp>
        <p:nvSpPr>
          <p:cNvPr id="3" name="Notes Placeholder 2"/>
          <p:cNvSpPr>
            <a:spLocks noGrp="1"/>
          </p:cNvSpPr>
          <p:nvPr>
            <p:ph type="body" idx="1"/>
          </p:nvPr>
        </p:nvSpPr>
        <p:spPr>
          <a:xfrm>
            <a:off x="594360" y="4617720"/>
            <a:ext cx="6583680" cy="4480560"/>
          </a:xfrm>
        </p:spPr>
        <p:txBody>
          <a:bodyPr lIns="0" tIns="0" rIns="0" bIns="0" wrap="square" anchor="t"/>
          <a:lstStyle/>
          <a:p>
            <a:pPr>
              <a:buNone/>
              <a:defRPr sz="1200">
                <a:latin typeface="Arial"/>
                <a:ea typeface="Arial"/>
                <a:cs typeface="Arial"/>
              </a:defRPr>
              <a:lnSpc>
                <a:spcPct val="115000"/>
              </a:lnSpc>
            </a:pPr>
            <a:r>
              <a:rPr sz="1200">
                <a:latin typeface="Arial"/>
              </a:rPr>
              <a:t>Answer: the left tree is a BST. The right drawing is invalid: node 5 has three children, and node 10 has descendant 15, which exceeds ancestor 11, and 21 is left of 20. More simply identify any one violation. Diagram adapted from supplied slide 29.</a:t>
            </a:r>
          </a:p>
          <a:p>
            <a:pPr>
              <a:buNone/>
              <a:defRPr sz="1200">
                <a:latin typeface="Arial"/>
                <a:ea typeface="Arial"/>
                <a:cs typeface="Arial"/>
              </a:defRPr>
              <a:lnSpc>
                <a:spcPct val="115000"/>
              </a:lnSpc>
            </a:pPr>
            <a:r>
              <a:rPr sz="1200">
                <a:latin typeface="Arial"/>
              </a:rPr>
              <a:t/>
            </a:r>
          </a:p>
          <a:p>
            <a:pPr>
              <a:buNone/>
              <a:defRPr sz="1200">
                <a:latin typeface="Arial"/>
                <a:ea typeface="Arial"/>
                <a:cs typeface="Arial"/>
              </a:defRPr>
              <a:lnSpc>
                <a:spcPct val="115000"/>
              </a:lnSpc>
            </a:pPr>
            <a:r>
              <a:rPr sz="1200">
                <a:latin typeface="Arial"/>
              </a:rPr>
              <a:t>The invalid drawing also has a node with three children, so the binary-tree condition must be checked before BST bounds. BSTPractice illustrates a separate binary-tree ancestor-bound violation.</a:t>
            </a:r>
          </a:p>
          <a:p>
            <a:pPr>
              <a:buNone/>
              <a:defRPr sz="1200">
                <a:latin typeface="Arial"/>
                <a:ea typeface="Arial"/>
                <a:cs typeface="Arial"/>
              </a:defRPr>
              <a:lnSpc>
                <a:spcPct val="115000"/>
              </a:lnSpc>
            </a:pPr>
            <a:r>
              <a:rPr sz="1200">
                <a:latin typeface="Arial"/>
              </a:rPr>
              <a:t>Local Java: BSTPractice.java.</a:t>
            </a:r>
          </a:p>
        </p:txBody>
      </p:sp>
      <p:sp>
        <p:nvSpPr>
          <p:cNvPr id="4" name="Slide Number Placeholder 3"/>
          <p:cNvSpPr>
            <a:spLocks noGrp="1"/>
          </p:cNvSpPr>
          <p:nvPr>
            <p:ph type="sldNum" idx="5"/>
          </p:nvPr>
        </p:nvSpPr>
        <p:spPr>
          <a:xfrm>
            <a:off x="6675120" y="9418320"/>
            <a:ext cx="502920" cy="274320"/>
          </a:xfrm>
        </p:spPr>
        <p:txBody>
          <a:bodyPr lIns="0" tIns="0" rIns="0" bIns="0" wrap="square" anchor="t"/>
          <a:lstStyle/>
          <a:p>
            <a:pPr>
              <a:lnSpc>
                <a:spcPct val="115000"/>
              </a:lnSpc>
            </a:pPr>
          </a:p>
        </p:txBody>
      </p:sp>
    </p:spTree>
  </p:cSld>
  <p:clrMapOvr>
    <a:masterClrMapping/>
  </p:clrMapOvr>
</p:notes>
</file>

<file path=ppt/notesSlides/notesSlide1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a:xfrm>
            <a:off x="594360" y="594360"/>
            <a:ext cx="6583680" cy="3703320"/>
          </a:xfrm>
        </p:spPr>
      </p:sp>
      <p:sp>
        <p:nvSpPr>
          <p:cNvPr id="3" name="Notes Placeholder 2"/>
          <p:cNvSpPr>
            <a:spLocks noGrp="1"/>
          </p:cNvSpPr>
          <p:nvPr>
            <p:ph type="body" idx="1"/>
          </p:nvPr>
        </p:nvSpPr>
        <p:spPr>
          <a:xfrm>
            <a:off x="594360" y="4617720"/>
            <a:ext cx="6583680" cy="4480560"/>
          </a:xfrm>
        </p:spPr>
        <p:txBody>
          <a:bodyPr lIns="0" tIns="0" rIns="0" bIns="0" wrap="square" anchor="t"/>
          <a:lstStyle/>
          <a:p>
            <a:pPr>
              <a:buNone/>
              <a:defRPr sz="1200">
                <a:latin typeface="Arial"/>
                <a:ea typeface="Arial"/>
                <a:cs typeface="Arial"/>
              </a:defRPr>
              <a:lnSpc>
                <a:spcPct val="115000"/>
              </a:lnSpc>
            </a:pPr>
            <a:r>
              <a:rPr sz="1200">
                <a:latin typeface="Arial"/>
              </a:rPr>
              <a:t>All Java examples use ordering equality (compareTo == 0). Non-null keys are required. Source: https://docs.oracle.com/en/java/javase/18/docs/api/java.base/java/lang/Comparable.html</a:t>
            </a:r>
          </a:p>
          <a:p>
            <a:pPr>
              <a:buNone/>
              <a:defRPr sz="1200">
                <a:latin typeface="Arial"/>
                <a:ea typeface="Arial"/>
                <a:cs typeface="Arial"/>
              </a:defRPr>
              <a:lnSpc>
                <a:spcPct val="115000"/>
              </a:lnSpc>
            </a:pPr>
            <a:r>
              <a:rPr sz="1200">
                <a:latin typeface="Arial"/>
              </a:rPr>
              <a:t/>
            </a:r>
          </a:p>
          <a:p>
            <a:pPr>
              <a:buNone/>
              <a:defRPr sz="1200">
                <a:latin typeface="Arial"/>
                <a:ea typeface="Arial"/>
                <a:cs typeface="Arial"/>
              </a:defRPr>
              <a:lnSpc>
                <a:spcPct val="115000"/>
              </a:lnSpc>
            </a:pPr>
            <a:r>
              <a:rPr sz="1200">
                <a:latin typeface="Arial"/>
              </a:rPr>
              <a:t>The slide shows a skeleton. The complete BST implements Tree and uses the separate Node class. Null keys are rejected. Never mutate a key in a way that changes its comparison order while stored.</a:t>
            </a:r>
          </a:p>
          <a:p>
            <a:pPr>
              <a:buNone/>
              <a:defRPr sz="1200">
                <a:latin typeface="Arial"/>
                <a:ea typeface="Arial"/>
                <a:cs typeface="Arial"/>
              </a:defRPr>
              <a:lnSpc>
                <a:spcPct val="115000"/>
              </a:lnSpc>
            </a:pPr>
            <a:r>
              <a:rPr sz="1200">
                <a:latin typeface="Arial"/>
              </a:rPr>
              <a:t>Local Java: Node.java, BST.java.</a:t>
            </a:r>
          </a:p>
        </p:txBody>
      </p:sp>
      <p:sp>
        <p:nvSpPr>
          <p:cNvPr id="4" name="Slide Number Placeholder 3"/>
          <p:cNvSpPr>
            <a:spLocks noGrp="1"/>
          </p:cNvSpPr>
          <p:nvPr>
            <p:ph type="sldNum" idx="5"/>
          </p:nvPr>
        </p:nvSpPr>
        <p:spPr>
          <a:xfrm>
            <a:off x="6675120" y="9418320"/>
            <a:ext cx="502920" cy="274320"/>
          </a:xfrm>
        </p:spPr>
        <p:txBody>
          <a:bodyPr lIns="0" tIns="0" rIns="0" bIns="0" wrap="square" anchor="t"/>
          <a:lstStyle/>
          <a:p>
            <a:pPr>
              <a:lnSpc>
                <a:spcPct val="115000"/>
              </a:lnSpc>
            </a:pPr>
          </a:p>
        </p:txBody>
      </p:sp>
    </p:spTree>
  </p:cSld>
  <p:clrMapOvr>
    <a:masterClrMapping/>
  </p:clrMapOvr>
</p:notes>
</file>

<file path=ppt/notesSlides/notesSlide1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a:xfrm>
            <a:off x="594360" y="594360"/>
            <a:ext cx="6583680" cy="3703320"/>
          </a:xfrm>
        </p:spPr>
      </p:sp>
      <p:sp>
        <p:nvSpPr>
          <p:cNvPr id="3" name="Notes Placeholder 2"/>
          <p:cNvSpPr>
            <a:spLocks noGrp="1"/>
          </p:cNvSpPr>
          <p:nvPr>
            <p:ph type="body" idx="1"/>
          </p:nvPr>
        </p:nvSpPr>
        <p:spPr>
          <a:xfrm>
            <a:off x="594360" y="4617720"/>
            <a:ext cx="6583680" cy="4480560"/>
          </a:xfrm>
        </p:spPr>
        <p:txBody>
          <a:bodyPr lIns="0" tIns="0" rIns="0" bIns="0" wrap="square" anchor="t"/>
          <a:lstStyle/>
          <a:p>
            <a:pPr>
              <a:buNone/>
              <a:defRPr sz="1200">
                <a:latin typeface="Arial"/>
                <a:ea typeface="Arial"/>
                <a:cs typeface="Arial"/>
              </a:defRPr>
              <a:lnSpc>
                <a:spcPct val="115000"/>
              </a:lnSpc>
            </a:pPr>
            <a:r>
              <a:rPr sz="1200">
                <a:latin typeface="Arial"/>
              </a:rPr>
              <a:t>OrderingEqualityDemo uses BigDecimal 1.0 and 1.00: equals is false but compareTo is zero, so the second insertion is rejected. This tree uses comparison equality throughout.</a:t>
            </a:r>
            <a:endParaRPr/>
          </a:p>
          <a:p>
            <a:pPr>
              <a:buNone/>
              <a:defRPr sz="1200">
                <a:latin typeface="Arial"/>
                <a:ea typeface="Arial"/>
                <a:cs typeface="Arial"/>
              </a:defRPr>
              <a:lnSpc>
                <a:spcPct val="115000"/>
              </a:lnSpc>
            </a:pPr>
            <a:r>
              <a:rPr sz="1200">
                <a:latin typeface="Arial"/>
              </a:rPr>
              <a:t>Local Java: Tree.java, OrderingEqualityDemo.java.</a:t>
            </a:r>
            <a:endParaRPr/>
          </a:p>
        </p:txBody>
      </p:sp>
      <p:sp>
        <p:nvSpPr>
          <p:cNvPr id="4" name="Slide Number Placeholder 3"/>
          <p:cNvSpPr>
            <a:spLocks noGrp="1"/>
          </p:cNvSpPr>
          <p:nvPr>
            <p:ph type="sldNum" idx="5"/>
          </p:nvPr>
        </p:nvSpPr>
        <p:spPr>
          <a:xfrm>
            <a:off x="6675120" y="9418320"/>
            <a:ext cx="502920" cy="274320"/>
          </a:xfrm>
        </p:spPr>
        <p:txBody>
          <a:bodyPr lIns="0" tIns="0" rIns="0" bIns="0" wrap="square" anchor="t"/>
          <a:lstStyle/>
          <a:p>
            <a:pPr>
              <a:lnSpc>
                <a:spcPct val="115000"/>
              </a:lnSpc>
            </a:pPr>
          </a:p>
        </p:txBody>
      </p:sp>
    </p:spTree>
  </p:cSld>
  <p:clrMapOvr>
    <a:masterClrMapping/>
  </p:clrMapOvr>
</p:notes>
</file>

<file path=ppt/notesSlides/notesSlide1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a:xfrm>
            <a:off x="594360" y="594360"/>
            <a:ext cx="6583680" cy="3703320"/>
          </a:xfrm>
        </p:spPr>
      </p:sp>
      <p:sp>
        <p:nvSpPr>
          <p:cNvPr id="3" name="Notes Placeholder 2"/>
          <p:cNvSpPr>
            <a:spLocks noGrp="1"/>
          </p:cNvSpPr>
          <p:nvPr>
            <p:ph type="body" idx="1"/>
          </p:nvPr>
        </p:nvSpPr>
        <p:spPr>
          <a:xfrm>
            <a:off x="594360" y="4617720"/>
            <a:ext cx="6583680" cy="4480560"/>
          </a:xfrm>
        </p:spPr>
        <p:txBody>
          <a:bodyPr lIns="0" tIns="0" rIns="0" bIns="0" wrap="square" anchor="t"/>
          <a:lstStyle/>
          <a:p>
            <a:pPr>
              <a:buNone/>
              <a:defRPr sz="1200">
                <a:latin typeface="Arial"/>
                <a:ea typeface="Arial"/>
                <a:cs typeface="Arial"/>
              </a:defRPr>
              <a:lnSpc>
                <a:spcPct val="115000"/>
              </a:lnSpc>
            </a:pPr>
            <a:r>
              <a:rPr sz="1200">
                <a:latin typeface="Arial"/>
              </a:rPr>
              <a:t>Diagram adapted from supplied slide 41. Search 10 visits 12, 5, 9, 10. Search 8 visits 12, 5, 9, 7, then null.</a:t>
            </a:r>
          </a:p>
          <a:p>
            <a:pPr>
              <a:buNone/>
              <a:defRPr sz="1200">
                <a:latin typeface="Arial"/>
                <a:ea typeface="Arial"/>
                <a:cs typeface="Arial"/>
              </a:defRPr>
              <a:lnSpc>
                <a:spcPct val="115000"/>
              </a:lnSpc>
            </a:pPr>
            <a:r>
              <a:rPr sz="1200">
                <a:latin typeface="Arial"/>
              </a:rPr>
              <a:t/>
            </a:r>
          </a:p>
          <a:p>
            <a:pPr>
              <a:buNone/>
              <a:defRPr sz="1200">
                <a:latin typeface="Arial"/>
                <a:ea typeface="Arial"/>
                <a:cs typeface="Arial"/>
              </a:defRPr>
              <a:lnSpc>
                <a:spcPct val="115000"/>
              </a:lnSpc>
            </a:pPr>
            <a:r>
              <a:rPr sz="1200">
                <a:latin typeface="Arial"/>
              </a:rPr>
              <a:t>SearchDemo prints the actual paths: 10 visits 12,5,9,10; 8 visits 12,5,9,7 and then reaches null.</a:t>
            </a:r>
          </a:p>
          <a:p>
            <a:pPr>
              <a:buNone/>
              <a:defRPr sz="1200">
                <a:latin typeface="Arial"/>
                <a:ea typeface="Arial"/>
                <a:cs typeface="Arial"/>
              </a:defRPr>
              <a:lnSpc>
                <a:spcPct val="115000"/>
              </a:lnSpc>
            </a:pPr>
            <a:r>
              <a:rPr sz="1200">
                <a:latin typeface="Arial"/>
              </a:rPr>
              <a:t>Local Java: SearchDemo.java.</a:t>
            </a:r>
          </a:p>
        </p:txBody>
      </p:sp>
      <p:sp>
        <p:nvSpPr>
          <p:cNvPr id="4" name="Slide Number Placeholder 3"/>
          <p:cNvSpPr>
            <a:spLocks noGrp="1"/>
          </p:cNvSpPr>
          <p:nvPr>
            <p:ph type="sldNum" idx="5"/>
          </p:nvPr>
        </p:nvSpPr>
        <p:spPr>
          <a:xfrm>
            <a:off x="6675120" y="9418320"/>
            <a:ext cx="502920" cy="274320"/>
          </a:xfrm>
        </p:spPr>
        <p:txBody>
          <a:bodyPr lIns="0" tIns="0" rIns="0" bIns="0" wrap="square" anchor="t"/>
          <a:lstStyle/>
          <a:p>
            <a:pPr>
              <a:lnSpc>
                <a:spcPct val="115000"/>
              </a:lnSpc>
            </a:pPr>
          </a:p>
        </p:txBody>
      </p:sp>
    </p:spTree>
  </p:cSld>
  <p:clrMapOvr>
    <a:masterClrMapping/>
  </p:clrMapOvr>
</p:notes>
</file>

<file path=ppt/notesSlides/notesSlide1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a:xfrm>
            <a:off x="594360" y="594360"/>
            <a:ext cx="6583680" cy="3703320"/>
          </a:xfrm>
        </p:spPr>
      </p:sp>
      <p:sp>
        <p:nvSpPr>
          <p:cNvPr id="3" name="Notes Placeholder 2"/>
          <p:cNvSpPr>
            <a:spLocks noGrp="1"/>
          </p:cNvSpPr>
          <p:nvPr>
            <p:ph type="body" idx="1"/>
          </p:nvPr>
        </p:nvSpPr>
        <p:spPr>
          <a:xfrm>
            <a:off x="594360" y="4617720"/>
            <a:ext cx="6583680" cy="4480560"/>
          </a:xfrm>
        </p:spPr>
        <p:txBody>
          <a:bodyPr lIns="0" tIns="0" rIns="0" bIns="0" wrap="square" anchor="t"/>
          <a:lstStyle/>
          <a:p>
            <a:pPr>
              <a:buNone/>
              <a:defRPr sz="1200">
                <a:latin typeface="Arial"/>
                <a:ea typeface="Arial"/>
                <a:cs typeface="Arial"/>
              </a:defRPr>
              <a:lnSpc>
                <a:spcPct val="115000"/>
              </a:lnSpc>
            </a:pPr>
            <a:r>
              <a:rPr sz="1200">
                <a:latin typeface="Arial"/>
              </a:rPr>
              <a:t>Compare the loop with containsRecursive. Both follow one path. Iteration uses constant auxiliary space; recursion consumes one stack frame per visited level.</a:t>
            </a:r>
            <a:endParaRPr/>
          </a:p>
          <a:p>
            <a:pPr>
              <a:buNone/>
              <a:defRPr sz="1200">
                <a:latin typeface="Arial"/>
                <a:ea typeface="Arial"/>
                <a:cs typeface="Arial"/>
              </a:defRPr>
              <a:lnSpc>
                <a:spcPct val="115000"/>
              </a:lnSpc>
            </a:pPr>
            <a:r>
              <a:rPr sz="1200">
                <a:latin typeface="Arial"/>
              </a:rPr>
              <a:t>Local Java: BST.java, SearchDemo.java.</a:t>
            </a:r>
            <a:endParaRPr/>
          </a:p>
        </p:txBody>
      </p:sp>
      <p:sp>
        <p:nvSpPr>
          <p:cNvPr id="4" name="Slide Number Placeholder 3"/>
          <p:cNvSpPr>
            <a:spLocks noGrp="1"/>
          </p:cNvSpPr>
          <p:nvPr>
            <p:ph type="sldNum" idx="5"/>
          </p:nvPr>
        </p:nvSpPr>
        <p:spPr>
          <a:xfrm>
            <a:off x="6675120" y="9418320"/>
            <a:ext cx="502920" cy="274320"/>
          </a:xfrm>
        </p:spPr>
        <p:txBody>
          <a:bodyPr lIns="0" tIns="0" rIns="0" bIns="0" wrap="square" anchor="t"/>
          <a:lstStyle/>
          <a:p>
            <a:pPr>
              <a:lnSpc>
                <a:spcPct val="115000"/>
              </a:lnSpc>
            </a:pPr>
          </a:p>
        </p:txBody>
      </p:sp>
    </p:spTree>
  </p:cSld>
  <p:clrMapOvr>
    <a:masterClrMapping/>
  </p:clrMapOvr>
</p:notes>
</file>

<file path=ppt/notesSlides/notesSlide15.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a:xfrm>
            <a:off x="594360" y="594360"/>
            <a:ext cx="6583680" cy="3703320"/>
          </a:xfrm>
        </p:spPr>
      </p:sp>
      <p:sp>
        <p:nvSpPr>
          <p:cNvPr id="3" name="Notes Placeholder 2"/>
          <p:cNvSpPr>
            <a:spLocks noGrp="1"/>
          </p:cNvSpPr>
          <p:nvPr>
            <p:ph type="body" idx="1"/>
          </p:nvPr>
        </p:nvSpPr>
        <p:spPr>
          <a:xfrm>
            <a:off x="594360" y="4617720"/>
            <a:ext cx="6583680" cy="4480560"/>
          </a:xfrm>
        </p:spPr>
        <p:txBody>
          <a:bodyPr lIns="0" tIns="0" rIns="0" bIns="0" wrap="square" anchor="t"/>
          <a:lstStyle/>
          <a:p>
            <a:pPr>
              <a:buNone/>
              <a:defRPr sz="1200">
                <a:latin typeface="Arial"/>
                <a:ea typeface="Arial"/>
                <a:cs typeface="Arial"/>
              </a:defRPr>
              <a:lnSpc>
                <a:spcPct val="115000"/>
              </a:lnSpc>
            </a:pPr>
            <a:r>
              <a:rPr sz="1200">
                <a:latin typeface="Arial"/>
              </a:rPr>
              <a:t>The recursive method is an alternative, exposed through containsRecursive in the complete file. It can overflow the Java call stack on a very deep unbalanced tree.</a:t>
            </a:r>
            <a:endParaRPr/>
          </a:p>
          <a:p>
            <a:pPr>
              <a:buNone/>
              <a:defRPr sz="1200">
                <a:latin typeface="Arial"/>
                <a:ea typeface="Arial"/>
                <a:cs typeface="Arial"/>
              </a:defRPr>
              <a:lnSpc>
                <a:spcPct val="115000"/>
              </a:lnSpc>
            </a:pPr>
            <a:r>
              <a:rPr sz="1200">
                <a:latin typeface="Arial"/>
              </a:rPr>
              <a:t>Local Java: BST.java, SearchDemo.java.</a:t>
            </a:r>
            <a:endParaRPr/>
          </a:p>
        </p:txBody>
      </p:sp>
      <p:sp>
        <p:nvSpPr>
          <p:cNvPr id="4" name="Slide Number Placeholder 3"/>
          <p:cNvSpPr>
            <a:spLocks noGrp="1"/>
          </p:cNvSpPr>
          <p:nvPr>
            <p:ph type="sldNum" idx="5"/>
          </p:nvPr>
        </p:nvSpPr>
        <p:spPr>
          <a:xfrm>
            <a:off x="6675120" y="9418320"/>
            <a:ext cx="502920" cy="274320"/>
          </a:xfrm>
        </p:spPr>
        <p:txBody>
          <a:bodyPr lIns="0" tIns="0" rIns="0" bIns="0" wrap="square" anchor="t"/>
          <a:lstStyle/>
          <a:p>
            <a:pPr>
              <a:lnSpc>
                <a:spcPct val="115000"/>
              </a:lnSpc>
            </a:pPr>
          </a:p>
        </p:txBody>
      </p:sp>
    </p:spTree>
  </p:cSld>
  <p:clrMapOvr>
    <a:masterClrMapping/>
  </p:clrMapOvr>
</p:notes>
</file>

<file path=ppt/notesSlides/notesSlide16.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a:xfrm>
            <a:off x="594360" y="594360"/>
            <a:ext cx="6583680" cy="3703320"/>
          </a:xfrm>
        </p:spPr>
      </p:sp>
      <p:sp>
        <p:nvSpPr>
          <p:cNvPr id="3" name="Notes Placeholder 2"/>
          <p:cNvSpPr>
            <a:spLocks noGrp="1"/>
          </p:cNvSpPr>
          <p:nvPr>
            <p:ph type="body" idx="1"/>
          </p:nvPr>
        </p:nvSpPr>
        <p:spPr>
          <a:xfrm>
            <a:off x="594360" y="4617720"/>
            <a:ext cx="6583680" cy="4480560"/>
          </a:xfrm>
        </p:spPr>
        <p:txBody>
          <a:bodyPr lIns="0" tIns="0" rIns="0" bIns="0" wrap="square" anchor="t"/>
          <a:lstStyle/>
          <a:p>
            <a:pPr>
              <a:buNone/>
              <a:defRPr sz="1200">
                <a:latin typeface="Arial"/>
                <a:ea typeface="Arial"/>
                <a:cs typeface="Arial"/>
              </a:defRPr>
              <a:lnSpc>
                <a:spcPct val="115000"/>
              </a:lnSpc>
            </a:pPr>
            <a:r>
              <a:rPr sz="1200">
                <a:latin typeface="Arial"/>
              </a:rPr>
              <a:t>Source diagrams adapted from supplied slide 43. Existing nodes retain their positions in the ordering. New nodes 13, 8, 31 appear in that source example.</a:t>
            </a:r>
          </a:p>
          <a:p>
            <a:pPr>
              <a:buNone/>
              <a:defRPr sz="1200">
                <a:latin typeface="Arial"/>
                <a:ea typeface="Arial"/>
                <a:cs typeface="Arial"/>
              </a:defRPr>
              <a:lnSpc>
                <a:spcPct val="115000"/>
              </a:lnSpc>
            </a:pPr>
            <a:r>
              <a:rPr sz="1200">
                <a:latin typeface="Arial"/>
              </a:rPr>
              <a:t/>
            </a:r>
          </a:p>
          <a:p>
            <a:pPr>
              <a:buNone/>
              <a:defRPr sz="1200">
                <a:latin typeface="Arial"/>
                <a:ea typeface="Arial"/>
                <a:cs typeface="Arial"/>
              </a:defRPr>
              <a:lnSpc>
                <a:spcPct val="115000"/>
              </a:lnSpc>
            </a:pPr>
            <a:r>
              <a:rPr sz="1200">
                <a:latin typeface="Arial"/>
              </a:rPr>
              <a:t>Run InsertionDemo. The three new keys are 13, 8, and 31; a repeated 13 returns false and does not change size.</a:t>
            </a:r>
          </a:p>
          <a:p>
            <a:pPr>
              <a:buNone/>
              <a:defRPr sz="1200">
                <a:latin typeface="Arial"/>
                <a:ea typeface="Arial"/>
                <a:cs typeface="Arial"/>
              </a:defRPr>
              <a:lnSpc>
                <a:spcPct val="115000"/>
              </a:lnSpc>
            </a:pPr>
            <a:r>
              <a:rPr sz="1200">
                <a:latin typeface="Arial"/>
              </a:rPr>
              <a:t>Local Java: InsertionDemo.java.</a:t>
            </a:r>
          </a:p>
        </p:txBody>
      </p:sp>
      <p:sp>
        <p:nvSpPr>
          <p:cNvPr id="4" name="Slide Number Placeholder 3"/>
          <p:cNvSpPr>
            <a:spLocks noGrp="1"/>
          </p:cNvSpPr>
          <p:nvPr>
            <p:ph type="sldNum" idx="5"/>
          </p:nvPr>
        </p:nvSpPr>
        <p:spPr>
          <a:xfrm>
            <a:off x="6675120" y="9418320"/>
            <a:ext cx="502920" cy="274320"/>
          </a:xfrm>
        </p:spPr>
        <p:txBody>
          <a:bodyPr lIns="0" tIns="0" rIns="0" bIns="0" wrap="square" anchor="t"/>
          <a:lstStyle/>
          <a:p>
            <a:pPr>
              <a:lnSpc>
                <a:spcPct val="115000"/>
              </a:lnSpc>
            </a:pPr>
          </a:p>
        </p:txBody>
      </p:sp>
    </p:spTree>
  </p:cSld>
  <p:clrMapOvr>
    <a:masterClrMapping/>
  </p:clrMapOvr>
</p:notes>
</file>

<file path=ppt/notesSlides/notesSlide17.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a:xfrm>
            <a:off x="594360" y="594360"/>
            <a:ext cx="6583680" cy="3703320"/>
          </a:xfrm>
        </p:spPr>
      </p:sp>
      <p:sp>
        <p:nvSpPr>
          <p:cNvPr id="3" name="Notes Placeholder 2"/>
          <p:cNvSpPr>
            <a:spLocks noGrp="1"/>
          </p:cNvSpPr>
          <p:nvPr>
            <p:ph type="body" idx="1"/>
          </p:nvPr>
        </p:nvSpPr>
        <p:spPr>
          <a:xfrm>
            <a:off x="594360" y="4617720"/>
            <a:ext cx="6583680" cy="4480560"/>
          </a:xfrm>
        </p:spPr>
        <p:txBody>
          <a:bodyPr lIns="0" tIns="0" rIns="0" bIns="0" wrap="square" anchor="t"/>
          <a:lstStyle/>
          <a:p>
            <a:pPr>
              <a:buNone/>
              <a:defRPr sz="1200">
                <a:latin typeface="Arial"/>
                <a:ea typeface="Arial"/>
                <a:cs typeface="Arial"/>
              </a:defRPr>
              <a:lnSpc>
                <a:spcPct val="115000"/>
              </a:lnSpc>
            </a:pPr>
            <a:r>
              <a:rPr sz="1200">
                <a:latin typeface="Arial"/>
              </a:rPr>
              <a:t>This compact trace replaces the source deck’s 20-slide trace of insertion 101. Diagram adapted from supplied slide 43; later insertions 8 and 31 are omitted.</a:t>
            </a:r>
          </a:p>
          <a:p>
            <a:pPr>
              <a:buNone/>
              <a:defRPr sz="1200">
                <a:latin typeface="Arial"/>
                <a:ea typeface="Arial"/>
                <a:cs typeface="Arial"/>
              </a:defRPr>
              <a:lnSpc>
                <a:spcPct val="115000"/>
              </a:lnSpc>
            </a:pPr>
            <a:r>
              <a:rPr sz="1200">
                <a:latin typeface="Arial"/>
              </a:rPr>
              <a:t/>
            </a:r>
          </a:p>
          <a:p>
            <a:pPr>
              <a:buNone/>
              <a:defRPr sz="1200">
                <a:latin typeface="Arial"/>
                <a:ea typeface="Arial"/>
                <a:cs typeface="Arial"/>
              </a:defRPr>
              <a:lnSpc>
                <a:spcPct val="115000"/>
              </a:lnSpc>
            </a:pPr>
            <a:r>
              <a:rPr sz="1200">
                <a:latin typeface="Arial"/>
              </a:rPr>
              <a:t>Discuss the example, then ask students to explain the ordering invariant before proceeding.</a:t>
            </a:r>
          </a:p>
          <a:p>
            <a:pPr>
              <a:buNone/>
              <a:defRPr sz="1200">
                <a:latin typeface="Arial"/>
                <a:ea typeface="Arial"/>
                <a:cs typeface="Arial"/>
              </a:defRPr>
              <a:lnSpc>
                <a:spcPct val="115000"/>
              </a:lnSpc>
            </a:pPr>
            <a:r>
              <a:rPr sz="1200">
                <a:latin typeface="Arial"/>
              </a:rPr>
              <a:t>Local Java: InsertionDemo.java.</a:t>
            </a:r>
          </a:p>
        </p:txBody>
      </p:sp>
      <p:sp>
        <p:nvSpPr>
          <p:cNvPr id="4" name="Slide Number Placeholder 3"/>
          <p:cNvSpPr>
            <a:spLocks noGrp="1"/>
          </p:cNvSpPr>
          <p:nvPr>
            <p:ph type="sldNum" idx="5"/>
          </p:nvPr>
        </p:nvSpPr>
        <p:spPr>
          <a:xfrm>
            <a:off x="6675120" y="9418320"/>
            <a:ext cx="502920" cy="274320"/>
          </a:xfrm>
        </p:spPr>
        <p:txBody>
          <a:bodyPr lIns="0" tIns="0" rIns="0" bIns="0" wrap="square" anchor="t"/>
          <a:lstStyle/>
          <a:p>
            <a:pPr>
              <a:lnSpc>
                <a:spcPct val="115000"/>
              </a:lnSpc>
            </a:pPr>
          </a:p>
        </p:txBody>
      </p:sp>
    </p:spTree>
  </p:cSld>
  <p:clrMapOvr>
    <a:masterClrMapping/>
  </p:clrMapOvr>
</p:notes>
</file>

<file path=ppt/notesSlides/notesSlide18.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a:xfrm>
            <a:off x="594360" y="594360"/>
            <a:ext cx="6583680" cy="3703320"/>
          </a:xfrm>
        </p:spPr>
      </p:sp>
      <p:sp>
        <p:nvSpPr>
          <p:cNvPr id="3" name="Notes Placeholder 2"/>
          <p:cNvSpPr>
            <a:spLocks noGrp="1"/>
          </p:cNvSpPr>
          <p:nvPr>
            <p:ph type="body" idx="1"/>
          </p:nvPr>
        </p:nvSpPr>
        <p:spPr>
          <a:xfrm>
            <a:off x="594360" y="4617720"/>
            <a:ext cx="6583680" cy="4480560"/>
          </a:xfrm>
        </p:spPr>
        <p:txBody>
          <a:bodyPr lIns="0" tIns="0" rIns="0" bIns="0" wrap="square" anchor="t"/>
          <a:lstStyle/>
          <a:p>
            <a:pPr>
              <a:buNone/>
              <a:defRPr sz="1200">
                <a:latin typeface="Arial"/>
                <a:ea typeface="Arial"/>
                <a:cs typeface="Arial"/>
              </a:defRPr>
              <a:lnSpc>
                <a:spcPct val="115000"/>
              </a:lnSpc>
            </a:pPr>
            <a:r>
              <a:rPr sz="1200">
                <a:latin typeface="Arial"/>
              </a:rPr>
              <a:t>The full class also increments a structural modification counter after successful insertion and deletion so its lazy iterator can detect changes.</a:t>
            </a:r>
            <a:endParaRPr/>
          </a:p>
          <a:p>
            <a:pPr>
              <a:buNone/>
              <a:defRPr sz="1200">
                <a:latin typeface="Arial"/>
                <a:ea typeface="Arial"/>
                <a:cs typeface="Arial"/>
              </a:defRPr>
              <a:lnSpc>
                <a:spcPct val="115000"/>
              </a:lnSpc>
            </a:pPr>
            <a:r>
              <a:rPr sz="1200">
                <a:latin typeface="Arial"/>
              </a:rPr>
              <a:t>Local Java: BST.java, InsertionDemo.java.</a:t>
            </a:r>
            <a:endParaRPr/>
          </a:p>
        </p:txBody>
      </p:sp>
      <p:sp>
        <p:nvSpPr>
          <p:cNvPr id="4" name="Slide Number Placeholder 3"/>
          <p:cNvSpPr>
            <a:spLocks noGrp="1"/>
          </p:cNvSpPr>
          <p:nvPr>
            <p:ph type="sldNum" idx="5"/>
          </p:nvPr>
        </p:nvSpPr>
        <p:spPr>
          <a:xfrm>
            <a:off x="6675120" y="9418320"/>
            <a:ext cx="502920" cy="274320"/>
          </a:xfrm>
        </p:spPr>
        <p:txBody>
          <a:bodyPr lIns="0" tIns="0" rIns="0" bIns="0" wrap="square" anchor="t"/>
          <a:lstStyle/>
          <a:p>
            <a:pPr>
              <a:lnSpc>
                <a:spcPct val="115000"/>
              </a:lnSpc>
            </a:pPr>
          </a:p>
        </p:txBody>
      </p:sp>
    </p:spTree>
  </p:cSld>
  <p:clrMapOvr>
    <a:masterClrMapping/>
  </p:clrMapOvr>
</p:notes>
</file>

<file path=ppt/notesSlides/notesSlide19.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a:xfrm>
            <a:off x="594360" y="594360"/>
            <a:ext cx="6583680" cy="3703320"/>
          </a:xfrm>
        </p:spPr>
      </p:sp>
      <p:sp>
        <p:nvSpPr>
          <p:cNvPr id="3" name="Notes Placeholder 2"/>
          <p:cNvSpPr>
            <a:spLocks noGrp="1"/>
          </p:cNvSpPr>
          <p:nvPr>
            <p:ph type="body" idx="1"/>
          </p:nvPr>
        </p:nvSpPr>
        <p:spPr>
          <a:xfrm>
            <a:off x="594360" y="4617720"/>
            <a:ext cx="6583680" cy="4480560"/>
          </a:xfrm>
        </p:spPr>
        <p:txBody>
          <a:bodyPr lIns="0" tIns="0" rIns="0" bIns="0" wrap="square" anchor="t"/>
          <a:lstStyle/>
          <a:p>
            <a:pPr>
              <a:buNone/>
              <a:defRPr sz="1200">
                <a:latin typeface="Arial"/>
                <a:ea typeface="Arial"/>
                <a:cs typeface="Arial"/>
              </a:defRPr>
              <a:lnSpc>
                <a:spcPct val="115000"/>
              </a:lnSpc>
            </a:pPr>
            <a:r>
              <a:rPr sz="1200">
                <a:latin typeface="Arial"/>
              </a:rPr>
              <a:t>Diagram adapted from supplied slide 19. Operator nodes are internal, operands are leaves. This is a binary tree but not a BST over the displayed symbols.</a:t>
            </a:r>
          </a:p>
          <a:p>
            <a:pPr>
              <a:buNone/>
              <a:defRPr sz="1200">
                <a:latin typeface="Arial"/>
                <a:ea typeface="Arial"/>
                <a:cs typeface="Arial"/>
              </a:defRPr>
              <a:lnSpc>
                <a:spcPct val="115000"/>
              </a:lnSpc>
            </a:pPr>
            <a:r>
              <a:rPr sz="1200">
                <a:latin typeface="Arial"/>
              </a:rPr>
              <a:t/>
            </a:r>
          </a:p>
          <a:p>
            <a:pPr>
              <a:buNone/>
              <a:defRPr sz="1200">
                <a:latin typeface="Arial"/>
                <a:ea typeface="Arial"/>
                <a:cs typeface="Arial"/>
              </a:defRPr>
              <a:lnSpc>
                <a:spcPct val="115000"/>
              </a:lnSpc>
            </a:pPr>
            <a:r>
              <a:rPr sz="1200">
                <a:latin typeface="Arial"/>
              </a:rPr>
              <a:t>ExpressionTreeDemo evaluates the exact expression for a=4 and b=5: 21. Discuss why traversal order matters for evaluating operators.</a:t>
            </a:r>
          </a:p>
          <a:p>
            <a:pPr>
              <a:buNone/>
              <a:defRPr sz="1200">
                <a:latin typeface="Arial"/>
                <a:ea typeface="Arial"/>
                <a:cs typeface="Arial"/>
              </a:defRPr>
              <a:lnSpc>
                <a:spcPct val="115000"/>
              </a:lnSpc>
            </a:pPr>
            <a:r>
              <a:rPr sz="1200">
                <a:latin typeface="Arial"/>
              </a:rPr>
              <a:t>Local Java: ExpressionTreeDemo.java.</a:t>
            </a:r>
          </a:p>
        </p:txBody>
      </p:sp>
      <p:sp>
        <p:nvSpPr>
          <p:cNvPr id="4" name="Slide Number Placeholder 3"/>
          <p:cNvSpPr>
            <a:spLocks noGrp="1"/>
          </p:cNvSpPr>
          <p:nvPr>
            <p:ph type="sldNum" idx="5"/>
          </p:nvPr>
        </p:nvSpPr>
        <p:spPr>
          <a:xfrm>
            <a:off x="6675120" y="9418320"/>
            <a:ext cx="502920" cy="274320"/>
          </a:xfrm>
        </p:spPr>
        <p:txBody>
          <a:bodyPr lIns="0" tIns="0" rIns="0" bIns="0" wrap="square" anchor="t"/>
          <a:lstStyle/>
          <a:p>
            <a:pPr>
              <a:lnSpc>
                <a:spcPct val="115000"/>
              </a:lnSpc>
            </a:pPr>
          </a:p>
        </p:txBody>
      </p:sp>
    </p:spTree>
  </p:cSld>
  <p:clrMapOvr>
    <a:masterClrMapping/>
  </p:clrMapOvr>
</p:notes>
</file>

<file path=ppt/notesSlides/notesSlide20.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a:xfrm>
            <a:off x="594360" y="594360"/>
            <a:ext cx="6583680" cy="3703320"/>
          </a:xfrm>
        </p:spPr>
      </p:sp>
      <p:sp>
        <p:nvSpPr>
          <p:cNvPr id="3" name="Notes Placeholder 2"/>
          <p:cNvSpPr>
            <a:spLocks noGrp="1"/>
          </p:cNvSpPr>
          <p:nvPr>
            <p:ph type="body" idx="1"/>
          </p:nvPr>
        </p:nvSpPr>
        <p:spPr>
          <a:xfrm>
            <a:off x="594360" y="4617720"/>
            <a:ext cx="6583680" cy="4480560"/>
          </a:xfrm>
        </p:spPr>
        <p:txBody>
          <a:bodyPr lIns="0" tIns="0" rIns="0" bIns="0" wrap="square" anchor="t"/>
          <a:lstStyle/>
          <a:p>
            <a:pPr>
              <a:buNone/>
              <a:defRPr sz="1200">
                <a:latin typeface="Arial"/>
                <a:ea typeface="Arial"/>
                <a:cs typeface="Arial"/>
              </a:defRPr>
              <a:lnSpc>
                <a:spcPct val="115000"/>
              </a:lnSpc>
            </a:pPr>
            <a:r>
              <a:rPr sz="1200">
                <a:latin typeface="Arial"/>
              </a:rPr>
              <a:t>Discuss the example, then ask students to explain the ordering invariant before proceeding.</a:t>
            </a:r>
            <a:endParaRPr/>
          </a:p>
          <a:p>
            <a:pPr>
              <a:buNone/>
              <a:defRPr sz="1200">
                <a:latin typeface="Arial"/>
                <a:ea typeface="Arial"/>
                <a:cs typeface="Arial"/>
              </a:defRPr>
              <a:lnSpc>
                <a:spcPct val="115000"/>
              </a:lnSpc>
            </a:pPr>
            <a:r>
              <a:rPr sz="1200">
                <a:latin typeface="Arial"/>
              </a:rPr>
              <a:t>Local Java: TraversalDemo.java.</a:t>
            </a:r>
            <a:endParaRPr/>
          </a:p>
        </p:txBody>
      </p:sp>
      <p:sp>
        <p:nvSpPr>
          <p:cNvPr id="4" name="Slide Number Placeholder 3"/>
          <p:cNvSpPr>
            <a:spLocks noGrp="1"/>
          </p:cNvSpPr>
          <p:nvPr>
            <p:ph type="sldNum" idx="5"/>
          </p:nvPr>
        </p:nvSpPr>
        <p:spPr>
          <a:xfrm>
            <a:off x="6675120" y="9418320"/>
            <a:ext cx="502920" cy="274320"/>
          </a:xfrm>
        </p:spPr>
        <p:txBody>
          <a:bodyPr lIns="0" tIns="0" rIns="0" bIns="0" wrap="square" anchor="t"/>
          <a:lstStyle/>
          <a:p>
            <a:pPr>
              <a:lnSpc>
                <a:spcPct val="115000"/>
              </a:lnSpc>
            </a:pPr>
          </a:p>
        </p:txBody>
      </p:sp>
    </p:spTree>
  </p:cSld>
  <p:clrMapOvr>
    <a:masterClrMapping/>
  </p:clrMapOvr>
</p:notes>
</file>

<file path=ppt/notesSlides/notesSlide2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a:xfrm>
            <a:off x="594360" y="594360"/>
            <a:ext cx="6583680" cy="3703320"/>
          </a:xfrm>
        </p:spPr>
      </p:sp>
      <p:sp>
        <p:nvSpPr>
          <p:cNvPr id="3" name="Notes Placeholder 2"/>
          <p:cNvSpPr>
            <a:spLocks noGrp="1"/>
          </p:cNvSpPr>
          <p:nvPr>
            <p:ph type="body" idx="1"/>
          </p:nvPr>
        </p:nvSpPr>
        <p:spPr>
          <a:xfrm>
            <a:off x="594360" y="4617720"/>
            <a:ext cx="6583680" cy="4480560"/>
          </a:xfrm>
        </p:spPr>
        <p:txBody>
          <a:bodyPr lIns="0" tIns="0" rIns="0" bIns="0" wrap="square" anchor="t"/>
          <a:lstStyle/>
          <a:p>
            <a:pPr>
              <a:buNone/>
              <a:defRPr sz="1200">
                <a:latin typeface="Arial"/>
                <a:ea typeface="Arial"/>
                <a:cs typeface="Arial"/>
              </a:defRPr>
              <a:lnSpc>
                <a:spcPct val="115000"/>
              </a:lnSpc>
            </a:pPr>
            <a:r>
              <a:rPr sz="1200">
                <a:latin typeface="Arial"/>
              </a:rPr>
              <a:t>Diagram adapted from supplied slide 36. Inorder yields sorted keys because the input is a BST.</a:t>
            </a:r>
          </a:p>
          <a:p>
            <a:pPr>
              <a:buNone/>
              <a:defRPr sz="1200">
                <a:latin typeface="Arial"/>
                <a:ea typeface="Arial"/>
                <a:cs typeface="Arial"/>
              </a:defRPr>
              <a:lnSpc>
                <a:spcPct val="115000"/>
              </a:lnSpc>
            </a:pPr>
            <a:r>
              <a:rPr sz="1200">
                <a:latin typeface="Arial"/>
              </a:rPr>
              <a:t/>
            </a:r>
          </a:p>
          <a:p>
            <a:pPr>
              <a:buNone/>
              <a:defRPr sz="1200">
                <a:latin typeface="Arial"/>
                <a:ea typeface="Arial"/>
                <a:cs typeface="Arial"/>
              </a:defRPr>
              <a:lnSpc>
                <a:spcPct val="115000"/>
              </a:lnSpc>
            </a:pPr>
            <a:r>
              <a:rPr sz="1200">
                <a:latin typeface="Arial"/>
              </a:rPr>
              <a:t>The executable driver reproduces all four traversal sequences. Before running it, have students predict the sequence on paper.</a:t>
            </a:r>
          </a:p>
          <a:p>
            <a:pPr>
              <a:buNone/>
              <a:defRPr sz="1200">
                <a:latin typeface="Arial"/>
                <a:ea typeface="Arial"/>
                <a:cs typeface="Arial"/>
              </a:defRPr>
              <a:lnSpc>
                <a:spcPct val="115000"/>
              </a:lnSpc>
            </a:pPr>
            <a:r>
              <a:rPr sz="1200">
                <a:latin typeface="Arial"/>
              </a:rPr>
              <a:t>Local Java: TraversalDemo.java.</a:t>
            </a:r>
          </a:p>
        </p:txBody>
      </p:sp>
      <p:sp>
        <p:nvSpPr>
          <p:cNvPr id="4" name="Slide Number Placeholder 3"/>
          <p:cNvSpPr>
            <a:spLocks noGrp="1"/>
          </p:cNvSpPr>
          <p:nvPr>
            <p:ph type="sldNum" idx="5"/>
          </p:nvPr>
        </p:nvSpPr>
        <p:spPr>
          <a:xfrm>
            <a:off x="6675120" y="9418320"/>
            <a:ext cx="502920" cy="274320"/>
          </a:xfrm>
        </p:spPr>
        <p:txBody>
          <a:bodyPr lIns="0" tIns="0" rIns="0" bIns="0" wrap="square" anchor="t"/>
          <a:lstStyle/>
          <a:p>
            <a:pPr>
              <a:lnSpc>
                <a:spcPct val="115000"/>
              </a:lnSpc>
            </a:pPr>
          </a:p>
        </p:txBody>
      </p:sp>
    </p:spTree>
  </p:cSld>
  <p:clrMapOvr>
    <a:masterClrMapping/>
  </p:clrMapOvr>
</p:notes>
</file>

<file path=ppt/notesSlides/notesSlide2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a:xfrm>
            <a:off x="594360" y="594360"/>
            <a:ext cx="6583680" cy="3703320"/>
          </a:xfrm>
        </p:spPr>
      </p:sp>
      <p:sp>
        <p:nvSpPr>
          <p:cNvPr id="3" name="Notes Placeholder 2"/>
          <p:cNvSpPr>
            <a:spLocks noGrp="1"/>
          </p:cNvSpPr>
          <p:nvPr>
            <p:ph type="body" idx="1"/>
          </p:nvPr>
        </p:nvSpPr>
        <p:spPr>
          <a:xfrm>
            <a:off x="594360" y="4617720"/>
            <a:ext cx="6583680" cy="4480560"/>
          </a:xfrm>
        </p:spPr>
        <p:txBody>
          <a:bodyPr lIns="0" tIns="0" rIns="0" bIns="0" wrap="square" anchor="t"/>
          <a:lstStyle/>
          <a:p>
            <a:pPr>
              <a:buNone/>
              <a:defRPr sz="1200">
                <a:latin typeface="Arial"/>
                <a:ea typeface="Arial"/>
                <a:cs typeface="Arial"/>
              </a:defRPr>
              <a:lnSpc>
                <a:spcPct val="115000"/>
              </a:lnSpc>
            </a:pPr>
            <a:r>
              <a:rPr sz="1200">
                <a:latin typeface="Arial"/>
              </a:rPr>
              <a:t>The displayed printing method appears unchanged in BST.java. List-returning helpers make it easier to compare results. Visit performs the requested per-key action.</a:t>
            </a:r>
            <a:endParaRPr/>
          </a:p>
          <a:p>
            <a:pPr>
              <a:buNone/>
              <a:defRPr sz="1200">
                <a:latin typeface="Arial"/>
                <a:ea typeface="Arial"/>
                <a:cs typeface="Arial"/>
              </a:defRPr>
              <a:lnSpc>
                <a:spcPct val="115000"/>
              </a:lnSpc>
            </a:pPr>
            <a:r>
              <a:rPr sz="1200">
                <a:latin typeface="Arial"/>
              </a:rPr>
              <a:t>Local Java: BST.java, TraversalDemo.java.</a:t>
            </a:r>
            <a:endParaRPr/>
          </a:p>
        </p:txBody>
      </p:sp>
      <p:sp>
        <p:nvSpPr>
          <p:cNvPr id="4" name="Slide Number Placeholder 3"/>
          <p:cNvSpPr>
            <a:spLocks noGrp="1"/>
          </p:cNvSpPr>
          <p:nvPr>
            <p:ph type="sldNum" idx="5"/>
          </p:nvPr>
        </p:nvSpPr>
        <p:spPr>
          <a:xfrm>
            <a:off x="6675120" y="9418320"/>
            <a:ext cx="502920" cy="274320"/>
          </a:xfrm>
        </p:spPr>
        <p:txBody>
          <a:bodyPr lIns="0" tIns="0" rIns="0" bIns="0" wrap="square" anchor="t"/>
          <a:lstStyle/>
          <a:p>
            <a:pPr>
              <a:lnSpc>
                <a:spcPct val="115000"/>
              </a:lnSpc>
            </a:pPr>
          </a:p>
        </p:txBody>
      </p:sp>
    </p:spTree>
  </p:cSld>
  <p:clrMapOvr>
    <a:masterClrMapping/>
  </p:clrMapOvr>
</p:notes>
</file>

<file path=ppt/notesSlides/notesSlide2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a:xfrm>
            <a:off x="594360" y="594360"/>
            <a:ext cx="6583680" cy="3703320"/>
          </a:xfrm>
        </p:spPr>
      </p:sp>
      <p:sp>
        <p:nvSpPr>
          <p:cNvPr id="3" name="Notes Placeholder 2"/>
          <p:cNvSpPr>
            <a:spLocks noGrp="1"/>
          </p:cNvSpPr>
          <p:nvPr>
            <p:ph type="body" idx="1"/>
          </p:nvPr>
        </p:nvSpPr>
        <p:spPr>
          <a:xfrm>
            <a:off x="594360" y="4617720"/>
            <a:ext cx="6583680" cy="4480560"/>
          </a:xfrm>
        </p:spPr>
        <p:txBody>
          <a:bodyPr lIns="0" tIns="0" rIns="0" bIns="0" wrap="square" anchor="t"/>
          <a:lstStyle/>
          <a:p>
            <a:pPr>
              <a:buNone/>
              <a:defRPr sz="1200">
                <a:latin typeface="Arial"/>
                <a:ea typeface="Arial"/>
                <a:cs typeface="Arial"/>
              </a:defRPr>
              <a:lnSpc>
                <a:spcPct val="115000"/>
              </a:lnSpc>
            </a:pPr>
            <a:r>
              <a:rPr sz="1200">
                <a:latin typeface="Arial"/>
              </a:rPr>
              <a:t>Queue code assumes import java.util.Queue and java.util.ArrayDeque. Output for the tree on slide 21 is 30, 20, 70, 10, 50, 90, 40, 60.</a:t>
            </a:r>
          </a:p>
          <a:p>
            <a:pPr>
              <a:buNone/>
              <a:defRPr sz="1200">
                <a:latin typeface="Arial"/>
                <a:ea typeface="Arial"/>
                <a:cs typeface="Arial"/>
              </a:defRPr>
              <a:lnSpc>
                <a:spcPct val="115000"/>
              </a:lnSpc>
            </a:pPr>
            <a:r>
              <a:rPr sz="1200">
                <a:latin typeface="Arial"/>
              </a:rPr>
              <a:t/>
            </a:r>
          </a:p>
          <a:p>
            <a:pPr>
              <a:buNone/>
              <a:defRPr sz="1200">
                <a:latin typeface="Arial"/>
                <a:ea typeface="Arial"/>
                <a:cs typeface="Arial"/>
              </a:defRPr>
              <a:lnSpc>
                <a:spcPct val="115000"/>
              </a:lnSpc>
            </a:pPr>
            <a:r>
              <a:rPr sz="1200">
                <a:latin typeface="Arial"/>
              </a:rPr>
              <a:t>The displayed queue traversal appears in BST.java. The driver also prints the list form. Empty trees add no null entries to ArrayDeque.</a:t>
            </a:r>
          </a:p>
          <a:p>
            <a:pPr>
              <a:buNone/>
              <a:defRPr sz="1200">
                <a:latin typeface="Arial"/>
                <a:ea typeface="Arial"/>
                <a:cs typeface="Arial"/>
              </a:defRPr>
              <a:lnSpc>
                <a:spcPct val="115000"/>
              </a:lnSpc>
            </a:pPr>
            <a:r>
              <a:rPr sz="1200">
                <a:latin typeface="Arial"/>
              </a:rPr>
              <a:t>Local Java: BST.java, TraversalDemo.java.</a:t>
            </a:r>
          </a:p>
        </p:txBody>
      </p:sp>
      <p:sp>
        <p:nvSpPr>
          <p:cNvPr id="4" name="Slide Number Placeholder 3"/>
          <p:cNvSpPr>
            <a:spLocks noGrp="1"/>
          </p:cNvSpPr>
          <p:nvPr>
            <p:ph type="sldNum" idx="5"/>
          </p:nvPr>
        </p:nvSpPr>
        <p:spPr>
          <a:xfrm>
            <a:off x="6675120" y="9418320"/>
            <a:ext cx="502920" cy="274320"/>
          </a:xfrm>
        </p:spPr>
        <p:txBody>
          <a:bodyPr lIns="0" tIns="0" rIns="0" bIns="0" wrap="square" anchor="t"/>
          <a:lstStyle/>
          <a:p>
            <a:pPr>
              <a:lnSpc>
                <a:spcPct val="115000"/>
              </a:lnSpc>
            </a:pPr>
          </a:p>
        </p:txBody>
      </p:sp>
    </p:spTree>
  </p:cSld>
  <p:clrMapOvr>
    <a:masterClrMapping/>
  </p:clrMapOvr>
</p:notes>
</file>

<file path=ppt/notesSlides/notesSlide2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a:xfrm>
            <a:off x="594360" y="594360"/>
            <a:ext cx="6583680" cy="3703320"/>
          </a:xfrm>
        </p:spPr>
      </p:sp>
      <p:sp>
        <p:nvSpPr>
          <p:cNvPr id="3" name="Notes Placeholder 2"/>
          <p:cNvSpPr>
            <a:spLocks noGrp="1"/>
          </p:cNvSpPr>
          <p:nvPr>
            <p:ph type="body" idx="1"/>
          </p:nvPr>
        </p:nvSpPr>
        <p:spPr>
          <a:xfrm>
            <a:off x="594360" y="4617720"/>
            <a:ext cx="6583680" cy="4480560"/>
          </a:xfrm>
        </p:spPr>
        <p:txBody>
          <a:bodyPr lIns="0" tIns="0" rIns="0" bIns="0" wrap="square" anchor="t"/>
          <a:lstStyle/>
          <a:p>
            <a:pPr>
              <a:buNone/>
              <a:defRPr sz="1200">
                <a:latin typeface="Arial"/>
                <a:ea typeface="Arial"/>
                <a:cs typeface="Arial"/>
              </a:defRPr>
              <a:lnSpc>
                <a:spcPct val="115000"/>
              </a:lnSpc>
            </a:pPr>
            <a:r>
              <a:rPr sz="1200">
                <a:latin typeface="Arial"/>
              </a:rPr>
              <a:t>Answers: inorder 10,20,30,40,50,60,70,90. Preorder 30,20,10,70,50,40,60,90. Postorder 10,20,40,60,50,90,70,30. Inorder successor of 30 is 40.</a:t>
            </a:r>
          </a:p>
          <a:p>
            <a:pPr>
              <a:buNone/>
              <a:defRPr sz="1200">
                <a:latin typeface="Arial"/>
                <a:ea typeface="Arial"/>
                <a:cs typeface="Arial"/>
              </a:defRPr>
              <a:lnSpc>
                <a:spcPct val="115000"/>
              </a:lnSpc>
            </a:pPr>
            <a:r>
              <a:rPr sz="1200">
                <a:latin typeface="Arial"/>
              </a:rPr>
              <a:t/>
            </a:r>
          </a:p>
          <a:p>
            <a:pPr>
              <a:buNone/>
              <a:defRPr sz="1200">
                <a:latin typeface="Arial"/>
                <a:ea typeface="Arial"/>
                <a:cs typeface="Arial"/>
              </a:defRPr>
              <a:lnSpc>
                <a:spcPct val="115000"/>
              </a:lnSpc>
            </a:pPr>
            <a:r>
              <a:rPr sz="1200">
                <a:latin typeface="Arial"/>
              </a:rPr>
              <a:t>Give pairs two minutes to compute all three sequences and successor 40 before running TraversalDemo.</a:t>
            </a:r>
          </a:p>
          <a:p>
            <a:pPr>
              <a:buNone/>
              <a:defRPr sz="1200">
                <a:latin typeface="Arial"/>
                <a:ea typeface="Arial"/>
                <a:cs typeface="Arial"/>
              </a:defRPr>
              <a:lnSpc>
                <a:spcPct val="115000"/>
              </a:lnSpc>
            </a:pPr>
            <a:r>
              <a:rPr sz="1200">
                <a:latin typeface="Arial"/>
              </a:rPr>
              <a:t>Local Java: TraversalDemo.java.</a:t>
            </a:r>
          </a:p>
        </p:txBody>
      </p:sp>
      <p:sp>
        <p:nvSpPr>
          <p:cNvPr id="4" name="Slide Number Placeholder 3"/>
          <p:cNvSpPr>
            <a:spLocks noGrp="1"/>
          </p:cNvSpPr>
          <p:nvPr>
            <p:ph type="sldNum" idx="5"/>
          </p:nvPr>
        </p:nvSpPr>
        <p:spPr>
          <a:xfrm>
            <a:off x="6675120" y="9418320"/>
            <a:ext cx="502920" cy="274320"/>
          </a:xfrm>
        </p:spPr>
        <p:txBody>
          <a:bodyPr lIns="0" tIns="0" rIns="0" bIns="0" wrap="square" anchor="t"/>
          <a:lstStyle/>
          <a:p>
            <a:pPr>
              <a:lnSpc>
                <a:spcPct val="115000"/>
              </a:lnSpc>
            </a:pPr>
          </a:p>
        </p:txBody>
      </p:sp>
    </p:spTree>
  </p:cSld>
  <p:clrMapOvr>
    <a:masterClrMapping/>
  </p:clrMapOvr>
</p:notes>
</file>

<file path=ppt/notesSlides/notesSlide25.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a:xfrm>
            <a:off x="594360" y="594360"/>
            <a:ext cx="6583680" cy="3703320"/>
          </a:xfrm>
        </p:spPr>
      </p:sp>
      <p:sp>
        <p:nvSpPr>
          <p:cNvPr id="3" name="Notes Placeholder 2"/>
          <p:cNvSpPr>
            <a:spLocks noGrp="1"/>
          </p:cNvSpPr>
          <p:nvPr>
            <p:ph type="body" idx="1"/>
          </p:nvPr>
        </p:nvSpPr>
        <p:spPr>
          <a:xfrm>
            <a:off x="594360" y="4617720"/>
            <a:ext cx="6583680" cy="4480560"/>
          </a:xfrm>
        </p:spPr>
        <p:txBody>
          <a:bodyPr lIns="0" tIns="0" rIns="0" bIns="0" wrap="square" anchor="t"/>
          <a:lstStyle/>
          <a:p>
            <a:pPr>
              <a:buNone/>
              <a:defRPr sz="1200">
                <a:latin typeface="Arial"/>
                <a:ea typeface="Arial"/>
                <a:cs typeface="Arial"/>
              </a:defRPr>
              <a:lnSpc>
                <a:spcPct val="115000"/>
              </a:lnSpc>
            </a:pPr>
            <a:r>
              <a:rPr sz="1200">
                <a:latin typeface="Arial"/>
              </a:rPr>
              <a:t>For a node with a left subtree, predecessor is the maximum key there. With no left subtree, walk toward the nearest smaller ancestor. The successor is symmetric. Diagram adapted from supplied slide 41.</a:t>
            </a:r>
          </a:p>
          <a:p>
            <a:pPr>
              <a:buNone/>
              <a:defRPr sz="1200">
                <a:latin typeface="Arial"/>
                <a:ea typeface="Arial"/>
                <a:cs typeface="Arial"/>
              </a:defRPr>
              <a:lnSpc>
                <a:spcPct val="115000"/>
              </a:lnSpc>
            </a:pPr>
            <a:r>
              <a:rPr sz="1200">
                <a:latin typeface="Arial"/>
              </a:rPr>
              <a:t/>
            </a:r>
          </a:p>
          <a:p>
            <a:pPr>
              <a:buNone/>
              <a:defRPr sz="1200">
                <a:latin typeface="Arial"/>
                <a:ea typeface="Arial"/>
                <a:cs typeface="Arial"/>
              </a:defRPr>
              <a:lnSpc>
                <a:spcPct val="115000"/>
              </a:lnSpc>
            </a:pPr>
            <a:r>
              <a:rPr sz="1200">
                <a:latin typeface="Arial"/>
              </a:rPr>
              <a:t>The runnable predecessor/successor operations return strict neighbors even for absent query keys and Optional.empty when no such key exists. Root 12 has predecessor 10 and successor 15.</a:t>
            </a:r>
          </a:p>
          <a:p>
            <a:pPr>
              <a:buNone/>
              <a:defRPr sz="1200">
                <a:latin typeface="Arial"/>
                <a:ea typeface="Arial"/>
                <a:cs typeface="Arial"/>
              </a:defRPr>
              <a:lnSpc>
                <a:spcPct val="115000"/>
              </a:lnSpc>
            </a:pPr>
            <a:r>
              <a:rPr sz="1200">
                <a:latin typeface="Arial"/>
              </a:rPr>
              <a:t>Local Java: BST.java, TestBST.java.</a:t>
            </a:r>
          </a:p>
        </p:txBody>
      </p:sp>
      <p:sp>
        <p:nvSpPr>
          <p:cNvPr id="4" name="Slide Number Placeholder 3"/>
          <p:cNvSpPr>
            <a:spLocks noGrp="1"/>
          </p:cNvSpPr>
          <p:nvPr>
            <p:ph type="sldNum" idx="5"/>
          </p:nvPr>
        </p:nvSpPr>
        <p:spPr>
          <a:xfrm>
            <a:off x="6675120" y="9418320"/>
            <a:ext cx="502920" cy="274320"/>
          </a:xfrm>
        </p:spPr>
        <p:txBody>
          <a:bodyPr lIns="0" tIns="0" rIns="0" bIns="0" wrap="square" anchor="t"/>
          <a:lstStyle/>
          <a:p>
            <a:pPr>
              <a:lnSpc>
                <a:spcPct val="115000"/>
              </a:lnSpc>
            </a:pPr>
          </a:p>
        </p:txBody>
      </p:sp>
    </p:spTree>
  </p:cSld>
  <p:clrMapOvr>
    <a:masterClrMapping/>
  </p:clrMapOvr>
</p:notes>
</file>

<file path=ppt/notesSlides/notesSlide26.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a:xfrm>
            <a:off x="594360" y="594360"/>
            <a:ext cx="6583680" cy="3703320"/>
          </a:xfrm>
        </p:spPr>
      </p:sp>
      <p:sp>
        <p:nvSpPr>
          <p:cNvPr id="3" name="Notes Placeholder 2"/>
          <p:cNvSpPr>
            <a:spLocks noGrp="1"/>
          </p:cNvSpPr>
          <p:nvPr>
            <p:ph type="body" idx="1"/>
          </p:nvPr>
        </p:nvSpPr>
        <p:spPr>
          <a:xfrm>
            <a:off x="594360" y="4617720"/>
            <a:ext cx="6583680" cy="4480560"/>
          </a:xfrm>
        </p:spPr>
        <p:txBody>
          <a:bodyPr lIns="0" tIns="0" rIns="0" bIns="0" wrap="square" anchor="t"/>
          <a:lstStyle/>
          <a:p>
            <a:pPr>
              <a:buNone/>
              <a:defRPr sz="1200">
                <a:latin typeface="Arial"/>
                <a:ea typeface="Arial"/>
                <a:cs typeface="Arial"/>
              </a:defRPr>
              <a:lnSpc>
                <a:spcPct val="115000"/>
              </a:lnSpc>
            </a:pPr>
            <a:r>
              <a:rPr sz="1200">
                <a:latin typeface="Arial"/>
              </a:rPr>
              <a:t>Discuss the example, then ask students to explain the ordering invariant before proceeding.</a:t>
            </a:r>
            <a:endParaRPr/>
          </a:p>
          <a:p>
            <a:pPr>
              <a:buNone/>
              <a:defRPr sz="1200">
                <a:latin typeface="Arial"/>
                <a:ea typeface="Arial"/>
                <a:cs typeface="Arial"/>
              </a:defRPr>
              <a:lnSpc>
                <a:spcPct val="115000"/>
              </a:lnSpc>
            </a:pPr>
            <a:r>
              <a:rPr sz="1200">
                <a:latin typeface="Arial"/>
              </a:rPr>
              <a:t>Local Java: DeletionDemo.java.</a:t>
            </a:r>
            <a:endParaRPr/>
          </a:p>
        </p:txBody>
      </p:sp>
      <p:sp>
        <p:nvSpPr>
          <p:cNvPr id="4" name="Slide Number Placeholder 3"/>
          <p:cNvSpPr>
            <a:spLocks noGrp="1"/>
          </p:cNvSpPr>
          <p:nvPr>
            <p:ph type="sldNum" idx="5"/>
          </p:nvPr>
        </p:nvSpPr>
        <p:spPr>
          <a:xfrm>
            <a:off x="6675120" y="9418320"/>
            <a:ext cx="502920" cy="274320"/>
          </a:xfrm>
        </p:spPr>
        <p:txBody>
          <a:bodyPr lIns="0" tIns="0" rIns="0" bIns="0" wrap="square" anchor="t"/>
          <a:lstStyle/>
          <a:p>
            <a:pPr>
              <a:lnSpc>
                <a:spcPct val="115000"/>
              </a:lnSpc>
            </a:pPr>
          </a:p>
        </p:txBody>
      </p:sp>
    </p:spTree>
  </p:cSld>
  <p:clrMapOvr>
    <a:masterClrMapping/>
  </p:clrMapOvr>
</p:notes>
</file>

<file path=ppt/notesSlides/notesSlide27.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a:xfrm>
            <a:off x="594360" y="594360"/>
            <a:ext cx="6583680" cy="3703320"/>
          </a:xfrm>
        </p:spPr>
      </p:sp>
      <p:sp>
        <p:nvSpPr>
          <p:cNvPr id="3" name="Notes Placeholder 2"/>
          <p:cNvSpPr>
            <a:spLocks noGrp="1"/>
          </p:cNvSpPr>
          <p:nvPr>
            <p:ph type="body" idx="1"/>
          </p:nvPr>
        </p:nvSpPr>
        <p:spPr>
          <a:xfrm>
            <a:off x="594360" y="4617720"/>
            <a:ext cx="6583680" cy="4480560"/>
          </a:xfrm>
        </p:spPr>
        <p:txBody>
          <a:bodyPr lIns="0" tIns="0" rIns="0" bIns="0" wrap="square" anchor="t"/>
          <a:lstStyle/>
          <a:p>
            <a:pPr>
              <a:buNone/>
              <a:defRPr sz="1200">
                <a:latin typeface="Arial"/>
                <a:ea typeface="Arial"/>
                <a:cs typeface="Arial"/>
              </a:defRPr>
              <a:lnSpc>
                <a:spcPct val="115000"/>
              </a:lnSpc>
            </a:pPr>
            <a:r>
              <a:rPr sz="1200">
                <a:latin typeface="Arial"/>
              </a:rPr>
              <a:t>Diagram adapted from supplied slide 69. Node 15 has one child, node 20. The title in the original calls this Case 1 despite an earlier no-left-child description. This slide labels the structure explicitly.</a:t>
            </a:r>
          </a:p>
          <a:p>
            <a:pPr>
              <a:buNone/>
              <a:defRPr sz="1200">
                <a:latin typeface="Arial"/>
                <a:ea typeface="Arial"/>
                <a:cs typeface="Arial"/>
              </a:defRPr>
              <a:lnSpc>
                <a:spcPct val="115000"/>
              </a:lnSpc>
            </a:pPr>
            <a:r>
              <a:rPr sz="1200">
                <a:latin typeface="Arial"/>
              </a:rPr>
              <a:t/>
            </a:r>
          </a:p>
          <a:p>
            <a:pPr>
              <a:buNone/>
              <a:defRPr sz="1200">
                <a:latin typeface="Arial"/>
                <a:ea typeface="Arial"/>
                <a:cs typeface="Arial"/>
              </a:defRPr>
              <a:lnSpc>
                <a:spcPct val="115000"/>
              </a:lnSpc>
            </a:pPr>
            <a:r>
              <a:rPr sz="1200">
                <a:latin typeface="Arial"/>
              </a:rPr>
              <a:t>This one-child drawing omits 17. DeletionDemo constructs that exact version separately, then constructs the full tree for two-child deletion.</a:t>
            </a:r>
          </a:p>
          <a:p>
            <a:pPr>
              <a:buNone/>
              <a:defRPr sz="1200">
                <a:latin typeface="Arial"/>
                <a:ea typeface="Arial"/>
                <a:cs typeface="Arial"/>
              </a:defRPr>
              <a:lnSpc>
                <a:spcPct val="115000"/>
              </a:lnSpc>
            </a:pPr>
            <a:r>
              <a:rPr sz="1200">
                <a:latin typeface="Arial"/>
              </a:rPr>
              <a:t>Local Java: DeletionDemo.java.</a:t>
            </a:r>
          </a:p>
        </p:txBody>
      </p:sp>
      <p:sp>
        <p:nvSpPr>
          <p:cNvPr id="4" name="Slide Number Placeholder 3"/>
          <p:cNvSpPr>
            <a:spLocks noGrp="1"/>
          </p:cNvSpPr>
          <p:nvPr>
            <p:ph type="sldNum" idx="5"/>
          </p:nvPr>
        </p:nvSpPr>
        <p:spPr>
          <a:xfrm>
            <a:off x="6675120" y="9418320"/>
            <a:ext cx="502920" cy="274320"/>
          </a:xfrm>
        </p:spPr>
        <p:txBody>
          <a:bodyPr lIns="0" tIns="0" rIns="0" bIns="0" wrap="square" anchor="t"/>
          <a:lstStyle/>
          <a:p>
            <a:pPr>
              <a:lnSpc>
                <a:spcPct val="115000"/>
              </a:lnSpc>
            </a:pPr>
          </a:p>
        </p:txBody>
      </p:sp>
    </p:spTree>
  </p:cSld>
  <p:clrMapOvr>
    <a:masterClrMapping/>
  </p:clrMapOvr>
</p:notes>
</file>

<file path=ppt/notesSlides/notesSlide28.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a:xfrm>
            <a:off x="594360" y="594360"/>
            <a:ext cx="6583680" cy="3703320"/>
          </a:xfrm>
        </p:spPr>
      </p:sp>
      <p:sp>
        <p:nvSpPr>
          <p:cNvPr id="3" name="Notes Placeholder 2"/>
          <p:cNvSpPr>
            <a:spLocks noGrp="1"/>
          </p:cNvSpPr>
          <p:nvPr>
            <p:ph type="body" idx="1"/>
          </p:nvPr>
        </p:nvSpPr>
        <p:spPr>
          <a:xfrm>
            <a:off x="594360" y="4617720"/>
            <a:ext cx="6583680" cy="4480560"/>
          </a:xfrm>
        </p:spPr>
        <p:txBody>
          <a:bodyPr lIns="0" tIns="0" rIns="0" bIns="0" wrap="square" anchor="t"/>
          <a:lstStyle/>
          <a:p>
            <a:pPr>
              <a:buNone/>
              <a:defRPr sz="1200">
                <a:latin typeface="Arial"/>
                <a:ea typeface="Arial"/>
                <a:cs typeface="Arial"/>
              </a:defRPr>
              <a:lnSpc>
                <a:spcPct val="115000"/>
              </a:lnSpc>
            </a:pPr>
            <a:r>
              <a:rPr sz="1200">
                <a:latin typeface="Arial"/>
              </a:rPr>
              <a:t>Diagram adapted from supplied slide 41. This lesson implements successor deletion. The source also teaches predecessor deletion. Both preserve ordering. For root 12, successor is 15, which has right child 20.</a:t>
            </a:r>
          </a:p>
          <a:p>
            <a:pPr>
              <a:buNone/>
              <a:defRPr sz="1200">
                <a:latin typeface="Arial"/>
                <a:ea typeface="Arial"/>
                <a:cs typeface="Arial"/>
              </a:defRPr>
              <a:lnSpc>
                <a:spcPct val="115000"/>
              </a:lnSpc>
            </a:pPr>
            <a:r>
              <a:rPr sz="1200">
                <a:latin typeface="Arial"/>
              </a:rPr>
              <a:t/>
            </a:r>
          </a:p>
          <a:p>
            <a:pPr>
              <a:buNone/>
              <a:defRPr sz="1200">
                <a:latin typeface="Arial"/>
                <a:ea typeface="Arial"/>
                <a:cs typeface="Arial"/>
              </a:defRPr>
              <a:lnSpc>
                <a:spcPct val="115000"/>
              </a:lnSpc>
            </a:pPr>
            <a:r>
              <a:rPr sz="1200">
                <a:latin typeface="Arial"/>
              </a:rPr>
              <a:t>After deleting 12, root is 15; the original 15 is removed and its right child 20 remains connected, including descendants 17 and 30.</a:t>
            </a:r>
          </a:p>
          <a:p>
            <a:pPr>
              <a:buNone/>
              <a:defRPr sz="1200">
                <a:latin typeface="Arial"/>
                <a:ea typeface="Arial"/>
                <a:cs typeface="Arial"/>
              </a:defRPr>
              <a:lnSpc>
                <a:spcPct val="115000"/>
              </a:lnSpc>
            </a:pPr>
            <a:r>
              <a:rPr sz="1200">
                <a:latin typeface="Arial"/>
              </a:rPr>
              <a:t>Local Java: DeletionDemo.java.</a:t>
            </a:r>
          </a:p>
        </p:txBody>
      </p:sp>
      <p:sp>
        <p:nvSpPr>
          <p:cNvPr id="4" name="Slide Number Placeholder 3"/>
          <p:cNvSpPr>
            <a:spLocks noGrp="1"/>
          </p:cNvSpPr>
          <p:nvPr>
            <p:ph type="sldNum" idx="5"/>
          </p:nvPr>
        </p:nvSpPr>
        <p:spPr>
          <a:xfrm>
            <a:off x="6675120" y="9418320"/>
            <a:ext cx="502920" cy="274320"/>
          </a:xfrm>
        </p:spPr>
        <p:txBody>
          <a:bodyPr lIns="0" tIns="0" rIns="0" bIns="0" wrap="square" anchor="t"/>
          <a:lstStyle/>
          <a:p>
            <a:pPr>
              <a:lnSpc>
                <a:spcPct val="115000"/>
              </a:lnSpc>
            </a:pPr>
          </a:p>
        </p:txBody>
      </p:sp>
    </p:spTree>
  </p:cSld>
  <p:clrMapOvr>
    <a:masterClrMapping/>
  </p:clrMapOvr>
</p:notes>
</file>

<file path=ppt/notesSlides/notesSlide29.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a:xfrm>
            <a:off x="594360" y="594360"/>
            <a:ext cx="6583680" cy="3703320"/>
          </a:xfrm>
        </p:spPr>
      </p:sp>
      <p:sp>
        <p:nvSpPr>
          <p:cNvPr id="3" name="Notes Placeholder 2"/>
          <p:cNvSpPr>
            <a:spLocks noGrp="1"/>
          </p:cNvSpPr>
          <p:nvPr>
            <p:ph type="body" idx="1"/>
          </p:nvPr>
        </p:nvSpPr>
        <p:spPr>
          <a:xfrm>
            <a:off x="594360" y="4617720"/>
            <a:ext cx="6583680" cy="4480560"/>
          </a:xfrm>
        </p:spPr>
        <p:txBody>
          <a:bodyPr lIns="0" tIns="0" rIns="0" bIns="0" wrap="square" anchor="t"/>
          <a:lstStyle/>
          <a:p>
            <a:pPr>
              <a:buNone/>
              <a:defRPr sz="1200">
                <a:latin typeface="Arial"/>
                <a:ea typeface="Arial"/>
                <a:cs typeface="Arial"/>
              </a:defRPr>
              <a:lnSpc>
                <a:spcPct val="115000"/>
              </a:lnSpc>
            </a:pPr>
            <a:r>
              <a:rPr sz="1200">
                <a:latin typeface="Arial"/>
              </a:rPr>
              <a:t>The helper returns the new root of the subtree. It relies on min and deleteMin shown next. Source for the successor strategy: https://algs4.cs.princeton.edu/32bst/</a:t>
            </a:r>
          </a:p>
          <a:p>
            <a:pPr>
              <a:buNone/>
              <a:defRPr sz="1200">
                <a:latin typeface="Arial"/>
                <a:ea typeface="Arial"/>
                <a:cs typeface="Arial"/>
              </a:defRPr>
              <a:lnSpc>
                <a:spcPct val="115000"/>
              </a:lnSpc>
            </a:pPr>
            <a:r>
              <a:rPr sz="1200">
                <a:latin typeface="Arial"/>
              </a:rPr>
              <a:t/>
            </a:r>
          </a:p>
          <a:p>
            <a:pPr>
              <a:buNone/>
              <a:defRPr sz="1200">
                <a:latin typeface="Arial"/>
                <a:ea typeface="Arial"/>
                <a:cs typeface="Arial"/>
              </a:defRPr>
              <a:lnSpc>
                <a:spcPct val="115000"/>
              </a:lnSpc>
            </a:pPr>
            <a:r>
              <a:rPr sz="1200">
                <a:latin typeface="Arial"/>
              </a:rPr>
              <a:t>The actual helper is copied into BST.java. The public method decrements size exactly once. deleteMin only reconnects nodes and must not decrement size a second time.</a:t>
            </a:r>
          </a:p>
          <a:p>
            <a:pPr>
              <a:buNone/>
              <a:defRPr sz="1200">
                <a:latin typeface="Arial"/>
                <a:ea typeface="Arial"/>
                <a:cs typeface="Arial"/>
              </a:defRPr>
              <a:lnSpc>
                <a:spcPct val="115000"/>
              </a:lnSpc>
            </a:pPr>
            <a:r>
              <a:rPr sz="1200">
                <a:latin typeface="Arial"/>
              </a:rPr>
              <a:t>Local Java: BST.java, DeletionDemo.java.</a:t>
            </a:r>
          </a:p>
        </p:txBody>
      </p:sp>
      <p:sp>
        <p:nvSpPr>
          <p:cNvPr id="4" name="Slide Number Placeholder 3"/>
          <p:cNvSpPr>
            <a:spLocks noGrp="1"/>
          </p:cNvSpPr>
          <p:nvPr>
            <p:ph type="sldNum" idx="5"/>
          </p:nvPr>
        </p:nvSpPr>
        <p:spPr>
          <a:xfrm>
            <a:off x="6675120" y="9418320"/>
            <a:ext cx="502920" cy="274320"/>
          </a:xfrm>
        </p:spPr>
        <p:txBody>
          <a:bodyPr lIns="0" tIns="0" rIns="0" bIns="0" wrap="square" anchor="t"/>
          <a:lstStyle/>
          <a:p>
            <a:pPr>
              <a:lnSpc>
                <a:spcPct val="115000"/>
              </a:lnSpc>
            </a:pPr>
          </a:p>
        </p:txBody>
      </p:sp>
    </p:spTree>
  </p:cSld>
  <p:clrMapOvr>
    <a:masterClrMapping/>
  </p:clrMapOvr>
</p:notes>
</file>

<file path=ppt/notesSlides/notesSlide30.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a:xfrm>
            <a:off x="594360" y="594360"/>
            <a:ext cx="6583680" cy="3703320"/>
          </a:xfrm>
        </p:spPr>
      </p:sp>
      <p:sp>
        <p:nvSpPr>
          <p:cNvPr id="3" name="Notes Placeholder 2"/>
          <p:cNvSpPr>
            <a:spLocks noGrp="1"/>
          </p:cNvSpPr>
          <p:nvPr>
            <p:ph type="body" idx="1"/>
          </p:nvPr>
        </p:nvSpPr>
        <p:spPr>
          <a:xfrm>
            <a:off x="594360" y="4617720"/>
            <a:ext cx="6583680" cy="4480560"/>
          </a:xfrm>
        </p:spPr>
        <p:txBody>
          <a:bodyPr lIns="0" tIns="0" rIns="0" bIns="0" wrap="square" anchor="t"/>
          <a:lstStyle/>
          <a:p>
            <a:pPr>
              <a:buNone/>
              <a:defRPr sz="1200">
                <a:latin typeface="Arial"/>
                <a:ea typeface="Arial"/>
                <a:cs typeface="Arial"/>
              </a:defRPr>
              <a:lnSpc>
                <a:spcPct val="115000"/>
              </a:lnSpc>
            </a:pPr>
            <a:r>
              <a:rPr sz="1200">
                <a:latin typeface="Arial"/>
              </a:rPr>
              <a:t>Precondition for both helpers: the subtree is nonempty. The deletion code only calls them on the known nonempty right subtree.</a:t>
            </a:r>
            <a:endParaRPr/>
          </a:p>
          <a:p>
            <a:pPr>
              <a:buNone/>
              <a:defRPr sz="1200">
                <a:latin typeface="Arial"/>
                <a:ea typeface="Arial"/>
                <a:cs typeface="Arial"/>
              </a:defRPr>
              <a:lnSpc>
                <a:spcPct val="115000"/>
              </a:lnSpc>
            </a:pPr>
            <a:r>
              <a:rPr sz="1200">
                <a:latin typeface="Arial"/>
              </a:rPr>
              <a:t>Local Java: BST.java.</a:t>
            </a:r>
            <a:endParaRPr/>
          </a:p>
        </p:txBody>
      </p:sp>
      <p:sp>
        <p:nvSpPr>
          <p:cNvPr id="4" name="Slide Number Placeholder 3"/>
          <p:cNvSpPr>
            <a:spLocks noGrp="1"/>
          </p:cNvSpPr>
          <p:nvPr>
            <p:ph type="sldNum" idx="5"/>
          </p:nvPr>
        </p:nvSpPr>
        <p:spPr>
          <a:xfrm>
            <a:off x="6675120" y="9418320"/>
            <a:ext cx="502920" cy="274320"/>
          </a:xfrm>
        </p:spPr>
        <p:txBody>
          <a:bodyPr lIns="0" tIns="0" rIns="0" bIns="0" wrap="square" anchor="t"/>
          <a:lstStyle/>
          <a:p>
            <a:pPr>
              <a:lnSpc>
                <a:spcPct val="115000"/>
              </a:lnSpc>
            </a:pPr>
          </a:p>
        </p:txBody>
      </p:sp>
    </p:spTree>
  </p:cSld>
  <p:clrMapOvr>
    <a:masterClrMapping/>
  </p:clrMapOvr>
</p:notes>
</file>

<file path=ppt/notesSlides/notesSlide3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a:xfrm>
            <a:off x="594360" y="594360"/>
            <a:ext cx="6583680" cy="3703320"/>
          </a:xfrm>
        </p:spPr>
      </p:sp>
      <p:sp>
        <p:nvSpPr>
          <p:cNvPr id="3" name="Notes Placeholder 2"/>
          <p:cNvSpPr>
            <a:spLocks noGrp="1"/>
          </p:cNvSpPr>
          <p:nvPr>
            <p:ph type="body" idx="1"/>
          </p:nvPr>
        </p:nvSpPr>
        <p:spPr>
          <a:xfrm>
            <a:off x="594360" y="4617720"/>
            <a:ext cx="6583680" cy="4480560"/>
          </a:xfrm>
        </p:spPr>
        <p:txBody>
          <a:bodyPr lIns="0" tIns="0" rIns="0" bIns="0" wrap="square" anchor="t"/>
          <a:lstStyle/>
          <a:p>
            <a:pPr>
              <a:buNone/>
              <a:defRPr sz="1200">
                <a:latin typeface="Arial"/>
                <a:ea typeface="Arial"/>
                <a:cs typeface="Arial"/>
              </a:defRPr>
              <a:lnSpc>
                <a:spcPct val="115000"/>
              </a:lnSpc>
            </a:pPr>
            <a:r>
              <a:rPr sz="1200">
                <a:latin typeface="Arial"/>
              </a:rPr>
              <a:t>An absent key returns false without structural change. The complete class updates its modification counter only after a successful deletion.</a:t>
            </a:r>
            <a:endParaRPr/>
          </a:p>
          <a:p>
            <a:pPr>
              <a:buNone/>
              <a:defRPr sz="1200">
                <a:latin typeface="Arial"/>
                <a:ea typeface="Arial"/>
                <a:cs typeface="Arial"/>
              </a:defRPr>
              <a:lnSpc>
                <a:spcPct val="115000"/>
              </a:lnSpc>
            </a:pPr>
            <a:r>
              <a:rPr sz="1200">
                <a:latin typeface="Arial"/>
              </a:rPr>
              <a:t>Local Java: BST.java, DeletionDemo.java.</a:t>
            </a:r>
            <a:endParaRPr/>
          </a:p>
        </p:txBody>
      </p:sp>
      <p:sp>
        <p:nvSpPr>
          <p:cNvPr id="4" name="Slide Number Placeholder 3"/>
          <p:cNvSpPr>
            <a:spLocks noGrp="1"/>
          </p:cNvSpPr>
          <p:nvPr>
            <p:ph type="sldNum" idx="5"/>
          </p:nvPr>
        </p:nvSpPr>
        <p:spPr>
          <a:xfrm>
            <a:off x="6675120" y="9418320"/>
            <a:ext cx="502920" cy="274320"/>
          </a:xfrm>
        </p:spPr>
        <p:txBody>
          <a:bodyPr lIns="0" tIns="0" rIns="0" bIns="0" wrap="square" anchor="t"/>
          <a:lstStyle/>
          <a:p>
            <a:pPr>
              <a:lnSpc>
                <a:spcPct val="115000"/>
              </a:lnSpc>
            </a:pPr>
          </a:p>
        </p:txBody>
      </p:sp>
    </p:spTree>
  </p:cSld>
  <p:clrMapOvr>
    <a:masterClrMapping/>
  </p:clrMapOvr>
</p:notes>
</file>

<file path=ppt/notesSlides/notesSlide3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a:xfrm>
            <a:off x="594360" y="594360"/>
            <a:ext cx="6583680" cy="3703320"/>
          </a:xfrm>
        </p:spPr>
      </p:sp>
      <p:sp>
        <p:nvSpPr>
          <p:cNvPr id="3" name="Notes Placeholder 2"/>
          <p:cNvSpPr>
            <a:spLocks noGrp="1"/>
          </p:cNvSpPr>
          <p:nvPr>
            <p:ph type="body" idx="1"/>
          </p:nvPr>
        </p:nvSpPr>
        <p:spPr>
          <a:xfrm>
            <a:off x="594360" y="4617720"/>
            <a:ext cx="6583680" cy="4480560"/>
          </a:xfrm>
        </p:spPr>
        <p:txBody>
          <a:bodyPr lIns="0" tIns="0" rIns="0" bIns="0" wrap="square" anchor="t"/>
          <a:lstStyle/>
          <a:p>
            <a:pPr>
              <a:buNone/>
              <a:defRPr sz="1200">
                <a:latin typeface="Arial"/>
                <a:ea typeface="Arial"/>
                <a:cs typeface="Arial"/>
              </a:defRPr>
              <a:lnSpc>
                <a:spcPct val="115000"/>
              </a:lnSpc>
            </a:pPr>
            <a:r>
              <a:rPr sz="1200">
                <a:latin typeface="Arial"/>
              </a:rPr>
              <a:t>IteratorDemo demonstrates sorted iteration, exhaustion, and a structural-change exception. hasNext and next detect changes; remove is unsupported. The explicit stack avoids recursive traversal overflow.</a:t>
            </a:r>
            <a:endParaRPr/>
          </a:p>
          <a:p>
            <a:pPr>
              <a:buNone/>
              <a:defRPr sz="1200">
                <a:latin typeface="Arial"/>
                <a:ea typeface="Arial"/>
                <a:cs typeface="Arial"/>
              </a:defRPr>
              <a:lnSpc>
                <a:spcPct val="115000"/>
              </a:lnSpc>
            </a:pPr>
            <a:r>
              <a:rPr sz="1200">
                <a:latin typeface="Arial"/>
              </a:rPr>
              <a:t>Local Java: BST.java, IteratorDemo.java.</a:t>
            </a:r>
            <a:endParaRPr/>
          </a:p>
        </p:txBody>
      </p:sp>
      <p:sp>
        <p:nvSpPr>
          <p:cNvPr id="4" name="Slide Number Placeholder 3"/>
          <p:cNvSpPr>
            <a:spLocks noGrp="1"/>
          </p:cNvSpPr>
          <p:nvPr>
            <p:ph type="sldNum" idx="5"/>
          </p:nvPr>
        </p:nvSpPr>
        <p:spPr>
          <a:xfrm>
            <a:off x="6675120" y="9418320"/>
            <a:ext cx="502920" cy="274320"/>
          </a:xfrm>
        </p:spPr>
        <p:txBody>
          <a:bodyPr lIns="0" tIns="0" rIns="0" bIns="0" wrap="square" anchor="t"/>
          <a:lstStyle/>
          <a:p>
            <a:pPr>
              <a:lnSpc>
                <a:spcPct val="115000"/>
              </a:lnSpc>
            </a:pPr>
          </a:p>
        </p:txBody>
      </p:sp>
    </p:spTree>
  </p:cSld>
  <p:clrMapOvr>
    <a:masterClrMapping/>
  </p:clrMapOvr>
</p:notes>
</file>

<file path=ppt/notesSlides/notesSlide3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a:xfrm>
            <a:off x="594360" y="594360"/>
            <a:ext cx="6583680" cy="3703320"/>
          </a:xfrm>
        </p:spPr>
      </p:sp>
      <p:sp>
        <p:nvSpPr>
          <p:cNvPr id="3" name="Notes Placeholder 2"/>
          <p:cNvSpPr>
            <a:spLocks noGrp="1"/>
          </p:cNvSpPr>
          <p:nvPr>
            <p:ph type="body" idx="1"/>
          </p:nvPr>
        </p:nvSpPr>
        <p:spPr>
          <a:xfrm>
            <a:off x="594360" y="4617720"/>
            <a:ext cx="6583680" cy="4480560"/>
          </a:xfrm>
        </p:spPr>
        <p:txBody>
          <a:bodyPr lIns="0" tIns="0" rIns="0" bIns="0" wrap="square" anchor="t"/>
          <a:lstStyle/>
          <a:p>
            <a:pPr>
              <a:buNone/>
              <a:defRPr sz="1200">
                <a:latin typeface="Arial"/>
                <a:ea typeface="Arial"/>
                <a:cs typeface="Arial"/>
              </a:defRPr>
              <a:lnSpc>
                <a:spcPct val="115000"/>
              </a:lnSpc>
            </a:pPr>
            <a:r>
              <a:rPr sz="1200">
                <a:latin typeface="Arial"/>
              </a:rPr>
              <a:t>Source: https://algs4.cs.princeton.edu/32bst/ . Expected logarithmic height assumes a BST built from distinct keys inserted in random order. Arbitrary unbalanced update histories carry no logarithmic guarantee.</a:t>
            </a:r>
          </a:p>
          <a:p>
            <a:pPr>
              <a:buNone/>
              <a:defRPr sz="1200">
                <a:latin typeface="Arial"/>
                <a:ea typeface="Arial"/>
                <a:cs typeface="Arial"/>
              </a:defRPr>
              <a:lnSpc>
                <a:spcPct val="115000"/>
              </a:lnSpc>
            </a:pPr>
            <a:r>
              <a:rPr sz="1200">
                <a:latin typeface="Arial"/>
              </a:rPr>
              <a:t/>
            </a:r>
          </a:p>
          <a:p>
            <a:pPr>
              <a:buNone/>
              <a:defRPr sz="1200">
                <a:latin typeface="Arial"/>
                <a:ea typeface="Arial"/>
                <a:cs typeface="Arial"/>
              </a:defRPr>
              <a:lnSpc>
                <a:spcPct val="115000"/>
              </a:lnSpc>
            </a:pPr>
            <a:r>
              <a:rPr sz="1200">
                <a:latin typeface="Arial"/>
              </a:rPr>
              <a:t>A general unbalanced BST promises O(h+1), not O(log n). Sorted insertion makes a chain. A single shuffled example illustrates shape; it does not prove a worst-case bound.</a:t>
            </a:r>
          </a:p>
          <a:p>
            <a:pPr>
              <a:buNone/>
              <a:defRPr sz="1200">
                <a:latin typeface="Arial"/>
                <a:ea typeface="Arial"/>
                <a:cs typeface="Arial"/>
              </a:defRPr>
              <a:lnSpc>
                <a:spcPct val="115000"/>
              </a:lnSpc>
            </a:pPr>
            <a:r>
              <a:rPr sz="1200">
                <a:latin typeface="Arial"/>
              </a:rPr>
              <a:t>Local Java: HeightDemo.java.</a:t>
            </a:r>
          </a:p>
        </p:txBody>
      </p:sp>
      <p:sp>
        <p:nvSpPr>
          <p:cNvPr id="4" name="Slide Number Placeholder 3"/>
          <p:cNvSpPr>
            <a:spLocks noGrp="1"/>
          </p:cNvSpPr>
          <p:nvPr>
            <p:ph type="sldNum" idx="5"/>
          </p:nvPr>
        </p:nvSpPr>
        <p:spPr>
          <a:xfrm>
            <a:off x="6675120" y="9418320"/>
            <a:ext cx="502920" cy="274320"/>
          </a:xfrm>
        </p:spPr>
        <p:txBody>
          <a:bodyPr lIns="0" tIns="0" rIns="0" bIns="0" wrap="square" anchor="t"/>
          <a:lstStyle/>
          <a:p>
            <a:pPr>
              <a:lnSpc>
                <a:spcPct val="115000"/>
              </a:lnSpc>
            </a:pPr>
          </a:p>
        </p:txBody>
      </p:sp>
    </p:spTree>
  </p:cSld>
  <p:clrMapOvr>
    <a:masterClrMapping/>
  </p:clrMapOvr>
</p:notes>
</file>

<file path=ppt/notesSlides/notesSlide3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a:xfrm>
            <a:off x="594360" y="594360"/>
            <a:ext cx="6583680" cy="3703320"/>
          </a:xfrm>
        </p:spPr>
      </p:sp>
      <p:sp>
        <p:nvSpPr>
          <p:cNvPr id="3" name="Notes Placeholder 2"/>
          <p:cNvSpPr>
            <a:spLocks noGrp="1"/>
          </p:cNvSpPr>
          <p:nvPr>
            <p:ph type="body" idx="1"/>
          </p:nvPr>
        </p:nvSpPr>
        <p:spPr>
          <a:xfrm>
            <a:off x="594360" y="4617720"/>
            <a:ext cx="6583680" cy="4480560"/>
          </a:xfrm>
        </p:spPr>
        <p:txBody>
          <a:bodyPr lIns="0" tIns="0" rIns="0" bIns="0" wrap="square" anchor="t"/>
          <a:lstStyle/>
          <a:p>
            <a:pPr>
              <a:lnSpc>
                <a:spcPct val="115000"/>
              </a:lnSpc>
            </a:pPr>
            <a:r>
              <a:rPr sz="1200">
                <a:latin typeface="Arial"/>
              </a:rPr>
              <a:t>Every node is visited once by a full traversal, giving O(n) time. Recursive depth-first traversal uses O(h+1) stack space. The lazy inorder iterator uses an explicit stack.</a:t>
            </a:r>
            <a:endParaRPr/>
          </a:p>
          <a:p>
            <a:pPr>
              <a:lnSpc>
                <a:spcPct val="115000"/>
              </a:lnSpc>
            </a:pPr>
            <a:r>
              <a:rPr sz="1200">
                <a:latin typeface="Arial"/>
              </a:rPr>
              <a:t>Local Java: TraversalDemo.java.</a:t>
            </a:r>
            <a:endParaRPr/>
          </a:p>
        </p:txBody>
      </p:sp>
      <p:sp>
        <p:nvSpPr>
          <p:cNvPr id="4" name="Slide Number Placeholder 3"/>
          <p:cNvSpPr>
            <a:spLocks noGrp="1"/>
          </p:cNvSpPr>
          <p:nvPr>
            <p:ph type="sldNum" idx="5"/>
          </p:nvPr>
        </p:nvSpPr>
        <p:spPr>
          <a:xfrm>
            <a:off x="6675120" y="9418320"/>
            <a:ext cx="502920" cy="274320"/>
          </a:xfrm>
        </p:spPr>
        <p:txBody>
          <a:bodyPr lIns="0" tIns="0" rIns="0" bIns="0" wrap="square" anchor="t"/>
          <a:lstStyle/>
          <a:p>
            <a:pPr>
              <a:lnSpc>
                <a:spcPct val="115000"/>
              </a:lnSpc>
            </a:pPr>
          </a:p>
        </p:txBody>
      </p:sp>
    </p:spTree>
  </p:cSld>
  <p:clrMapOvr>
    <a:masterClrMapping/>
  </p:clrMapOvr>
</p:notes>
</file>

<file path=ppt/notesSlides/notesSlide35.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a:xfrm>
            <a:off x="594360" y="594360"/>
            <a:ext cx="6583680" cy="3703320"/>
          </a:xfrm>
        </p:spPr>
      </p:sp>
      <p:sp>
        <p:nvSpPr>
          <p:cNvPr id="3" name="Notes Placeholder 2"/>
          <p:cNvSpPr>
            <a:spLocks noGrp="1"/>
          </p:cNvSpPr>
          <p:nvPr>
            <p:ph type="body" idx="1"/>
          </p:nvPr>
        </p:nvSpPr>
        <p:spPr>
          <a:xfrm>
            <a:off x="594360" y="4617720"/>
            <a:ext cx="6583680" cy="4480560"/>
          </a:xfrm>
        </p:spPr>
        <p:txBody>
          <a:bodyPr lIns="0" tIns="0" rIns="0" bIns="0" wrap="square" anchor="t"/>
          <a:lstStyle/>
          <a:p>
            <a:pPr>
              <a:buNone/>
              <a:lnSpc>
                <a:spcPct val="115000"/>
              </a:lnSpc>
            </a:pPr>
            <a:r>
              <a:rPr sz="1200">
                <a:latin typeface="Arial"/>
              </a:rPr>
              <a:t>This lesson counts height in edges. The seven-node chain has height 6 and seven levels; a full root-to-leaf search visits 7 nodes. Count one compareTo call per visited node. A two-pass public delete may perform two searches, but remains O(h+1). The historical diagram is retained from the supplied Pearson slide.</a:t>
            </a:r>
            <a:endParaRPr>
              <a:latin typeface="Times"/>
              <a:ea typeface="Times"/>
              <a:cs typeface="Times"/>
            </a:endParaRPr>
          </a:p>
          <a:p>
            <a:pPr>
              <a:buNone/>
              <a:lnSpc>
                <a:spcPct val="115000"/>
              </a:lnSpc>
            </a:pPr>
            <a:r>
              <a:rPr sz="1200">
                <a:latin typeface="Arial"/>
              </a:rPr>
              <a:t>Local Java: HeightDemo.java.</a:t>
            </a:r>
            <a:endParaRPr>
              <a:latin typeface="Times"/>
              <a:ea typeface="Times"/>
              <a:cs typeface="Times"/>
            </a:endParaRPr>
          </a:p>
        </p:txBody>
      </p:sp>
      <p:sp>
        <p:nvSpPr>
          <p:cNvPr id="4" name="Slide Number Placeholder 3"/>
          <p:cNvSpPr>
            <a:spLocks noGrp="1"/>
          </p:cNvSpPr>
          <p:nvPr>
            <p:ph type="sldNum" idx="5"/>
          </p:nvPr>
        </p:nvSpPr>
        <p:spPr>
          <a:xfrm>
            <a:off x="6675120" y="9418320"/>
            <a:ext cx="502920" cy="274320"/>
          </a:xfrm>
        </p:spPr>
        <p:txBody>
          <a:bodyPr lIns="0" tIns="0" rIns="0" bIns="0" wrap="square" anchor="t"/>
          <a:lstStyle/>
          <a:p>
            <a:pPr>
              <a:lnSpc>
                <a:spcPct val="115000"/>
              </a:lnSpc>
            </a:pPr>
          </a:p>
        </p:txBody>
      </p:sp>
    </p:spTree>
  </p:cSld>
  <p:clrMapOvr>
    <a:masterClrMapping/>
  </p:clrMapOvr>
</p:notes>
</file>

<file path=ppt/notesSlides/notesSlide36.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a:xfrm>
            <a:off x="594360" y="594360"/>
            <a:ext cx="6583680" cy="3703320"/>
          </a:xfrm>
        </p:spPr>
      </p:sp>
      <p:sp>
        <p:nvSpPr>
          <p:cNvPr id="3" name="Notes Placeholder 2"/>
          <p:cNvSpPr>
            <a:spLocks noGrp="1"/>
          </p:cNvSpPr>
          <p:nvPr>
            <p:ph type="body" idx="1"/>
          </p:nvPr>
        </p:nvSpPr>
        <p:spPr>
          <a:xfrm>
            <a:off x="594360" y="4617720"/>
            <a:ext cx="6583680" cy="4480560"/>
          </a:xfrm>
        </p:spPr>
        <p:txBody>
          <a:bodyPr lIns="0" tIns="0" rIns="0" bIns="0" wrap="square" anchor="t"/>
          <a:lstStyle/>
          <a:p>
            <a:pPr>
              <a:buNone/>
              <a:defRPr sz="1200">
                <a:latin typeface="Arial"/>
                <a:ea typeface="Arial"/>
                <a:cs typeface="Arial"/>
              </a:defRPr>
              <a:lnSpc>
                <a:spcPct val="115000"/>
              </a:lnSpc>
            </a:pPr>
            <a:r>
              <a:rPr sz="1200">
                <a:latin typeface="Arial"/>
              </a:rPr>
              <a:t>For n &gt;= 1, minimum height is ceil(log2(n+1)) - 1 and maximum height is n - 1. Maximum nodes for height h&gt;=0 is 2^(h+1)-1. These differ by one from formulas that count levels.</a:t>
            </a:r>
          </a:p>
          <a:p>
            <a:pPr>
              <a:buNone/>
              <a:defRPr sz="1200">
                <a:latin typeface="Arial"/>
                <a:ea typeface="Arial"/>
                <a:cs typeface="Arial"/>
              </a:defRPr>
              <a:lnSpc>
                <a:spcPct val="115000"/>
              </a:lnSpc>
            </a:pPr>
            <a:r>
              <a:rPr sz="1200">
                <a:latin typeface="Arial"/>
              </a:rPr>
              <a:t/>
            </a:r>
          </a:p>
          <a:p>
            <a:pPr>
              <a:buNone/>
              <a:defRPr sz="1200">
                <a:latin typeface="Arial"/>
                <a:ea typeface="Arial"/>
                <a:cs typeface="Arial"/>
              </a:defRPr>
              <a:lnSpc>
                <a:spcPct val="115000"/>
              </a:lnSpc>
            </a:pPr>
            <a:r>
              <a:rPr sz="1200">
                <a:latin typeface="Arial"/>
              </a:rPr>
              <a:t>For n&gt;=1, minimum height is ceil(log2(n+1))-1 and maximum n-1. For a height h tree the maximum nodes are 2^(h+1)-1. Ask students to verify n=1 and n=7.</a:t>
            </a:r>
          </a:p>
          <a:p>
            <a:pPr>
              <a:buNone/>
              <a:defRPr sz="1200">
                <a:latin typeface="Arial"/>
                <a:ea typeface="Arial"/>
                <a:cs typeface="Arial"/>
              </a:defRPr>
              <a:lnSpc>
                <a:spcPct val="115000"/>
              </a:lnSpc>
            </a:pPr>
            <a:r>
              <a:rPr sz="1200">
                <a:latin typeface="Arial"/>
              </a:rPr>
              <a:t>Local Java: HeightDemo.java.</a:t>
            </a:r>
          </a:p>
        </p:txBody>
      </p:sp>
      <p:sp>
        <p:nvSpPr>
          <p:cNvPr id="4" name="Slide Number Placeholder 3"/>
          <p:cNvSpPr>
            <a:spLocks noGrp="1"/>
          </p:cNvSpPr>
          <p:nvPr>
            <p:ph type="sldNum" idx="5"/>
          </p:nvPr>
        </p:nvSpPr>
        <p:spPr>
          <a:xfrm>
            <a:off x="6675120" y="9418320"/>
            <a:ext cx="502920" cy="274320"/>
          </a:xfrm>
        </p:spPr>
        <p:txBody>
          <a:bodyPr lIns="0" tIns="0" rIns="0" bIns="0" wrap="square" anchor="t"/>
          <a:lstStyle/>
          <a:p>
            <a:pPr>
              <a:lnSpc>
                <a:spcPct val="115000"/>
              </a:lnSpc>
            </a:pPr>
          </a:p>
        </p:txBody>
      </p:sp>
    </p:spTree>
  </p:cSld>
  <p:clrMapOvr>
    <a:masterClrMapping/>
  </p:clrMapOvr>
</p:notes>
</file>

<file path=ppt/notesSlides/notesSlide37.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a:xfrm>
            <a:off x="594360" y="594360"/>
            <a:ext cx="6583680" cy="3703320"/>
          </a:xfrm>
        </p:spPr>
      </p:sp>
      <p:sp>
        <p:nvSpPr>
          <p:cNvPr id="3" name="Notes Placeholder 2"/>
          <p:cNvSpPr>
            <a:spLocks noGrp="1"/>
          </p:cNvSpPr>
          <p:nvPr>
            <p:ph type="body" idx="1"/>
          </p:nvPr>
        </p:nvSpPr>
        <p:spPr>
          <a:xfrm>
            <a:off x="594360" y="4617720"/>
            <a:ext cx="6583680" cy="4480560"/>
          </a:xfrm>
        </p:spPr>
        <p:txBody>
          <a:bodyPr lIns="0" tIns="0" rIns="0" bIns="0" wrap="square" anchor="t"/>
          <a:lstStyle/>
          <a:p>
            <a:pPr>
              <a:buNone/>
              <a:defRPr sz="1200">
                <a:latin typeface="Arial"/>
                <a:ea typeface="Arial"/>
                <a:cs typeface="Arial"/>
              </a:defRPr>
              <a:lnSpc>
                <a:spcPct val="115000"/>
              </a:lnSpc>
            </a:pPr>
            <a:r>
              <a:rPr sz="1200">
                <a:latin typeface="Arial"/>
              </a:rPr>
              <a:t>A set-style BST rejects duplicate keys. To preserve duplicates for sorting, store counts at nodes or buckets of equal-key records. Expected O(n log n) assumes distinct keys inserted in random order. Source: https://algs4.cs.princeton.edu/32bst/</a:t>
            </a:r>
          </a:p>
          <a:p>
            <a:pPr>
              <a:buNone/>
              <a:defRPr sz="1200">
                <a:latin typeface="Arial"/>
                <a:ea typeface="Arial"/>
                <a:cs typeface="Arial"/>
              </a:defRPr>
              <a:lnSpc>
                <a:spcPct val="115000"/>
              </a:lnSpc>
            </a:pPr>
            <a:r>
              <a:rPr sz="1200">
                <a:latin typeface="Arial"/>
              </a:rPr>
              <a:t/>
            </a:r>
          </a:p>
          <a:p>
            <a:pPr>
              <a:buNone/>
              <a:defRPr sz="1200">
                <a:latin typeface="Arial"/>
                <a:ea typeface="Arial"/>
                <a:cs typeface="Arial"/>
              </a:defRPr>
              <a:lnSpc>
                <a:spcPct val="115000"/>
              </a:lnSpc>
            </a:pPr>
            <a:r>
              <a:rPr sz="1200">
                <a:latin typeface="Arial"/>
              </a:rPr>
              <a:t>TreeSort stores a count at each node to retain repeated values, unlike the set-style BST. It copies input into a new sorted array. Repeated equal keys do not increase the number of nodes. Random-order expected bounds require appropriate assumptions; sorted distinct input still gives quadratic work.</a:t>
            </a:r>
          </a:p>
          <a:p>
            <a:pPr>
              <a:buNone/>
              <a:defRPr sz="1200">
                <a:latin typeface="Arial"/>
                <a:ea typeface="Arial"/>
                <a:cs typeface="Arial"/>
              </a:defRPr>
              <a:lnSpc>
                <a:spcPct val="115000"/>
              </a:lnSpc>
            </a:pPr>
            <a:r>
              <a:rPr sz="1200">
                <a:latin typeface="Arial"/>
              </a:rPr>
              <a:t>Local Java: TreeSort.java.</a:t>
            </a:r>
          </a:p>
        </p:txBody>
      </p:sp>
      <p:sp>
        <p:nvSpPr>
          <p:cNvPr id="4" name="Slide Number Placeholder 3"/>
          <p:cNvSpPr>
            <a:spLocks noGrp="1"/>
          </p:cNvSpPr>
          <p:nvPr>
            <p:ph type="sldNum" idx="5"/>
          </p:nvPr>
        </p:nvSpPr>
        <p:spPr>
          <a:xfrm>
            <a:off x="6675120" y="9418320"/>
            <a:ext cx="502920" cy="274320"/>
          </a:xfrm>
        </p:spPr>
        <p:txBody>
          <a:bodyPr lIns="0" tIns="0" rIns="0" bIns="0" wrap="square" anchor="t"/>
          <a:lstStyle/>
          <a:p>
            <a:pPr>
              <a:lnSpc>
                <a:spcPct val="115000"/>
              </a:lnSpc>
            </a:pPr>
          </a:p>
        </p:txBody>
      </p:sp>
    </p:spTree>
  </p:cSld>
  <p:clrMapOvr>
    <a:masterClrMapping/>
  </p:clrMapOvr>
</p:notes>
</file>

<file path=ppt/notesSlides/notesSlide38.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a:xfrm>
            <a:off x="594360" y="594360"/>
            <a:ext cx="6583680" cy="3703320"/>
          </a:xfrm>
        </p:spPr>
      </p:sp>
      <p:sp>
        <p:nvSpPr>
          <p:cNvPr id="3" name="Notes Placeholder 2"/>
          <p:cNvSpPr>
            <a:spLocks noGrp="1"/>
          </p:cNvSpPr>
          <p:nvPr>
            <p:ph type="body" idx="1"/>
          </p:nvPr>
        </p:nvSpPr>
        <p:spPr>
          <a:xfrm>
            <a:off x="594360" y="4617720"/>
            <a:ext cx="6583680" cy="4480560"/>
          </a:xfrm>
        </p:spPr>
        <p:txBody>
          <a:bodyPr lIns="0" tIns="0" rIns="0" bIns="0" wrap="square" anchor="t"/>
          <a:lstStyle/>
          <a:p>
            <a:pPr>
              <a:buNone/>
              <a:defRPr sz="1200">
                <a:latin typeface="Arial"/>
                <a:ea typeface="Arial"/>
                <a:cs typeface="Arial"/>
              </a:defRPr>
              <a:lnSpc>
                <a:spcPct val="115000"/>
              </a:lnSpc>
            </a:pPr>
            <a:r>
              <a:rPr sz="1200">
                <a:latin typeface="Arial"/>
              </a:rPr>
              <a:t>Allow students time before revealing the next slide. A level count is h+1 for nonempty trees.</a:t>
            </a:r>
          </a:p>
          <a:p>
            <a:pPr>
              <a:buNone/>
              <a:defRPr sz="1200">
                <a:latin typeface="Arial"/>
                <a:ea typeface="Arial"/>
                <a:cs typeface="Arial"/>
              </a:defRPr>
              <a:lnSpc>
                <a:spcPct val="115000"/>
              </a:lnSpc>
            </a:pPr>
            <a:r>
              <a:rPr sz="1200">
                <a:latin typeface="Arial"/>
              </a:rPr>
              <a:t/>
            </a:r>
          </a:p>
          <a:p>
            <a:pPr>
              <a:buNone/>
              <a:defRPr sz="1200">
                <a:latin typeface="Arial"/>
                <a:ea typeface="Arial"/>
                <a:cs typeface="Arial"/>
              </a:defRPr>
              <a:lnSpc>
                <a:spcPct val="115000"/>
              </a:lnSpc>
            </a:pPr>
            <a:r>
              <a:rPr sz="1200">
                <a:latin typeface="Arial"/>
              </a:rPr>
              <a:t>Allow students to answer before the next slide. All questions use levels, equal to height+1 for a nonempty tree.</a:t>
            </a:r>
          </a:p>
        </p:txBody>
      </p:sp>
      <p:sp>
        <p:nvSpPr>
          <p:cNvPr id="4" name="Slide Number Placeholder 3"/>
          <p:cNvSpPr>
            <a:spLocks noGrp="1"/>
          </p:cNvSpPr>
          <p:nvPr>
            <p:ph type="sldNum" idx="5"/>
          </p:nvPr>
        </p:nvSpPr>
        <p:spPr>
          <a:xfrm>
            <a:off x="6675120" y="9418320"/>
            <a:ext cx="502920" cy="274320"/>
          </a:xfrm>
        </p:spPr>
        <p:txBody>
          <a:bodyPr lIns="0" tIns="0" rIns="0" bIns="0" wrap="square" anchor="t"/>
          <a:lstStyle/>
          <a:p>
            <a:pPr>
              <a:lnSpc>
                <a:spcPct val="115000"/>
              </a:lnSpc>
            </a:pPr>
          </a:p>
        </p:txBody>
      </p:sp>
    </p:spTree>
  </p:cSld>
  <p:clrMapOvr>
    <a:masterClrMapping/>
  </p:clrMapOvr>
</p:notes>
</file>

<file path=ppt/notesSlides/notesSlide39.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a:xfrm>
            <a:off x="594360" y="594360"/>
            <a:ext cx="6583680" cy="3703320"/>
          </a:xfrm>
        </p:spPr>
      </p:sp>
      <p:sp>
        <p:nvSpPr>
          <p:cNvPr id="3" name="Notes Placeholder 2"/>
          <p:cNvSpPr>
            <a:spLocks noGrp="1"/>
          </p:cNvSpPr>
          <p:nvPr>
            <p:ph type="body" idx="1"/>
          </p:nvPr>
        </p:nvSpPr>
        <p:spPr>
          <a:xfrm>
            <a:off x="594360" y="4617720"/>
            <a:ext cx="6583680" cy="4480560"/>
          </a:xfrm>
        </p:spPr>
        <p:txBody>
          <a:bodyPr lIns="0" tIns="0" rIns="0" bIns="0" wrap="square" anchor="t"/>
          <a:lstStyle/>
          <a:p>
            <a:pPr>
              <a:buNone/>
              <a:defRPr sz="1200">
                <a:latin typeface="Arial"/>
                <a:ea typeface="Arial"/>
                <a:cs typeface="Arial"/>
              </a:defRPr>
              <a:lnSpc>
                <a:spcPct val="115000"/>
              </a:lnSpc>
            </a:pPr>
            <a:r>
              <a:rPr sz="1200">
                <a:latin typeface="Arial"/>
              </a:rPr>
              <a:t>Check the off-by-one conversions: 8 levels means height 7. A chain with 2011 nodes has 2011 levels and height 2010.</a:t>
            </a:r>
            <a:endParaRPr/>
          </a:p>
        </p:txBody>
      </p:sp>
      <p:sp>
        <p:nvSpPr>
          <p:cNvPr id="4" name="Slide Number Placeholder 3"/>
          <p:cNvSpPr>
            <a:spLocks noGrp="1"/>
          </p:cNvSpPr>
          <p:nvPr>
            <p:ph type="sldNum" idx="5"/>
          </p:nvPr>
        </p:nvSpPr>
        <p:spPr>
          <a:xfrm>
            <a:off x="6675120" y="9418320"/>
            <a:ext cx="502920" cy="274320"/>
          </a:xfrm>
        </p:spPr>
        <p:txBody>
          <a:bodyPr lIns="0" tIns="0" rIns="0" bIns="0" wrap="square" anchor="t"/>
          <a:lstStyle/>
          <a:p>
            <a:pPr>
              <a:lnSpc>
                <a:spcPct val="115000"/>
              </a:lnSpc>
            </a:pPr>
          </a:p>
        </p:txBody>
      </p:sp>
    </p:spTree>
  </p:cSld>
  <p:clrMapOvr>
    <a:masterClrMapping/>
  </p:clrMapOvr>
</p:notes>
</file>

<file path=ppt/notesSlides/notesSlide40.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a:xfrm>
            <a:off x="594360" y="594360"/>
            <a:ext cx="6583680" cy="3703320"/>
          </a:xfrm>
        </p:spPr>
      </p:sp>
      <p:sp>
        <p:nvSpPr>
          <p:cNvPr id="3" name="Notes Placeholder 2"/>
          <p:cNvSpPr>
            <a:spLocks noGrp="1"/>
          </p:cNvSpPr>
          <p:nvPr>
            <p:ph type="body" idx="1"/>
          </p:nvPr>
        </p:nvSpPr>
        <p:spPr>
          <a:xfrm>
            <a:off x="594360" y="4617720"/>
            <a:ext cx="6583680" cy="4480560"/>
          </a:xfrm>
        </p:spPr>
        <p:txBody>
          <a:bodyPr lIns="0" tIns="0" rIns="0" bIns="0" wrap="square" anchor="t"/>
          <a:lstStyle/>
          <a:p>
            <a:pPr>
              <a:buNone/>
              <a:defRPr sz="1200">
                <a:latin typeface="Arial"/>
                <a:ea typeface="Arial"/>
                <a:cs typeface="Arial"/>
              </a:defRPr>
              <a:lnSpc>
                <a:spcPct val="115000"/>
              </a:lnSpc>
            </a:pPr>
            <a:r>
              <a:rPr sz="1200">
                <a:latin typeface="Arial"/>
              </a:rPr>
              <a:t>The complete files include the explicit-stack iterator, queue-based height, bounds validator, and fixed-seed shape comparison. Quiz: why can a key mutation invalidate ordering without changing any links?</a:t>
            </a:r>
            <a:endParaRPr/>
          </a:p>
          <a:p>
            <a:pPr>
              <a:buNone/>
              <a:defRPr sz="1200">
                <a:latin typeface="Arial"/>
                <a:ea typeface="Arial"/>
                <a:cs typeface="Arial"/>
              </a:defRPr>
              <a:lnSpc>
                <a:spcPct val="115000"/>
              </a:lnSpc>
            </a:pPr>
            <a:r>
              <a:rPr sz="1200">
                <a:latin typeface="Arial"/>
              </a:rPr>
              <a:t>Local Java: BSTPractice.java, HeightDemo.java, IteratorDemo.java.</a:t>
            </a:r>
            <a:endParaRPr/>
          </a:p>
        </p:txBody>
      </p:sp>
      <p:sp>
        <p:nvSpPr>
          <p:cNvPr id="4" name="Slide Number Placeholder 3"/>
          <p:cNvSpPr>
            <a:spLocks noGrp="1"/>
          </p:cNvSpPr>
          <p:nvPr>
            <p:ph type="sldNum" idx="5"/>
          </p:nvPr>
        </p:nvSpPr>
        <p:spPr>
          <a:xfrm>
            <a:off x="6675120" y="9418320"/>
            <a:ext cx="502920" cy="274320"/>
          </a:xfrm>
        </p:spPr>
        <p:txBody>
          <a:bodyPr lIns="0" tIns="0" rIns="0" bIns="0" wrap="square" anchor="t"/>
          <a:lstStyle/>
          <a:p>
            <a:pPr>
              <a:lnSpc>
                <a:spcPct val="115000"/>
              </a:lnSpc>
            </a:pPr>
          </a:p>
        </p:txBody>
      </p:sp>
    </p:spTree>
  </p:cSld>
  <p:clrMapOvr>
    <a:masterClrMapping/>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05a466fd48564323"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043b24b73d2c4bec"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48d8fb611d6d441d"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ce713451321e4b27"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536b4404e0ef4b4d"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5eb271890f0d4e8a" /></Relationships>
</file>

<file path=ppt/slideLayouts/_rels/slideLayout7.xml.rels>&#65279;<?xml version="1.0" encoding="utf-8"?><Relationships xmlns="http://schemas.openxmlformats.org/package/2006/relationships"><Relationship Type="http://schemas.openxmlformats.org/officeDocument/2006/relationships/slideMaster" Target="/ppt/slideMasters/slideMaster1.xml" Id="R6bcbcb52f8af429b" /></Relationships>
</file>

<file path=ppt/slideLayouts/_rels/slideLayout8.xml.rels>&#65279;<?xml version="1.0" encoding="utf-8"?><Relationships xmlns="http://schemas.openxmlformats.org/package/2006/relationships"><Relationship Type="http://schemas.openxmlformats.org/officeDocument/2006/relationships/slideMaster" Target="/ppt/slideMasters/slideMaster1.xml" Id="R876f77d36a374ab5"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2BC23B9B-5C78-4CC5-A085-D7820C9B500D}"/>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a:endParaRPr/>
          </a:p>
        </p:txBody>
      </p:sp>
      <p:sp>
        <p:nvSpPr>
          <p:cNvPr id="2" name="Subtitle">
            <a:extLst xmlns:a="http://schemas.openxmlformats.org/drawingml/2006/main">
              <a:ext uri="{FF2B5EF4-FFF2-40B4-BE49-F238E27FC236}">
                <a16:creationId xmlns:a16="http://schemas.microsoft.com/office/drawing/2014/main" id="{7A8766C3-C76A-43A1-A823-7F5D96D92CA9}"/>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a:endParaRPr/>
          </a:p>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263B7AA0-15C0-4340-BE6E-A6EACDE76C2C}"/>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a:endParaRPr/>
          </a:p>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0328D08F-85A1-4DE8-A038-D892AD9AE256}"/>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a:endParaRPr/>
          </a:p>
        </p:txBody>
      </p:sp>
      <p:sp>
        <p:nvSpPr>
          <p:cNvPr id="2" name="Body">
            <a:extLst xmlns:a="http://schemas.openxmlformats.org/drawingml/2006/main">
              <a:ext uri="{FF2B5EF4-FFF2-40B4-BE49-F238E27FC236}">
                <a16:creationId xmlns:a16="http://schemas.microsoft.com/office/drawing/2014/main" id="{EABFFA44-0EBA-4F0F-BCB8-AF16FAF94741}"/>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a:endParaRPr/>
          </a:p>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5685D53E-ED6A-4285-A507-600D21ED4FAB}"/>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a:endParaRPr/>
          </a:p>
        </p:txBody>
      </p:sp>
      <p:sp>
        <p:nvSpPr>
          <p:cNvPr id="2" name="Left column">
            <a:extLst xmlns:a="http://schemas.openxmlformats.org/drawingml/2006/main">
              <a:ext uri="{FF2B5EF4-FFF2-40B4-BE49-F238E27FC236}">
                <a16:creationId xmlns:a16="http://schemas.microsoft.com/office/drawing/2014/main" id="{307E0C0B-7D76-478C-9643-0E24AAE4D28E}"/>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a:endParaRPr/>
          </a:p>
        </p:txBody>
      </p:sp>
      <p:sp>
        <p:nvSpPr>
          <p:cNvPr id="3" name="Right column">
            <a:extLst xmlns:a="http://schemas.openxmlformats.org/drawingml/2006/main">
              <a:ext uri="{FF2B5EF4-FFF2-40B4-BE49-F238E27FC236}">
                <a16:creationId xmlns:a16="http://schemas.microsoft.com/office/drawing/2014/main" id="{4C1445C2-6470-4DC5-8AC2-34C8D67F8409}"/>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a:endParaRPr/>
          </a:p>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E4CAAC12-104D-4166-938D-E3CE9D445A40}"/>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a:endParaRPr/>
          </a:p>
        </p:txBody>
      </p:sp>
      <p:sp>
        <p:nvSpPr>
          <p:cNvPr id="2" name="Left column">
            <a:extLst xmlns:a="http://schemas.openxmlformats.org/drawingml/2006/main">
              <a:ext uri="{FF2B5EF4-FFF2-40B4-BE49-F238E27FC236}">
                <a16:creationId xmlns:a16="http://schemas.microsoft.com/office/drawing/2014/main" id="{BE39BC41-7410-49C1-9413-F6095B22E2FD}"/>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a:endParaRPr/>
          </a:p>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Layouts/slideLayout7.xml><?xml version="1.0" encoding="utf-8"?>
<p:sldLayout xmlns:p="http://schemas.openxmlformats.org/presentationml/2006/main" showMasterSp="0" type="obj">
  <p:cSld name="Title and Content">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BC1C0B2E-C761-4B41-BE0C-1DF44431EBC5}"/>
              </a:ext>
            </a:extLst>
          </p:cNvPr>
          <p:cNvSpPr>
            <a:spLocks xmlns:a="http://schemas.openxmlformats.org/drawingml/2006/main" noGrp="1"/>
          </p:cNvSpPr>
          <p:nvPr>
            <p:ph type="title" idx="0"/>
          </p:nvPr>
        </p:nvSpPr>
        <p:spPr/>
        <p:txBody>
          <a:bodyPr xmlns:a="http://schemas.openxmlformats.org/drawingml/2006/main"/>
          <a:lstStyle xmlns:a="http://schemas.openxmlformats.org/drawingml/2006/main"/>
          <a:p xmlns:a="http://schemas.openxmlformats.org/drawingml/2006/main">
            <a:r>
              <a:t>Click to edit Master title style</a:t>
            </a:r>
          </a:p>
        </p:txBody>
      </p:sp>
      <p:sp>
        <p:nvSpPr>
          <p:cNvPr id="3" name="Content Placeholder 2">
            <a:extLst xmlns:a="http://schemas.openxmlformats.org/drawingml/2006/main">
              <a:ext uri="{FF2B5EF4-FFF2-40B4-BE49-F238E27FC236}">
                <a16:creationId xmlns:a16="http://schemas.microsoft.com/office/drawing/2014/main" id="{6047B8C9-C36A-406A-B1A4-B8C2F2FAB736}"/>
              </a:ext>
            </a:extLst>
          </p:cNvPr>
          <p:cNvSpPr>
            <a:spLocks xmlns:a="http://schemas.openxmlformats.org/drawingml/2006/main" noGrp="1"/>
          </p:cNvSpPr>
          <p:nvPr>
            <p:ph idx="1"/>
          </p:nvPr>
        </p:nvSpPr>
        <p:spPr/>
        <p:txBody>
          <a:bodyPr xmlns:a="http://schemas.openxmlformats.org/drawingml/2006/main"/>
          <a:lstStyle xmlns:a="http://schemas.openxmlformats.org/drawingml/2006/main"/>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4" name="Rectangle 32">
            <a:extLst xmlns:a="http://schemas.openxmlformats.org/drawingml/2006/main">
              <a:ext uri="{FF2B5EF4-FFF2-40B4-BE49-F238E27FC236}">
                <a16:creationId xmlns:a16="http://schemas.microsoft.com/office/drawing/2014/main" id="{8237A815-C2E4-4C17-96C7-5952328D86FC}"/>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lvl1pPr>
              <a:buNone/>
              <a:defRPr/>
            </a:lvl1pPr>
          </a:lstStyle>
          <a:p xmlns:a="http://schemas.openxmlformats.org/drawingml/2006/main">
            <a:pPr>
              <a:buNone/>
            </a:pPr>
            <a:endParaRPr/>
          </a:p>
        </p:txBody>
      </p:sp>
      <p:sp>
        <p:nvSpPr>
          <p:cNvPr id="5" name="Rectangle 34">
            <a:extLst xmlns:a="http://schemas.openxmlformats.org/drawingml/2006/main">
              <a:ext uri="{FF2B5EF4-FFF2-40B4-BE49-F238E27FC236}">
                <a16:creationId xmlns:a16="http://schemas.microsoft.com/office/drawing/2014/main" id="{EDF37F86-8313-486F-B563-896E73A7CEC1}"/>
              </a:ext>
            </a:extLst>
          </p:cNvPr>
          <p:cNvSpPr>
            <a:spLocks xmlns:a="http://schemas.openxmlformats.org/drawingml/2006/main" noGrp="1"/>
          </p:cNvSpPr>
          <p:nvPr>
            <p:ph type="sldNum" idx="11"/>
          </p:nvPr>
        </p:nvSpPr>
        <p:spPr/>
        <p:txBody>
          <a:bodyPr xmlns:a="http://schemas.openxmlformats.org/drawingml/2006/main"/>
          <a:lstStyle xmlns:a="http://schemas.openxmlformats.org/drawingml/2006/main">
            <a:lvl1pPr>
              <a:buNone/>
              <a:defRPr/>
            </a:lvl1pPr>
          </a:lstStyle>
          <a:p xmlns:a="http://schemas.openxmlformats.org/drawingml/2006/main">
            <a:pPr>
              <a:buNone/>
            </a:pPr>
            <a:fld id="{0C640366-CA00-4FBF-815B-BF0D01081DC3}" type="slidenum">
              <a:t>‹#›</a:t>
            </a:fld>
            <a:endParaRPr/>
          </a:p>
        </p:txBody>
      </p:sp>
    </p:spTree>
  </p:cSld>
</p:sldLayout>
</file>

<file path=ppt/slideLayouts/slideLayout8.xml><?xml version="1.0" encoding="utf-8"?>
<p:sldLayout xmlns:p="http://schemas.openxmlformats.org/presentationml/2006/main" showMasterSp="0">
  <p:cSld name="Title, Text, and Content">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D9C9C999-4F03-433E-9307-7DD1B5DDFCB4}"/>
              </a:ext>
            </a:extLst>
          </p:cNvPr>
          <p:cNvSpPr>
            <a:spLocks xmlns:a="http://schemas.openxmlformats.org/drawingml/2006/main" noGrp="1"/>
          </p:cNvSpPr>
          <p:nvPr>
            <p:ph type="title" idx="0"/>
          </p:nvPr>
        </p:nvSpPr>
        <p:spPr>
          <a:xfrm xmlns:a="http://schemas.openxmlformats.org/drawingml/2006/main">
            <a:off x="1219200" y="228600"/>
            <a:ext cx="10363200" cy="1143000"/>
          </a:xfrm>
        </p:spPr>
        <p:txBody>
          <a:bodyPr xmlns:a="http://schemas.openxmlformats.org/drawingml/2006/main"/>
          <a:lstStyle xmlns:a="http://schemas.openxmlformats.org/drawingml/2006/main"/>
          <a:p xmlns:a="http://schemas.openxmlformats.org/drawingml/2006/main">
            <a:r>
              <a:t>Click to edit Master title style</a:t>
            </a:r>
          </a:p>
        </p:txBody>
      </p:sp>
      <p:sp>
        <p:nvSpPr>
          <p:cNvPr id="3" name="Text Placeholder 2">
            <a:extLst xmlns:a="http://schemas.openxmlformats.org/drawingml/2006/main">
              <a:ext uri="{FF2B5EF4-FFF2-40B4-BE49-F238E27FC236}">
                <a16:creationId xmlns:a16="http://schemas.microsoft.com/office/drawing/2014/main" id="{C31C3E0C-EE1C-4E54-9795-1A0D5F5161FD}"/>
              </a:ext>
            </a:extLst>
          </p:cNvPr>
          <p:cNvSpPr>
            <a:spLocks xmlns:a="http://schemas.openxmlformats.org/drawingml/2006/main" noGrp="1"/>
          </p:cNvSpPr>
          <p:nvPr>
            <p:ph type="body" idx="1"/>
          </p:nvPr>
        </p:nvSpPr>
        <p:spPr>
          <a:xfrm xmlns:a="http://schemas.openxmlformats.org/drawingml/2006/main">
            <a:off x="1320800" y="1828800"/>
            <a:ext cx="5080000" cy="4038600"/>
          </a:xfrm>
        </p:spPr>
        <p:txBody>
          <a:bodyPr xmlns:a="http://schemas.openxmlformats.org/drawingml/2006/main"/>
          <a:lstStyle xmlns:a="http://schemas.openxmlformats.org/drawingml/2006/main"/>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4" name="Content Placeholder 3">
            <a:extLst xmlns:a="http://schemas.openxmlformats.org/drawingml/2006/main">
              <a:ext uri="{FF2B5EF4-FFF2-40B4-BE49-F238E27FC236}">
                <a16:creationId xmlns:a16="http://schemas.microsoft.com/office/drawing/2014/main" id="{C472DA2E-708A-468F-8CAE-2D0376C264B8}"/>
              </a:ext>
            </a:extLst>
          </p:cNvPr>
          <p:cNvSpPr>
            <a:spLocks xmlns:a="http://schemas.openxmlformats.org/drawingml/2006/main" noGrp="1"/>
          </p:cNvSpPr>
          <p:nvPr>
            <p:ph idx="2"/>
          </p:nvPr>
        </p:nvSpPr>
        <p:spPr>
          <a:xfrm xmlns:a="http://schemas.openxmlformats.org/drawingml/2006/main">
            <a:off x="6604000" y="1828800"/>
            <a:ext cx="5080000" cy="4038600"/>
          </a:xfrm>
        </p:spPr>
        <p:txBody>
          <a:bodyPr xmlns:a="http://schemas.openxmlformats.org/drawingml/2006/main"/>
          <a:lstStyle xmlns:a="http://schemas.openxmlformats.org/drawingml/2006/main"/>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5" name="Rectangle 5">
            <a:extLst xmlns:a="http://schemas.openxmlformats.org/drawingml/2006/main">
              <a:ext uri="{FF2B5EF4-FFF2-40B4-BE49-F238E27FC236}">
                <a16:creationId xmlns:a16="http://schemas.microsoft.com/office/drawing/2014/main" id="{065D4597-596F-404E-B693-014AAB43218B}"/>
              </a:ext>
            </a:extLst>
          </p:cNvPr>
          <p:cNvSpPr>
            <a:spLocks xmlns:a="http://schemas.openxmlformats.org/drawingml/2006/main" noGrp="1"/>
          </p:cNvSpPr>
          <p:nvPr>
            <p:ph type="ftr" idx="10"/>
          </p:nvPr>
        </p:nvSpPr>
        <p:spPr/>
        <p:txBody>
          <a:bodyPr xmlns:a="http://schemas.openxmlformats.org/drawingml/2006/main"/>
          <a:lstStyle xmlns:a="http://schemas.openxmlformats.org/drawingml/2006/main">
            <a:lvl1pPr>
              <a:buNone/>
              <a:defRPr/>
            </a:lvl1pPr>
          </a:lstStyle>
          <a:p xmlns:a="http://schemas.openxmlformats.org/drawingml/2006/main">
            <a:r>
              <a:t>© 2011 Pearson Addison-Wesley. All rights reserved</a:t>
            </a:r>
          </a:p>
        </p:txBody>
      </p:sp>
      <p:sp>
        <p:nvSpPr>
          <p:cNvPr id="6" name="Rectangle 6">
            <a:extLst xmlns:a="http://schemas.openxmlformats.org/drawingml/2006/main">
              <a:ext uri="{FF2B5EF4-FFF2-40B4-BE49-F238E27FC236}">
                <a16:creationId xmlns:a16="http://schemas.microsoft.com/office/drawing/2014/main" id="{945EF25F-D73B-48E4-99F4-DC1AB73BF1F8}"/>
              </a:ext>
            </a:extLst>
          </p:cNvPr>
          <p:cNvSpPr>
            <a:spLocks xmlns:a="http://schemas.openxmlformats.org/drawingml/2006/main" noGrp="1"/>
          </p:cNvSpPr>
          <p:nvPr>
            <p:ph type="sldNum" idx="11"/>
          </p:nvPr>
        </p:nvSpPr>
        <p:spPr/>
        <p:txBody>
          <a:bodyPr xmlns:a="http://schemas.openxmlformats.org/drawingml/2006/main"/>
          <a:lstStyle xmlns:a="http://schemas.openxmlformats.org/drawingml/2006/main">
            <a:lvl1pPr>
              <a:buNone/>
              <a:defRPr/>
            </a:lvl1pPr>
          </a:lstStyle>
          <a:p xmlns:a="http://schemas.openxmlformats.org/drawingml/2006/main">
            <a:r>
              <a:t>11 B-</a:t>
            </a:r>
            <a:fld id="{0B1D9234-076D-4735-84E6-32A0694D31E3}" type="slidenum">
              <a:t>‹#›</a:t>
            </a:fld>
            <a:endParaRPr/>
          </a:p>
        </p:txBody>
      </p:sp>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9f479b9cd5434443" /><Relationship Type="http://schemas.openxmlformats.org/officeDocument/2006/relationships/slideLayout" Target="/ppt/slideLayouts/slideLayout1.xml" Id="Rc420830454604154" /><Relationship Type="http://schemas.openxmlformats.org/officeDocument/2006/relationships/slideLayout" Target="/ppt/slideLayouts/slideLayout2.xml" Id="R653ca1f9caa54669" /><Relationship Type="http://schemas.openxmlformats.org/officeDocument/2006/relationships/slideLayout" Target="/ppt/slideLayouts/slideLayout3.xml" Id="R65808f481422449a" /><Relationship Type="http://schemas.openxmlformats.org/officeDocument/2006/relationships/slideLayout" Target="/ppt/slideLayouts/slideLayout4.xml" Id="Rf8792bb941324c30" /><Relationship Type="http://schemas.openxmlformats.org/officeDocument/2006/relationships/slideLayout" Target="/ppt/slideLayouts/slideLayout5.xml" Id="Rada65b1d926a424a" /><Relationship Type="http://schemas.openxmlformats.org/officeDocument/2006/relationships/slideLayout" Target="/ppt/slideLayouts/slideLayout6.xml" Id="R7b59a6051b0c4ff7" /><Relationship Type="http://schemas.openxmlformats.org/officeDocument/2006/relationships/slideLayout" Target="/ppt/slideLayouts/slideLayout7.xml" Id="Rd7a143d814d94d97" /><Relationship Type="http://schemas.openxmlformats.org/officeDocument/2006/relationships/slideLayout" Target="/ppt/slideLayouts/slideLayout8.xml" Id="R9d314250d5894259"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c420830454604154"/>
    <p:sldLayoutId xmlns:r="http://schemas.openxmlformats.org/officeDocument/2006/relationships" id="2147483650" r:id="R653ca1f9caa54669"/>
    <p:sldLayoutId xmlns:r="http://schemas.openxmlformats.org/officeDocument/2006/relationships" id="2147483651" r:id="R65808f481422449a"/>
    <p:sldLayoutId xmlns:r="http://schemas.openxmlformats.org/officeDocument/2006/relationships" id="2147483652" r:id="Rf8792bb941324c30"/>
    <p:sldLayoutId xmlns:r="http://schemas.openxmlformats.org/officeDocument/2006/relationships" id="2147483653" r:id="Rada65b1d926a424a"/>
    <p:sldLayoutId xmlns:r="http://schemas.openxmlformats.org/officeDocument/2006/relationships" id="2147483654" r:id="R7b59a6051b0c4ff7"/>
    <p:sldLayoutId xmlns:r="http://schemas.openxmlformats.org/officeDocument/2006/relationships" id="2147483655" r:id="Rd7a143d814d94d97"/>
    <p:sldLayoutId xmlns:r="http://schemas.openxmlformats.org/officeDocument/2006/relationships" id="2147483656" r:id="R9d314250d5894259"/>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766b7f1329904bd8" /><Relationship Type="http://schemas.openxmlformats.org/officeDocument/2006/relationships/hyperlink" Target="Lecture10_BST_Java_Examples/TestBST.java" TargetMode="External" Id="Reb0bb62cc5cb4afc" /><Relationship Type="http://schemas.openxmlformats.org/officeDocument/2006/relationships/notesSlide" Target="/ppt/notesSlides/notesSlide1.xml" Id="Rf949694be46e41a6"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40afc8a005c84359" /><Relationship Type="http://schemas.openxmlformats.org/officeDocument/2006/relationships/notesSlide" Target="/ppt/notesSlides/notesSlide2.xml" Id="R2fd2b99e0f174439"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51a87ff29e23413d" /><Relationship Type="http://schemas.openxmlformats.org/officeDocument/2006/relationships/notesSlide" Target="/ppt/notesSlides/notesSlide3.xml" Id="R9ead3e6c15004ba7"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40a9a05a1a934a93" /><Relationship Type="http://schemas.openxmlformats.org/officeDocument/2006/relationships/notesSlide" Target="/ppt/notesSlides/notesSlide4.xml" Id="R8253363e11f147e6"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1514d21aa6ec4a34" /><Relationship Type="http://schemas.openxmlformats.org/officeDocument/2006/relationships/notesSlide" Target="/ppt/notesSlides/notesSlide5.xml" Id="R024352cc64794593"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153c34cfa75d4a35" /><Relationship Type="http://schemas.openxmlformats.org/officeDocument/2006/relationships/notesSlide" Target="/ppt/notesSlides/notesSlide6.xml" Id="R6e11b46e525f4b18"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6e5a7eff20094025" /><Relationship Type="http://schemas.openxmlformats.org/officeDocument/2006/relationships/hyperlink" Target="Lecture10_BST_Java_Examples/TraversalDemo.java" TargetMode="External" Id="R91faaab5dba74d37" /><Relationship Type="http://schemas.openxmlformats.org/officeDocument/2006/relationships/hyperlink" Target="Lecture10_BST_Java_Examples/HeightDemo.java" TargetMode="External" Id="R718b3cc6f2914496" /><Relationship Type="http://schemas.openxmlformats.org/officeDocument/2006/relationships/notesSlide" Target="/ppt/notesSlides/notesSlide7.xml" Id="Rb28954de5bb44ef9"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82eafd697ef54654" /><Relationship Type="http://schemas.openxmlformats.org/officeDocument/2006/relationships/notesSlide" Target="/ppt/notesSlides/notesSlide8.xml" Id="Ra236d5e107c14ebc"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e097a8cee19c4ea8" /><Relationship Type="http://schemas.openxmlformats.org/officeDocument/2006/relationships/hyperlink" Target="Lecture10_BST_Java_Examples/TestBST.java" TargetMode="External" Id="Rde8e6ef39e1a4d56" /><Relationship Type="http://schemas.openxmlformats.org/officeDocument/2006/relationships/hyperlink" Target="Lecture10_BST_Java_Examples/BSTPractice.java" TargetMode="External" Id="R20a94296a9ef4682" /><Relationship Type="http://schemas.openxmlformats.org/officeDocument/2006/relationships/notesSlide" Target="/ppt/notesSlides/notesSlide9.xml" Id="Rc95ba7797bd74a50"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e795c42e3aa84ca6" /><Relationship Type="http://schemas.openxmlformats.org/officeDocument/2006/relationships/hyperlink" Target="Lecture10_BST_Java_Examples/BSTPractice.java" TargetMode="External" Id="Rb918a9a75c1043eb" /><Relationship Type="http://schemas.openxmlformats.org/officeDocument/2006/relationships/notesSlide" Target="/ppt/notesSlides/notesSlide10.xml" Id="Rd13b2f1caf324b15"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593b55562e7642ca" /><Relationship Type="http://schemas.openxmlformats.org/officeDocument/2006/relationships/hyperlink" Target="Lecture10_BST_Java_Examples/Node.java" TargetMode="External" Id="R56ea29222c184e55" /><Relationship Type="http://schemas.openxmlformats.org/officeDocument/2006/relationships/hyperlink" Target="Lecture10_BST_Java_Examples/BST.java" TargetMode="External" Id="R110e6ccbb7d04751" /><Relationship Type="http://schemas.openxmlformats.org/officeDocument/2006/relationships/notesSlide" Target="/ppt/notesSlides/notesSlide11.xml" Id="R5cfe8fb787844c4c"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10275790df724bd9" /><Relationship Type="http://schemas.openxmlformats.org/officeDocument/2006/relationships/hyperlink" Target="Lecture10_BST_Java_Examples/Tree.java" TargetMode="External" Id="R03c5db6f451e4938" /><Relationship Type="http://schemas.openxmlformats.org/officeDocument/2006/relationships/hyperlink" Target="Lecture10_BST_Java_Examples/OrderingEqualityDemo.java" TargetMode="External" Id="Ra355ffcedba8447a" /><Relationship Type="http://schemas.openxmlformats.org/officeDocument/2006/relationships/notesSlide" Target="/ppt/notesSlides/notesSlide12.xml" Id="R9471991874cc46da" /></Relationships>
</file>

<file path=ppt/slides/_rels/slide13.xml.rels>&#65279;<?xml version="1.0" encoding="utf-8"?><Relationships xmlns="http://schemas.openxmlformats.org/package/2006/relationships"><Relationship Type="http://schemas.openxmlformats.org/officeDocument/2006/relationships/slideLayout" Target="/ppt/slideLayouts/slideLayout6.xml" Id="R320d2a3ee77f4221" /><Relationship Type="http://schemas.openxmlformats.org/officeDocument/2006/relationships/hyperlink" Target="Lecture10_BST_Java_Examples/SearchDemo.java" TargetMode="External" Id="R7c3904cf45784c43" /><Relationship Type="http://schemas.openxmlformats.org/officeDocument/2006/relationships/notesSlide" Target="/ppt/notesSlides/notesSlide13.xml" Id="R4304e843f0b14d8e" /></Relationships>
</file>

<file path=ppt/slides/_rels/slide14.xml.rels>&#65279;<?xml version="1.0" encoding="utf-8"?><Relationships xmlns="http://schemas.openxmlformats.org/package/2006/relationships"><Relationship Type="http://schemas.openxmlformats.org/officeDocument/2006/relationships/slideLayout" Target="/ppt/slideLayouts/slideLayout6.xml" Id="R0105f73692e74e8c" /><Relationship Type="http://schemas.openxmlformats.org/officeDocument/2006/relationships/hyperlink" Target="Lecture10_BST_Java_Examples/BST.java" TargetMode="External" Id="R5295f1e443234eeb" /><Relationship Type="http://schemas.openxmlformats.org/officeDocument/2006/relationships/hyperlink" Target="Lecture10_BST_Java_Examples/SearchDemo.java" TargetMode="External" Id="R486914e1dea9491d" /><Relationship Type="http://schemas.openxmlformats.org/officeDocument/2006/relationships/notesSlide" Target="/ppt/notesSlides/notesSlide14.xml" Id="R232c4970fd0d414c" /></Relationships>
</file>

<file path=ppt/slides/_rels/slide15.xml.rels>&#65279;<?xml version="1.0" encoding="utf-8"?><Relationships xmlns="http://schemas.openxmlformats.org/package/2006/relationships"><Relationship Type="http://schemas.openxmlformats.org/officeDocument/2006/relationships/slideLayout" Target="/ppt/slideLayouts/slideLayout6.xml" Id="R96a8ed3a66e74ae5" /><Relationship Type="http://schemas.openxmlformats.org/officeDocument/2006/relationships/hyperlink" Target="Lecture10_BST_Java_Examples/BST.java" TargetMode="External" Id="R3a49adf0942a4b9f" /><Relationship Type="http://schemas.openxmlformats.org/officeDocument/2006/relationships/hyperlink" Target="Lecture10_BST_Java_Examples/SearchDemo.java" TargetMode="External" Id="Rcd103ece39cd406a" /><Relationship Type="http://schemas.openxmlformats.org/officeDocument/2006/relationships/notesSlide" Target="/ppt/notesSlides/notesSlide15.xml" Id="R1bc2e9dde23d4cd3" /></Relationships>
</file>

<file path=ppt/slides/_rels/slide16.xml.rels>&#65279;<?xml version="1.0" encoding="utf-8"?><Relationships xmlns="http://schemas.openxmlformats.org/package/2006/relationships"><Relationship Type="http://schemas.openxmlformats.org/officeDocument/2006/relationships/slideLayout" Target="/ppt/slideLayouts/slideLayout6.xml" Id="R9a13c06019ac44d7" /><Relationship Type="http://schemas.openxmlformats.org/officeDocument/2006/relationships/hyperlink" Target="Lecture10_BST_Java_Examples/InsertionDemo.java" TargetMode="External" Id="Re3caf4c62d284a19" /><Relationship Type="http://schemas.openxmlformats.org/officeDocument/2006/relationships/notesSlide" Target="/ppt/notesSlides/notesSlide16.xml" Id="R3047f54b021048b0" /></Relationships>
</file>

<file path=ppt/slides/_rels/slide17.xml.rels>&#65279;<?xml version="1.0" encoding="utf-8"?><Relationships xmlns="http://schemas.openxmlformats.org/package/2006/relationships"><Relationship Type="http://schemas.openxmlformats.org/officeDocument/2006/relationships/slideLayout" Target="/ppt/slideLayouts/slideLayout6.xml" Id="R988940f767bd4cd3" /><Relationship Type="http://schemas.openxmlformats.org/officeDocument/2006/relationships/hyperlink" Target="Lecture10_BST_Java_Examples/InsertionDemo.java" TargetMode="External" Id="R2906c5a5da1646f1" /><Relationship Type="http://schemas.openxmlformats.org/officeDocument/2006/relationships/notesSlide" Target="/ppt/notesSlides/notesSlide17.xml" Id="Rbb70c96384f64463" /></Relationships>
</file>

<file path=ppt/slides/_rels/slide18.xml.rels>&#65279;<?xml version="1.0" encoding="utf-8"?><Relationships xmlns="http://schemas.openxmlformats.org/package/2006/relationships"><Relationship Type="http://schemas.openxmlformats.org/officeDocument/2006/relationships/slideLayout" Target="/ppt/slideLayouts/slideLayout6.xml" Id="R5dfa825483924194" /><Relationship Type="http://schemas.openxmlformats.org/officeDocument/2006/relationships/hyperlink" Target="Lecture10_BST_Java_Examples/BST.java" TargetMode="External" Id="Red20fdaf5f4d4ec3" /><Relationship Type="http://schemas.openxmlformats.org/officeDocument/2006/relationships/hyperlink" Target="Lecture10_BST_Java_Examples/InsertionDemo.java" TargetMode="External" Id="Rc8e490244f804c0e" /><Relationship Type="http://schemas.openxmlformats.org/officeDocument/2006/relationships/notesSlide" Target="/ppt/notesSlides/notesSlide18.xml" Id="Re1080c884df64b6b" /></Relationships>
</file>

<file path=ppt/slides/_rels/slide19.xml.rels>&#65279;<?xml version="1.0" encoding="utf-8"?><Relationships xmlns="http://schemas.openxmlformats.org/package/2006/relationships"><Relationship Type="http://schemas.openxmlformats.org/officeDocument/2006/relationships/slideLayout" Target="/ppt/slideLayouts/slideLayout6.xml" Id="R1b916d5dd98e4bed" /><Relationship Type="http://schemas.openxmlformats.org/officeDocument/2006/relationships/hyperlink" Target="Lecture10_BST_Java_Examples/ExpressionTreeDemo.java" TargetMode="External" Id="R371ba6c8ab984fbc" /><Relationship Type="http://schemas.openxmlformats.org/officeDocument/2006/relationships/notesSlide" Target="/ppt/notesSlides/notesSlide19.xml" Id="R2539c8957dbd4f90" /></Relationships>
</file>

<file path=ppt/slides/_rels/slide20.xml.rels>&#65279;<?xml version="1.0" encoding="utf-8"?><Relationships xmlns="http://schemas.openxmlformats.org/package/2006/relationships"><Relationship Type="http://schemas.openxmlformats.org/officeDocument/2006/relationships/slideLayout" Target="/ppt/slideLayouts/slideLayout6.xml" Id="R7b106c251ae2432f" /><Relationship Type="http://schemas.openxmlformats.org/officeDocument/2006/relationships/hyperlink" Target="Lecture10_BST_Java_Examples/TraversalDemo.java" TargetMode="External" Id="R968508b52b954098" /><Relationship Type="http://schemas.openxmlformats.org/officeDocument/2006/relationships/notesSlide" Target="/ppt/notesSlides/notesSlide20.xml" Id="Rb6d33019bca94ffb" /></Relationships>
</file>

<file path=ppt/slides/_rels/slide21.xml.rels>&#65279;<?xml version="1.0" encoding="utf-8"?><Relationships xmlns="http://schemas.openxmlformats.org/package/2006/relationships"><Relationship Type="http://schemas.openxmlformats.org/officeDocument/2006/relationships/slideLayout" Target="/ppt/slideLayouts/slideLayout6.xml" Id="Re87c044d73ae4200" /><Relationship Type="http://schemas.openxmlformats.org/officeDocument/2006/relationships/hyperlink" Target="Lecture10_BST_Java_Examples/TraversalDemo.java" TargetMode="External" Id="R520ad6e9668c4b99" /><Relationship Type="http://schemas.openxmlformats.org/officeDocument/2006/relationships/notesSlide" Target="/ppt/notesSlides/notesSlide21.xml" Id="R623af54d0c9d47f6" /></Relationships>
</file>

<file path=ppt/slides/_rels/slide22.xml.rels>&#65279;<?xml version="1.0" encoding="utf-8"?><Relationships xmlns="http://schemas.openxmlformats.org/package/2006/relationships"><Relationship Type="http://schemas.openxmlformats.org/officeDocument/2006/relationships/slideLayout" Target="/ppt/slideLayouts/slideLayout6.xml" Id="Rdd6410ae50ce436e" /><Relationship Type="http://schemas.openxmlformats.org/officeDocument/2006/relationships/hyperlink" Target="Lecture10_BST_Java_Examples/BST.java" TargetMode="External" Id="R711624ee2bad438a" /><Relationship Type="http://schemas.openxmlformats.org/officeDocument/2006/relationships/hyperlink" Target="Lecture10_BST_Java_Examples/TraversalDemo.java" TargetMode="External" Id="Rbe33bbaff19d46ff" /><Relationship Type="http://schemas.openxmlformats.org/officeDocument/2006/relationships/notesSlide" Target="/ppt/notesSlides/notesSlide22.xml" Id="Rde11000793ff464d" /></Relationships>
</file>

<file path=ppt/slides/_rels/slide23.xml.rels>&#65279;<?xml version="1.0" encoding="utf-8"?><Relationships xmlns="http://schemas.openxmlformats.org/package/2006/relationships"><Relationship Type="http://schemas.openxmlformats.org/officeDocument/2006/relationships/slideLayout" Target="/ppt/slideLayouts/slideLayout6.xml" Id="R8bc4fcc44ad24017" /><Relationship Type="http://schemas.openxmlformats.org/officeDocument/2006/relationships/hyperlink" Target="Lecture10_BST_Java_Examples/BST.java" TargetMode="External" Id="Rc1bb675f9a474705" /><Relationship Type="http://schemas.openxmlformats.org/officeDocument/2006/relationships/hyperlink" Target="Lecture10_BST_Java_Examples/TraversalDemo.java" TargetMode="External" Id="Raeb0b32c047a4ffa" /><Relationship Type="http://schemas.openxmlformats.org/officeDocument/2006/relationships/notesSlide" Target="/ppt/notesSlides/notesSlide23.xml" Id="Rcf8b7638ea6e47e8" /></Relationships>
</file>

<file path=ppt/slides/_rels/slide24.xml.rels>&#65279;<?xml version="1.0" encoding="utf-8"?><Relationships xmlns="http://schemas.openxmlformats.org/package/2006/relationships"><Relationship Type="http://schemas.openxmlformats.org/officeDocument/2006/relationships/slideLayout" Target="/ppt/slideLayouts/slideLayout6.xml" Id="R1cc4897b5f1449f2" /><Relationship Type="http://schemas.openxmlformats.org/officeDocument/2006/relationships/hyperlink" Target="Lecture10_BST_Java_Examples/TraversalDemo.java" TargetMode="External" Id="R7e2aafc24d774d9e" /><Relationship Type="http://schemas.openxmlformats.org/officeDocument/2006/relationships/notesSlide" Target="/ppt/notesSlides/notesSlide24.xml" Id="Rec16e73350a8481e" /></Relationships>
</file>

<file path=ppt/slides/_rels/slide25.xml.rels>&#65279;<?xml version="1.0" encoding="utf-8"?><Relationships xmlns="http://schemas.openxmlformats.org/package/2006/relationships"><Relationship Type="http://schemas.openxmlformats.org/officeDocument/2006/relationships/slideLayout" Target="/ppt/slideLayouts/slideLayout6.xml" Id="R305215f04eb54346" /><Relationship Type="http://schemas.openxmlformats.org/officeDocument/2006/relationships/hyperlink" Target="Lecture10_BST_Java_Examples/BST.java" TargetMode="External" Id="R59dd0338ae664fc9" /><Relationship Type="http://schemas.openxmlformats.org/officeDocument/2006/relationships/hyperlink" Target="Lecture10_BST_Java_Examples/TestBST.java" TargetMode="External" Id="R88821892a9c2463f" /><Relationship Type="http://schemas.openxmlformats.org/officeDocument/2006/relationships/notesSlide" Target="/ppt/notesSlides/notesSlide25.xml" Id="R5328c8907c454385" /></Relationships>
</file>

<file path=ppt/slides/_rels/slide26.xml.rels>&#65279;<?xml version="1.0" encoding="utf-8"?><Relationships xmlns="http://schemas.openxmlformats.org/package/2006/relationships"><Relationship Type="http://schemas.openxmlformats.org/officeDocument/2006/relationships/slideLayout" Target="/ppt/slideLayouts/slideLayout6.xml" Id="Rb388120bcb534a62" /><Relationship Type="http://schemas.openxmlformats.org/officeDocument/2006/relationships/hyperlink" Target="Lecture10_BST_Java_Examples/DeletionDemo.java" TargetMode="External" Id="Rece267b2e9c94bed" /><Relationship Type="http://schemas.openxmlformats.org/officeDocument/2006/relationships/notesSlide" Target="/ppt/notesSlides/notesSlide26.xml" Id="R981008ff2f4442db" /></Relationships>
</file>

<file path=ppt/slides/_rels/slide27.xml.rels>&#65279;<?xml version="1.0" encoding="utf-8"?><Relationships xmlns="http://schemas.openxmlformats.org/package/2006/relationships"><Relationship Type="http://schemas.openxmlformats.org/officeDocument/2006/relationships/slideLayout" Target="/ppt/slideLayouts/slideLayout6.xml" Id="Rf813fd41625947a1" /><Relationship Type="http://schemas.openxmlformats.org/officeDocument/2006/relationships/hyperlink" Target="Lecture10_BST_Java_Examples/DeletionDemo.java" TargetMode="External" Id="R1eb195f565704b08" /><Relationship Type="http://schemas.openxmlformats.org/officeDocument/2006/relationships/notesSlide" Target="/ppt/notesSlides/notesSlide27.xml" Id="Ra6ee9a792ab84f0d" /></Relationships>
</file>

<file path=ppt/slides/_rels/slide28.xml.rels>&#65279;<?xml version="1.0" encoding="utf-8"?><Relationships xmlns="http://schemas.openxmlformats.org/package/2006/relationships"><Relationship Type="http://schemas.openxmlformats.org/officeDocument/2006/relationships/slideLayout" Target="/ppt/slideLayouts/slideLayout6.xml" Id="Re5c0ce32c08c46c1" /><Relationship Type="http://schemas.openxmlformats.org/officeDocument/2006/relationships/hyperlink" Target="Lecture10_BST_Java_Examples/DeletionDemo.java" TargetMode="External" Id="R9fceeeb0b00d4dbb" /><Relationship Type="http://schemas.openxmlformats.org/officeDocument/2006/relationships/notesSlide" Target="/ppt/notesSlides/notesSlide28.xml" Id="R0f5cb9d8e92a4d32" /></Relationships>
</file>

<file path=ppt/slides/_rels/slide29.xml.rels>&#65279;<?xml version="1.0" encoding="utf-8"?><Relationships xmlns="http://schemas.openxmlformats.org/package/2006/relationships"><Relationship Type="http://schemas.openxmlformats.org/officeDocument/2006/relationships/slideLayout" Target="/ppt/slideLayouts/slideLayout6.xml" Id="R6f03d4728ccc4211" /><Relationship Type="http://schemas.openxmlformats.org/officeDocument/2006/relationships/hyperlink" Target="Lecture10_BST_Java_Examples/BST.java" TargetMode="External" Id="R3f7b9d9724cb4850" /><Relationship Type="http://schemas.openxmlformats.org/officeDocument/2006/relationships/hyperlink" Target="Lecture10_BST_Java_Examples/DeletionDemo.java" TargetMode="External" Id="R0fa6ddf5b1334b7c" /><Relationship Type="http://schemas.openxmlformats.org/officeDocument/2006/relationships/notesSlide" Target="/ppt/notesSlides/notesSlide29.xml" Id="Ra0e0cfab8e584346" /></Relationships>
</file>

<file path=ppt/slides/_rels/slide30.xml.rels>&#65279;<?xml version="1.0" encoding="utf-8"?><Relationships xmlns="http://schemas.openxmlformats.org/package/2006/relationships"><Relationship Type="http://schemas.openxmlformats.org/officeDocument/2006/relationships/slideLayout" Target="/ppt/slideLayouts/slideLayout6.xml" Id="R77f7ff7ce9064677" /><Relationship Type="http://schemas.openxmlformats.org/officeDocument/2006/relationships/hyperlink" Target="Lecture10_BST_Java_Examples/BST.java" TargetMode="External" Id="R0c489b72024f4fb8" /><Relationship Type="http://schemas.openxmlformats.org/officeDocument/2006/relationships/notesSlide" Target="/ppt/notesSlides/notesSlide30.xml" Id="Rbe67ff504212484f" /></Relationships>
</file>

<file path=ppt/slides/_rels/slide31.xml.rels>&#65279;<?xml version="1.0" encoding="utf-8"?><Relationships xmlns="http://schemas.openxmlformats.org/package/2006/relationships"><Relationship Type="http://schemas.openxmlformats.org/officeDocument/2006/relationships/slideLayout" Target="/ppt/slideLayouts/slideLayout6.xml" Id="Rd3373a4b45fd4a52" /><Relationship Type="http://schemas.openxmlformats.org/officeDocument/2006/relationships/hyperlink" Target="Lecture10_BST_Java_Examples/BST.java" TargetMode="External" Id="Rc4d958ef1b0f4e10" /><Relationship Type="http://schemas.openxmlformats.org/officeDocument/2006/relationships/hyperlink" Target="Lecture10_BST_Java_Examples/DeletionDemo.java" TargetMode="External" Id="R8d55f96803704ea7" /><Relationship Type="http://schemas.openxmlformats.org/officeDocument/2006/relationships/notesSlide" Target="/ppt/notesSlides/notesSlide31.xml" Id="R0b071c10774040ce" /></Relationships>
</file>

<file path=ppt/slides/_rels/slide32.xml.rels>&#65279;<?xml version="1.0" encoding="utf-8"?><Relationships xmlns="http://schemas.openxmlformats.org/package/2006/relationships"><Relationship Type="http://schemas.openxmlformats.org/officeDocument/2006/relationships/slideLayout" Target="/ppt/slideLayouts/slideLayout6.xml" Id="R93d8a73beb6342e1" /><Relationship Type="http://schemas.openxmlformats.org/officeDocument/2006/relationships/hyperlink" Target="Lecture10_BST_Java_Examples/BST.java" TargetMode="External" Id="R074a178e789f452a" /><Relationship Type="http://schemas.openxmlformats.org/officeDocument/2006/relationships/hyperlink" Target="Lecture10_BST_Java_Examples/IteratorDemo.java" TargetMode="External" Id="Rebcfc61a7e5046b0" /><Relationship Type="http://schemas.openxmlformats.org/officeDocument/2006/relationships/notesSlide" Target="/ppt/notesSlides/notesSlide32.xml" Id="R3482e832c8e24365" /></Relationships>
</file>

<file path=ppt/slides/_rels/slide33.xml.rels>&#65279;<?xml version="1.0" encoding="utf-8"?><Relationships xmlns="http://schemas.openxmlformats.org/package/2006/relationships"><Relationship Type="http://schemas.openxmlformats.org/officeDocument/2006/relationships/slideLayout" Target="/ppt/slideLayouts/slideLayout6.xml" Id="R476bc02145984e97" /><Relationship Type="http://schemas.openxmlformats.org/officeDocument/2006/relationships/hyperlink" Target="Lecture10_BST_Java_Examples/HeightDemo.java" TargetMode="External" Id="R4b5ae84518eb4086" /><Relationship Type="http://schemas.openxmlformats.org/officeDocument/2006/relationships/notesSlide" Target="/ppt/notesSlides/notesSlide33.xml" Id="R4f65b9fbedb84657" /></Relationships>
</file>

<file path=ppt/slides/_rels/slide34.xml.rels>&#65279;<?xml version="1.0" encoding="utf-8"?><Relationships xmlns="http://schemas.openxmlformats.org/package/2006/relationships"><Relationship Type="http://schemas.openxmlformats.org/officeDocument/2006/relationships/slideLayout" Target="/ppt/slideLayouts/slideLayout7.xml" Id="Rf415ac9c4f85489c" /><Relationship Type="http://schemas.openxmlformats.org/officeDocument/2006/relationships/hyperlink" Target="Lecture10_BST_Java_Examples/TraversalDemo.java" TargetMode="External" Id="R55a4af212cd145b7" /><Relationship Type="http://schemas.openxmlformats.org/officeDocument/2006/relationships/notesSlide" Target="/ppt/notesSlides/notesSlide34.xml" Id="R74b7967c9dfb4cc0" /></Relationships>
</file>

<file path=ppt/slides/_rels/slide35.xml.rels>&#65279;<?xml version="1.0" encoding="utf-8"?><Relationships xmlns="http://schemas.openxmlformats.org/package/2006/relationships"><Relationship Type="http://schemas.openxmlformats.org/officeDocument/2006/relationships/slideLayout" Target="/ppt/slideLayouts/slideLayout8.xml" Id="R7e199d95f4a24e0a" /><Relationship Type="http://schemas.openxmlformats.org/officeDocument/2006/relationships/image" Target="/ppt/media/image.png" Id="Rade6eab698f04fbc" /><Relationship Type="http://schemas.openxmlformats.org/officeDocument/2006/relationships/hyperlink" Target="Lecture10_BST_Java_Examples/HeightDemo.java" TargetMode="External" Id="R2bf35c83f7284768" /><Relationship Type="http://schemas.openxmlformats.org/officeDocument/2006/relationships/notesSlide" Target="/ppt/notesSlides/notesSlide35.xml" Id="Ra39642d0f4704c20" /></Relationships>
</file>

<file path=ppt/slides/_rels/slide36.xml.rels>&#65279;<?xml version="1.0" encoding="utf-8"?><Relationships xmlns="http://schemas.openxmlformats.org/package/2006/relationships"><Relationship Type="http://schemas.openxmlformats.org/officeDocument/2006/relationships/slideLayout" Target="/ppt/slideLayouts/slideLayout6.xml" Id="Ra06d6411f484453e" /><Relationship Type="http://schemas.openxmlformats.org/officeDocument/2006/relationships/image" Target="/ppt/media/image2.png" Id="R913e7560a6f641c5" /><Relationship Type="http://schemas.openxmlformats.org/officeDocument/2006/relationships/hyperlink" Target="Lecture10_BST_Java_Examples/HeightDemo.java" TargetMode="External" Id="Rd8262e395e53417d" /><Relationship Type="http://schemas.openxmlformats.org/officeDocument/2006/relationships/notesSlide" Target="/ppt/notesSlides/notesSlide36.xml" Id="R5b3072a50e2d4166" /></Relationships>
</file>

<file path=ppt/slides/_rels/slide37.xml.rels>&#65279;<?xml version="1.0" encoding="utf-8"?><Relationships xmlns="http://schemas.openxmlformats.org/package/2006/relationships"><Relationship Type="http://schemas.openxmlformats.org/officeDocument/2006/relationships/slideLayout" Target="/ppt/slideLayouts/slideLayout6.xml" Id="Rd6f182869879481d" /><Relationship Type="http://schemas.openxmlformats.org/officeDocument/2006/relationships/hyperlink" Target="Lecture10_BST_Java_Examples/TreeSort.java" TargetMode="External" Id="Raf631ccc532f4904" /><Relationship Type="http://schemas.openxmlformats.org/officeDocument/2006/relationships/notesSlide" Target="/ppt/notesSlides/notesSlide37.xml" Id="Ra9fbfa57e2a54ded" /></Relationships>
</file>

<file path=ppt/slides/_rels/slide38.xml.rels>&#65279;<?xml version="1.0" encoding="utf-8"?><Relationships xmlns="http://schemas.openxmlformats.org/package/2006/relationships"><Relationship Type="http://schemas.openxmlformats.org/officeDocument/2006/relationships/slideLayout" Target="/ppt/slideLayouts/slideLayout6.xml" Id="R477ffeb1369947f0" /><Relationship Type="http://schemas.openxmlformats.org/officeDocument/2006/relationships/notesSlide" Target="/ppt/notesSlides/notesSlide38.xml" Id="Rb5c27cb1d93a42a2" /></Relationships>
</file>

<file path=ppt/slides/_rels/slide39.xml.rels>&#65279;<?xml version="1.0" encoding="utf-8"?><Relationships xmlns="http://schemas.openxmlformats.org/package/2006/relationships"><Relationship Type="http://schemas.openxmlformats.org/officeDocument/2006/relationships/slideLayout" Target="/ppt/slideLayouts/slideLayout6.xml" Id="R0ed545a1420d44d2" /><Relationship Type="http://schemas.openxmlformats.org/officeDocument/2006/relationships/notesSlide" Target="/ppt/notesSlides/notesSlide39.xml" Id="Re56cee5aa592493b" /></Relationships>
</file>

<file path=ppt/slides/_rels/slide40.xml.rels>&#65279;<?xml version="1.0" encoding="utf-8"?><Relationships xmlns="http://schemas.openxmlformats.org/package/2006/relationships"><Relationship Type="http://schemas.openxmlformats.org/officeDocument/2006/relationships/slideLayout" Target="/ppt/slideLayouts/slideLayout6.xml" Id="R577ac5c20438488f" /><Relationship Type="http://schemas.openxmlformats.org/officeDocument/2006/relationships/hyperlink" Target="Lecture10_BST_Java_Examples/BSTPractice.java" TargetMode="External" Id="Rd2d9d0d6300144e1" /><Relationship Type="http://schemas.openxmlformats.org/officeDocument/2006/relationships/hyperlink" Target="Lecture10_BST_Java_Examples/HeightDemo.java" TargetMode="External" Id="Rcdec7ab577b44b1c" /><Relationship Type="http://schemas.openxmlformats.org/officeDocument/2006/relationships/hyperlink" Target="Lecture10_BST_Java_Examples/IteratorDemo.java" TargetMode="External" Id="R06d76d20bc8f49d8" /><Relationship Type="http://schemas.openxmlformats.org/officeDocument/2006/relationships/notesSlide" Target="/ppt/notesSlides/notesSlide40.xml" Id="Rea2c65011fd24e77" /></Relationships>
</file>

<file path=ppt/slides/slide1.xml><?xml version="1.0" encoding="utf-8"?>
<p:sld xmlns:p="http://schemas.openxmlformats.org/presentationml/2006/main">
  <p:cSld>
    <p:bg>
      <p:bgPr>
        <a:solidFill xmlns:a="http://schemas.openxmlformats.org/drawingml/2006/main">
          <a:srgbClr val="FAFCFD"/>
        </a:solidFill>
      </p:bgPr>
    </p:bg>
    <p:spTree>
      <p:nvGrpSpPr>
        <p:cNvPr id="1" name=""/>
        <p:cNvGrpSpPr/>
        <p:nvPr/>
      </p:nvGrpSpPr>
      <p:grpSpPr>
        <a:xfrm xmlns:a="http://schemas.openxmlformats.org/drawingml/2006/main"/>
      </p:grpSpPr>
      <p:sp>
        <p:nvSpPr>
          <p:cNvPr id="24" name="text-0">
            <a:extLst xmlns:a="http://schemas.openxmlformats.org/drawingml/2006/main">
              <a:ext uri="{FF2B5EF4-FFF2-40B4-BE49-F238E27FC236}">
                <a16:creationId xmlns:a16="http://schemas.microsoft.com/office/drawing/2014/main" id="{25FA7C4A-3F68-464B-9A08-F666177E0829}"/>
              </a:ext>
            </a:extLst>
          </p:cNvPr>
          <p:cNvSpPr>
            <a:spLocks xmlns:a="http://schemas.openxmlformats.org/drawingml/2006/main" noGrp="1"/>
          </p:cNvSpPr>
          <p:nvPr/>
        </p:nvSpPr>
        <p:spPr>
          <a:xfrm xmlns:a="http://schemas.openxmlformats.org/drawingml/2006/main">
            <a:off x="609600" y="619125"/>
            <a:ext cx="6762750" cy="1333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lgn="l">
              <a:defRPr sz="4350" b="1">
                <a:solidFill>
                  <a:srgbClr val="142E42"/>
                </a:solidFill>
                <a:latin typeface="Arial"/>
                <a:ea typeface="Arial"/>
                <a:cs typeface="Arial"/>
              </a:defRPr>
            </a:defPPr>
            <a:lvl1pPr algn="l">
              <a:buNone/>
              <a:defRPr sz="4350" b="1">
                <a:solidFill>
                  <a:srgbClr val="142E42"/>
                </a:solidFill>
                <a:latin typeface="Arial"/>
                <a:ea typeface="Arial"/>
                <a:cs typeface="Arial"/>
              </a:defRPr>
            </a:lvl1pPr>
            <a:lvl2pPr algn="l">
              <a:buNone/>
              <a:defRPr sz="4350" b="1">
                <a:solidFill>
                  <a:srgbClr val="142E42"/>
                </a:solidFill>
                <a:latin typeface="Arial"/>
                <a:ea typeface="Arial"/>
                <a:cs typeface="Arial"/>
              </a:defRPr>
            </a:lvl2pPr>
            <a:lvl3pPr algn="l">
              <a:buNone/>
              <a:defRPr sz="4350" b="1">
                <a:solidFill>
                  <a:srgbClr val="142E42"/>
                </a:solidFill>
                <a:latin typeface="Arial"/>
                <a:ea typeface="Arial"/>
                <a:cs typeface="Arial"/>
              </a:defRPr>
            </a:lvl3pPr>
            <a:lvl4pPr algn="l">
              <a:buNone/>
              <a:defRPr sz="4350" b="1">
                <a:solidFill>
                  <a:srgbClr val="142E42"/>
                </a:solidFill>
                <a:latin typeface="Arial"/>
                <a:ea typeface="Arial"/>
                <a:cs typeface="Arial"/>
              </a:defRPr>
            </a:lvl4pPr>
            <a:lvl5pPr algn="l">
              <a:buNone/>
              <a:defRPr sz="4350" b="1">
                <a:solidFill>
                  <a:srgbClr val="142E42"/>
                </a:solidFill>
                <a:latin typeface="Arial"/>
                <a:ea typeface="Arial"/>
                <a:cs typeface="Arial"/>
              </a:defRPr>
            </a:lvl5pPr>
            <a:lvl6pPr algn="l">
              <a:buNone/>
              <a:defRPr sz="4350" b="1">
                <a:solidFill>
                  <a:srgbClr val="142E42"/>
                </a:solidFill>
                <a:latin typeface="Arial"/>
                <a:ea typeface="Arial"/>
                <a:cs typeface="Arial"/>
              </a:defRPr>
            </a:lvl6pPr>
            <a:lvl7pPr algn="l">
              <a:buNone/>
              <a:defRPr sz="4350" b="1">
                <a:solidFill>
                  <a:srgbClr val="142E42"/>
                </a:solidFill>
                <a:latin typeface="Arial"/>
                <a:ea typeface="Arial"/>
                <a:cs typeface="Arial"/>
              </a:defRPr>
            </a:lvl7pPr>
            <a:lvl8pPr algn="l">
              <a:buNone/>
              <a:defRPr sz="4350" b="1">
                <a:solidFill>
                  <a:srgbClr val="142E42"/>
                </a:solidFill>
                <a:latin typeface="Arial"/>
                <a:ea typeface="Arial"/>
                <a:cs typeface="Arial"/>
              </a:defRPr>
            </a:lvl8pPr>
            <a:lvl9pPr algn="l">
              <a:buNone/>
              <a:defRPr sz="4350" b="1">
                <a:solidFill>
                  <a:srgbClr val="142E42"/>
                </a:solidFill>
                <a:latin typeface="Arial"/>
                <a:ea typeface="Arial"/>
                <a:cs typeface="Arial"/>
              </a:defRPr>
            </a:lvl9pPr>
          </a:lstStyle>
          <a:p xmlns:a="http://schemas.openxmlformats.org/drawingml/2006/main">
            <a:pPr algn="l">
              <a:buNone/>
              <a:defRPr sz="4350" b="1">
                <a:solidFill>
                  <a:srgbClr val="142E42"/>
                </a:solidFill>
                <a:latin typeface="Arial"/>
                <a:ea typeface="Arial"/>
                <a:cs typeface="Arial"/>
              </a:defRPr>
            </a:pPr>
            <a:r>
              <a:rPr sz="4350" b="1">
                <a:solidFill>
                  <a:srgbClr val="142E42"/>
                </a:solidFill>
                <a:latin typeface="Arial"/>
                <a:ea typeface="Arial"/>
                <a:cs typeface="Arial"/>
              </a:rPr>
              <a:t>Binary Search Trees</a:t>
            </a:r>
          </a:p>
        </p:txBody>
      </p:sp>
      <p:sp>
        <p:nvSpPr>
          <p:cNvPr id="2" name="text-1">
            <a:extLst xmlns:a="http://schemas.openxmlformats.org/drawingml/2006/main">
              <a:ext uri="{FF2B5EF4-FFF2-40B4-BE49-F238E27FC236}">
                <a16:creationId xmlns:a16="http://schemas.microsoft.com/office/drawing/2014/main" id="{914E2972-1484-4726-9D6C-D37EDF660500}"/>
              </a:ext>
            </a:extLst>
          </p:cNvPr>
          <p:cNvSpPr>
            <a:spLocks xmlns:a="http://schemas.openxmlformats.org/drawingml/2006/main" noGrp="1"/>
          </p:cNvSpPr>
          <p:nvPr/>
        </p:nvSpPr>
        <p:spPr>
          <a:xfrm xmlns:a="http://schemas.openxmlformats.org/drawingml/2006/main">
            <a:off x="11163300" y="6381750"/>
            <a:ext cx="476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lgn="l">
              <a:defRPr sz="1275" b="0">
                <a:solidFill>
                  <a:srgbClr val="4B6070"/>
                </a:solidFill>
                <a:latin typeface="Arial"/>
                <a:ea typeface="Arial"/>
                <a:cs typeface="Arial"/>
              </a:defRPr>
            </a:defPPr>
            <a:lvl1pPr algn="l">
              <a:buNone/>
              <a:defRPr sz="1275" b="0">
                <a:solidFill>
                  <a:srgbClr val="4B6070"/>
                </a:solidFill>
                <a:latin typeface="Arial"/>
                <a:ea typeface="Arial"/>
                <a:cs typeface="Arial"/>
              </a:defRPr>
            </a:lvl1pPr>
            <a:lvl2pPr algn="l">
              <a:buNone/>
              <a:defRPr sz="1275" b="0">
                <a:solidFill>
                  <a:srgbClr val="4B6070"/>
                </a:solidFill>
                <a:latin typeface="Arial"/>
                <a:ea typeface="Arial"/>
                <a:cs typeface="Arial"/>
              </a:defRPr>
            </a:lvl2pPr>
            <a:lvl3pPr algn="l">
              <a:buNone/>
              <a:defRPr sz="1275" b="0">
                <a:solidFill>
                  <a:srgbClr val="4B6070"/>
                </a:solidFill>
                <a:latin typeface="Arial"/>
                <a:ea typeface="Arial"/>
                <a:cs typeface="Arial"/>
              </a:defRPr>
            </a:lvl3pPr>
            <a:lvl4pPr algn="l">
              <a:buNone/>
              <a:defRPr sz="1275" b="0">
                <a:solidFill>
                  <a:srgbClr val="4B6070"/>
                </a:solidFill>
                <a:latin typeface="Arial"/>
                <a:ea typeface="Arial"/>
                <a:cs typeface="Arial"/>
              </a:defRPr>
            </a:lvl4pPr>
            <a:lvl5pPr algn="l">
              <a:buNone/>
              <a:defRPr sz="1275" b="0">
                <a:solidFill>
                  <a:srgbClr val="4B6070"/>
                </a:solidFill>
                <a:latin typeface="Arial"/>
                <a:ea typeface="Arial"/>
                <a:cs typeface="Arial"/>
              </a:defRPr>
            </a:lvl5pPr>
            <a:lvl6pPr algn="l">
              <a:buNone/>
              <a:defRPr sz="1275" b="0">
                <a:solidFill>
                  <a:srgbClr val="4B6070"/>
                </a:solidFill>
                <a:latin typeface="Arial"/>
                <a:ea typeface="Arial"/>
                <a:cs typeface="Arial"/>
              </a:defRPr>
            </a:lvl6pPr>
            <a:lvl7pPr algn="l">
              <a:buNone/>
              <a:defRPr sz="1275" b="0">
                <a:solidFill>
                  <a:srgbClr val="4B6070"/>
                </a:solidFill>
                <a:latin typeface="Arial"/>
                <a:ea typeface="Arial"/>
                <a:cs typeface="Arial"/>
              </a:defRPr>
            </a:lvl7pPr>
            <a:lvl8pPr algn="l">
              <a:buNone/>
              <a:defRPr sz="1275" b="0">
                <a:solidFill>
                  <a:srgbClr val="4B6070"/>
                </a:solidFill>
                <a:latin typeface="Arial"/>
                <a:ea typeface="Arial"/>
                <a:cs typeface="Arial"/>
              </a:defRPr>
            </a:lvl8pPr>
            <a:lvl9pPr algn="l">
              <a:buNone/>
              <a:defRPr sz="1275" b="0">
                <a:solidFill>
                  <a:srgbClr val="4B6070"/>
                </a:solidFill>
                <a:latin typeface="Arial"/>
                <a:ea typeface="Arial"/>
                <a:cs typeface="Arial"/>
              </a:defRPr>
            </a:lvl9pPr>
          </a:lstStyle>
          <a:p xmlns:a="http://schemas.openxmlformats.org/drawingml/2006/main">
            <a:pPr algn="l">
              <a:buNone/>
              <a:defRPr sz="1275" b="0">
                <a:solidFill>
                  <a:srgbClr val="4B6070"/>
                </a:solidFill>
                <a:latin typeface="Arial"/>
                <a:ea typeface="Arial"/>
                <a:cs typeface="Arial"/>
              </a:defRPr>
            </a:pPr>
            <a:r>
              <a:rPr sz="1275" b="0">
                <a:solidFill>
                  <a:srgbClr val="4B6070"/>
                </a:solidFill>
                <a:latin typeface="Arial"/>
                <a:ea typeface="Arial"/>
                <a:cs typeface="Arial"/>
              </a:rPr>
              <a:t>01</a:t>
            </a:r>
          </a:p>
        </p:txBody>
      </p:sp>
      <p:sp>
        <p:nvSpPr>
          <p:cNvPr id="3" name="text-2">
            <a:extLst xmlns:a="http://schemas.openxmlformats.org/drawingml/2006/main">
              <a:ext uri="{FF2B5EF4-FFF2-40B4-BE49-F238E27FC236}">
                <a16:creationId xmlns:a16="http://schemas.microsoft.com/office/drawing/2014/main" id="{63E0C8C8-2543-4F03-B2D8-5466378DED7F}"/>
              </a:ext>
            </a:extLst>
          </p:cNvPr>
          <p:cNvSpPr>
            <a:spLocks xmlns:a="http://schemas.openxmlformats.org/drawingml/2006/main" noGrp="1"/>
          </p:cNvSpPr>
          <p:nvPr/>
        </p:nvSpPr>
        <p:spPr>
          <a:xfrm xmlns:a="http://schemas.openxmlformats.org/drawingml/2006/main">
            <a:off x="609600" y="2286000"/>
            <a:ext cx="61912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lgn="l">
              <a:defRPr sz="2700" b="0">
                <a:solidFill>
                  <a:srgbClr val="007C83"/>
                </a:solidFill>
                <a:latin typeface="Arial"/>
                <a:ea typeface="Arial"/>
                <a:cs typeface="Arial"/>
              </a:defRPr>
            </a:defPPr>
            <a:lvl1pPr algn="l">
              <a:buNone/>
              <a:defRPr sz="2700" b="0">
                <a:solidFill>
                  <a:srgbClr val="007C83"/>
                </a:solidFill>
                <a:latin typeface="Arial"/>
                <a:ea typeface="Arial"/>
                <a:cs typeface="Arial"/>
              </a:defRPr>
            </a:lvl1pPr>
            <a:lvl2pPr algn="l">
              <a:buNone/>
              <a:defRPr sz="2700" b="0">
                <a:solidFill>
                  <a:srgbClr val="007C83"/>
                </a:solidFill>
                <a:latin typeface="Arial"/>
                <a:ea typeface="Arial"/>
                <a:cs typeface="Arial"/>
              </a:defRPr>
            </a:lvl2pPr>
            <a:lvl3pPr algn="l">
              <a:buNone/>
              <a:defRPr sz="2700" b="0">
                <a:solidFill>
                  <a:srgbClr val="007C83"/>
                </a:solidFill>
                <a:latin typeface="Arial"/>
                <a:ea typeface="Arial"/>
                <a:cs typeface="Arial"/>
              </a:defRPr>
            </a:lvl3pPr>
            <a:lvl4pPr algn="l">
              <a:buNone/>
              <a:defRPr sz="2700" b="0">
                <a:solidFill>
                  <a:srgbClr val="007C83"/>
                </a:solidFill>
                <a:latin typeface="Arial"/>
                <a:ea typeface="Arial"/>
                <a:cs typeface="Arial"/>
              </a:defRPr>
            </a:lvl4pPr>
            <a:lvl5pPr algn="l">
              <a:buNone/>
              <a:defRPr sz="2700" b="0">
                <a:solidFill>
                  <a:srgbClr val="007C83"/>
                </a:solidFill>
                <a:latin typeface="Arial"/>
                <a:ea typeface="Arial"/>
                <a:cs typeface="Arial"/>
              </a:defRPr>
            </a:lvl5pPr>
            <a:lvl6pPr algn="l">
              <a:buNone/>
              <a:defRPr sz="2700" b="0">
                <a:solidFill>
                  <a:srgbClr val="007C83"/>
                </a:solidFill>
                <a:latin typeface="Arial"/>
                <a:ea typeface="Arial"/>
                <a:cs typeface="Arial"/>
              </a:defRPr>
            </a:lvl6pPr>
            <a:lvl7pPr algn="l">
              <a:buNone/>
              <a:defRPr sz="2700" b="0">
                <a:solidFill>
                  <a:srgbClr val="007C83"/>
                </a:solidFill>
                <a:latin typeface="Arial"/>
                <a:ea typeface="Arial"/>
                <a:cs typeface="Arial"/>
              </a:defRPr>
            </a:lvl7pPr>
            <a:lvl8pPr algn="l">
              <a:buNone/>
              <a:defRPr sz="2700" b="0">
                <a:solidFill>
                  <a:srgbClr val="007C83"/>
                </a:solidFill>
                <a:latin typeface="Arial"/>
                <a:ea typeface="Arial"/>
                <a:cs typeface="Arial"/>
              </a:defRPr>
            </a:lvl8pPr>
            <a:lvl9pPr algn="l">
              <a:buNone/>
              <a:defRPr sz="2700" b="0">
                <a:solidFill>
                  <a:srgbClr val="007C83"/>
                </a:solidFill>
                <a:latin typeface="Arial"/>
                <a:ea typeface="Arial"/>
                <a:cs typeface="Arial"/>
              </a:defRPr>
            </a:lvl9pPr>
          </a:lstStyle>
          <a:p xmlns:a="http://schemas.openxmlformats.org/drawingml/2006/main">
            <a:pPr algn="l">
              <a:buNone/>
              <a:defRPr sz="2700" b="0">
                <a:solidFill>
                  <a:srgbClr val="007C83"/>
                </a:solidFill>
                <a:latin typeface="Arial"/>
                <a:ea typeface="Arial"/>
                <a:cs typeface="Arial"/>
              </a:defRPr>
            </a:pPr>
            <a:r>
              <a:rPr sz="2700" b="0">
                <a:solidFill>
                  <a:srgbClr val="007C83"/>
                </a:solidFill>
                <a:latin typeface="Arial"/>
                <a:ea typeface="Arial"/>
                <a:cs typeface="Arial"/>
              </a:rPr>
              <a:t>Structure, algorithms, and the cost of height</a:t>
            </a:r>
          </a:p>
        </p:txBody>
      </p:sp>
      <p:sp>
        <p:nvSpPr>
          <p:cNvPr id="4" name="text-3">
            <a:extLst xmlns:a="http://schemas.openxmlformats.org/drawingml/2006/main">
              <a:ext uri="{FF2B5EF4-FFF2-40B4-BE49-F238E27FC236}">
                <a16:creationId xmlns:a16="http://schemas.microsoft.com/office/drawing/2014/main" id="{8D88292E-67AB-43D8-9CDC-8BACDD2B756F}"/>
              </a:ext>
            </a:extLst>
          </p:cNvPr>
          <p:cNvSpPr>
            <a:spLocks xmlns:a="http://schemas.openxmlformats.org/drawingml/2006/main" noGrp="1"/>
          </p:cNvSpPr>
          <p:nvPr/>
        </p:nvSpPr>
        <p:spPr>
          <a:xfrm xmlns:a="http://schemas.openxmlformats.org/drawingml/2006/main">
            <a:off x="609600" y="3619500"/>
            <a:ext cx="55245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lgn="l">
              <a:defRPr sz="2025" b="0">
                <a:solidFill>
                  <a:srgbClr val="4B6070"/>
                </a:solidFill>
                <a:latin typeface="Arial"/>
                <a:ea typeface="Arial"/>
                <a:cs typeface="Arial"/>
              </a:defRPr>
            </a:defPPr>
            <a:lvl1pPr algn="l">
              <a:buNone/>
              <a:defRPr sz="2025" b="0">
                <a:solidFill>
                  <a:srgbClr val="4B6070"/>
                </a:solidFill>
                <a:latin typeface="Arial"/>
                <a:ea typeface="Arial"/>
                <a:cs typeface="Arial"/>
              </a:defRPr>
            </a:lvl1pPr>
            <a:lvl2pPr algn="l">
              <a:buNone/>
              <a:defRPr sz="2025" b="0">
                <a:solidFill>
                  <a:srgbClr val="4B6070"/>
                </a:solidFill>
                <a:latin typeface="Arial"/>
                <a:ea typeface="Arial"/>
                <a:cs typeface="Arial"/>
              </a:defRPr>
            </a:lvl2pPr>
            <a:lvl3pPr algn="l">
              <a:buNone/>
              <a:defRPr sz="2025" b="0">
                <a:solidFill>
                  <a:srgbClr val="4B6070"/>
                </a:solidFill>
                <a:latin typeface="Arial"/>
                <a:ea typeface="Arial"/>
                <a:cs typeface="Arial"/>
              </a:defRPr>
            </a:lvl3pPr>
            <a:lvl4pPr algn="l">
              <a:buNone/>
              <a:defRPr sz="2025" b="0">
                <a:solidFill>
                  <a:srgbClr val="4B6070"/>
                </a:solidFill>
                <a:latin typeface="Arial"/>
                <a:ea typeface="Arial"/>
                <a:cs typeface="Arial"/>
              </a:defRPr>
            </a:lvl4pPr>
            <a:lvl5pPr algn="l">
              <a:buNone/>
              <a:defRPr sz="2025" b="0">
                <a:solidFill>
                  <a:srgbClr val="4B6070"/>
                </a:solidFill>
                <a:latin typeface="Arial"/>
                <a:ea typeface="Arial"/>
                <a:cs typeface="Arial"/>
              </a:defRPr>
            </a:lvl5pPr>
            <a:lvl6pPr algn="l">
              <a:buNone/>
              <a:defRPr sz="2025" b="0">
                <a:solidFill>
                  <a:srgbClr val="4B6070"/>
                </a:solidFill>
                <a:latin typeface="Arial"/>
                <a:ea typeface="Arial"/>
                <a:cs typeface="Arial"/>
              </a:defRPr>
            </a:lvl6pPr>
            <a:lvl7pPr algn="l">
              <a:buNone/>
              <a:defRPr sz="2025" b="0">
                <a:solidFill>
                  <a:srgbClr val="4B6070"/>
                </a:solidFill>
                <a:latin typeface="Arial"/>
                <a:ea typeface="Arial"/>
                <a:cs typeface="Arial"/>
              </a:defRPr>
            </a:lvl7pPr>
            <a:lvl8pPr algn="l">
              <a:buNone/>
              <a:defRPr sz="2025" b="0">
                <a:solidFill>
                  <a:srgbClr val="4B6070"/>
                </a:solidFill>
                <a:latin typeface="Arial"/>
                <a:ea typeface="Arial"/>
                <a:cs typeface="Arial"/>
              </a:defRPr>
            </a:lvl8pPr>
            <a:lvl9pPr algn="l">
              <a:buNone/>
              <a:defRPr sz="2025" b="0">
                <a:solidFill>
                  <a:srgbClr val="4B6070"/>
                </a:solidFill>
                <a:latin typeface="Arial"/>
                <a:ea typeface="Arial"/>
                <a:cs typeface="Arial"/>
              </a:defRPr>
            </a:lvl9pPr>
          </a:lstStyle>
          <a:p xmlns:a="http://schemas.openxmlformats.org/drawingml/2006/main">
            <a:pPr algn="l">
              <a:buNone/>
              <a:defRPr sz="2025" b="0">
                <a:solidFill>
                  <a:srgbClr val="4B6070"/>
                </a:solidFill>
                <a:latin typeface="Arial"/>
                <a:ea typeface="Arial"/>
                <a:cs typeface="Arial"/>
              </a:defRPr>
            </a:pPr>
            <a:r>
              <a:rPr sz="2025" b="0">
                <a:solidFill>
                  <a:srgbClr val="4B6070"/>
                </a:solidFill>
                <a:latin typeface="Arial"/>
                <a:ea typeface="Arial"/>
                <a:cs typeface="Arial"/>
              </a:rPr>
              <a:t>A lesson in ordered data structures</a:t>
            </a:r>
          </a:p>
        </p:txBody>
      </p:sp>
      <p:sp>
        <p:nvSpPr>
          <p:cNvPr id="5" name="source-diagram-dg0-9">
            <a:extLst xmlns:a="http://schemas.openxmlformats.org/drawingml/2006/main">
              <a:ext uri="{FF2B5EF4-FFF2-40B4-BE49-F238E27FC236}">
                <a16:creationId xmlns:a16="http://schemas.microsoft.com/office/drawing/2014/main" id="{F62719C6-42B9-4309-881C-F8A52C06A62F}"/>
              </a:ext>
            </a:extLst>
          </p:cNvPr>
          <p:cNvSpPr>
            <a:spLocks xmlns:a="http://schemas.openxmlformats.org/drawingml/2006/main" noGrp="1"/>
          </p:cNvSpPr>
          <p:nvPr/>
        </p:nvSpPr>
        <p:spPr>
          <a:xfrm xmlns:a="http://schemas.openxmlformats.org/drawingml/2006/main">
            <a:off x="9649802" y="3854515"/>
            <a:ext cx="370969" cy="462657"/>
          </a:xfrm>
          <a:prstGeom xmlns:a="http://schemas.openxmlformats.org/drawingml/2006/main" prst="ellipse">
            <a:avLst/>
          </a:prstGeom>
          <a:solidFill xmlns:a="http://schemas.openxmlformats.org/drawingml/2006/main">
            <a:srgbClr val="E5EEF2"/>
          </a:solidFill>
          <a:ln xmlns:a="http://schemas.openxmlformats.org/drawingml/2006/main" w="38100">
            <a:solidFill>
              <a:srgbClr val="142E42"/>
            </a:solidFill>
            <a:round/>
          </a:l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110" b="0">
                <a:solidFill>
                  <a:srgbClr val="142E42"/>
                </a:solidFill>
                <a:latin typeface="Arial"/>
                <a:ea typeface="Arial"/>
                <a:cs typeface="Arial"/>
              </a:rPr>
              <a:t>20</a:t>
            </a:r>
          </a:p>
        </p:txBody>
      </p:sp>
      <p:sp>
        <p:nvSpPr>
          <p:cNvPr id="6" name="source-diagram-dg0-10">
            <a:extLst xmlns:a="http://schemas.openxmlformats.org/drawingml/2006/main">
              <a:ext uri="{FF2B5EF4-FFF2-40B4-BE49-F238E27FC236}">
                <a16:creationId xmlns:a16="http://schemas.microsoft.com/office/drawing/2014/main" id="{2567BE03-53D1-4EFC-BF61-319BBF18C597}"/>
              </a:ext>
            </a:extLst>
          </p:cNvPr>
          <p:cNvSpPr>
            <a:spLocks xmlns:a="http://schemas.openxmlformats.org/drawingml/2006/main" noGrp="1"/>
          </p:cNvSpPr>
          <p:nvPr/>
        </p:nvSpPr>
        <p:spPr>
          <a:xfrm xmlns:a="http://schemas.openxmlformats.org/drawingml/2006/main">
            <a:off x="8519891" y="3854515"/>
            <a:ext cx="370969" cy="462657"/>
          </a:xfrm>
          <a:prstGeom xmlns:a="http://schemas.openxmlformats.org/drawingml/2006/main" prst="ellipse">
            <a:avLst/>
          </a:prstGeom>
          <a:solidFill xmlns:a="http://schemas.openxmlformats.org/drawingml/2006/main">
            <a:srgbClr val="E5EEF2"/>
          </a:solidFill>
          <a:ln xmlns:a="http://schemas.openxmlformats.org/drawingml/2006/main" w="38100">
            <a:solidFill>
              <a:srgbClr val="142E42"/>
            </a:solidFill>
            <a:round/>
          </a:l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110" b="0">
                <a:solidFill>
                  <a:srgbClr val="142E42"/>
                </a:solidFill>
                <a:latin typeface="Arial"/>
                <a:ea typeface="Arial"/>
                <a:cs typeface="Arial"/>
              </a:rPr>
              <a:t>9</a:t>
            </a:r>
          </a:p>
        </p:txBody>
      </p:sp>
      <p:sp>
        <p:nvSpPr>
          <p:cNvPr id="7" name="source-diagram-dg0-11">
            <a:extLst xmlns:a="http://schemas.openxmlformats.org/drawingml/2006/main">
              <a:ext uri="{FF2B5EF4-FFF2-40B4-BE49-F238E27FC236}">
                <a16:creationId xmlns:a16="http://schemas.microsoft.com/office/drawing/2014/main" id="{DC55B831-7718-40A3-BA4F-1E8250BCAD60}"/>
              </a:ext>
            </a:extLst>
          </p:cNvPr>
          <p:cNvSpPr>
            <a:spLocks xmlns:a="http://schemas.openxmlformats.org/drawingml/2006/main" noGrp="1"/>
          </p:cNvSpPr>
          <p:nvPr/>
        </p:nvSpPr>
        <p:spPr>
          <a:xfrm xmlns:a="http://schemas.openxmlformats.org/drawingml/2006/main">
            <a:off x="7572375" y="3854515"/>
            <a:ext cx="370969" cy="462657"/>
          </a:xfrm>
          <a:prstGeom xmlns:a="http://schemas.openxmlformats.org/drawingml/2006/main" prst="ellipse">
            <a:avLst/>
          </a:prstGeom>
          <a:solidFill xmlns:a="http://schemas.openxmlformats.org/drawingml/2006/main">
            <a:srgbClr val="E5EEF2"/>
          </a:solidFill>
          <a:ln xmlns:a="http://schemas.openxmlformats.org/drawingml/2006/main" w="38100">
            <a:solidFill>
              <a:srgbClr val="142E42"/>
            </a:solidFill>
            <a:round/>
          </a:l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110" b="0">
                <a:solidFill>
                  <a:srgbClr val="142E42"/>
                </a:solidFill>
                <a:latin typeface="Arial"/>
                <a:ea typeface="Arial"/>
                <a:cs typeface="Arial"/>
              </a:rPr>
              <a:t>2</a:t>
            </a:r>
          </a:p>
        </p:txBody>
      </p:sp>
      <p:sp>
        <p:nvSpPr>
          <p:cNvPr id="8" name="source-diagram-dg0-12">
            <a:extLst xmlns:a="http://schemas.openxmlformats.org/drawingml/2006/main">
              <a:ext uri="{FF2B5EF4-FFF2-40B4-BE49-F238E27FC236}">
                <a16:creationId xmlns:a16="http://schemas.microsoft.com/office/drawing/2014/main" id="{9EC5A00A-53EB-4E99-B11F-FDF990A628BB}"/>
              </a:ext>
            </a:extLst>
          </p:cNvPr>
          <p:cNvSpPr>
            <a:spLocks xmlns:a="http://schemas.openxmlformats.org/drawingml/2006/main" noGrp="1"/>
          </p:cNvSpPr>
          <p:nvPr/>
        </p:nvSpPr>
        <p:spPr>
          <a:xfrm xmlns:a="http://schemas.openxmlformats.org/drawingml/2006/main">
            <a:off x="9130445" y="2774983"/>
            <a:ext cx="370969" cy="462657"/>
          </a:xfrm>
          <a:prstGeom xmlns:a="http://schemas.openxmlformats.org/drawingml/2006/main" prst="ellipse">
            <a:avLst/>
          </a:prstGeom>
          <a:solidFill xmlns:a="http://schemas.openxmlformats.org/drawingml/2006/main">
            <a:srgbClr val="E5EEF2"/>
          </a:solidFill>
          <a:ln xmlns:a="http://schemas.openxmlformats.org/drawingml/2006/main" w="38100">
            <a:solidFill>
              <a:srgbClr val="142E42"/>
            </a:solidFill>
            <a:round/>
          </a:l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110" b="0">
                <a:solidFill>
                  <a:srgbClr val="142E42"/>
                </a:solidFill>
                <a:latin typeface="Arial"/>
                <a:ea typeface="Arial"/>
                <a:cs typeface="Arial"/>
              </a:rPr>
              <a:t>15</a:t>
            </a:r>
          </a:p>
        </p:txBody>
      </p:sp>
      <p:sp>
        <p:nvSpPr>
          <p:cNvPr id="9" name="source-diagram-dg0-13">
            <a:extLst xmlns:a="http://schemas.openxmlformats.org/drawingml/2006/main">
              <a:ext uri="{FF2B5EF4-FFF2-40B4-BE49-F238E27FC236}">
                <a16:creationId xmlns:a16="http://schemas.microsoft.com/office/drawing/2014/main" id="{C2D074B4-8767-47E4-B269-88365596B3CF}"/>
              </a:ext>
            </a:extLst>
          </p:cNvPr>
          <p:cNvSpPr>
            <a:spLocks xmlns:a="http://schemas.openxmlformats.org/drawingml/2006/main" noGrp="1"/>
          </p:cNvSpPr>
          <p:nvPr/>
        </p:nvSpPr>
        <p:spPr>
          <a:xfrm xmlns:a="http://schemas.openxmlformats.org/drawingml/2006/main">
            <a:off x="8000535" y="2774983"/>
            <a:ext cx="370969" cy="462657"/>
          </a:xfrm>
          <a:prstGeom xmlns:a="http://schemas.openxmlformats.org/drawingml/2006/main" prst="ellipse">
            <a:avLst/>
          </a:prstGeom>
          <a:solidFill xmlns:a="http://schemas.openxmlformats.org/drawingml/2006/main">
            <a:srgbClr val="E5EEF2"/>
          </a:solidFill>
          <a:ln xmlns:a="http://schemas.openxmlformats.org/drawingml/2006/main" w="38100">
            <a:solidFill>
              <a:srgbClr val="142E42"/>
            </a:solidFill>
            <a:round/>
          </a:l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110" b="0">
                <a:solidFill>
                  <a:srgbClr val="142E42"/>
                </a:solidFill>
                <a:latin typeface="Arial"/>
                <a:ea typeface="Arial"/>
                <a:cs typeface="Arial"/>
              </a:rPr>
              <a:t>5</a:t>
            </a:r>
          </a:p>
        </p:txBody>
      </p:sp>
      <p:sp>
        <p:nvSpPr>
          <p:cNvPr id="10" name="source-diagram-dg0-14">
            <a:extLst xmlns:a="http://schemas.openxmlformats.org/drawingml/2006/main">
              <a:ext uri="{FF2B5EF4-FFF2-40B4-BE49-F238E27FC236}">
                <a16:creationId xmlns:a16="http://schemas.microsoft.com/office/drawing/2014/main" id="{D1FE3577-6037-4F40-9DBE-DE9DEBE7D726}"/>
              </a:ext>
            </a:extLst>
          </p:cNvPr>
          <p:cNvSpPr>
            <a:spLocks xmlns:a="http://schemas.openxmlformats.org/drawingml/2006/main" noGrp="1"/>
          </p:cNvSpPr>
          <p:nvPr/>
        </p:nvSpPr>
        <p:spPr>
          <a:xfrm xmlns:a="http://schemas.openxmlformats.org/drawingml/2006/main">
            <a:off x="8536895" y="1695450"/>
            <a:ext cx="370969" cy="462657"/>
          </a:xfrm>
          <a:prstGeom xmlns:a="http://schemas.openxmlformats.org/drawingml/2006/main" prst="ellipse">
            <a:avLst/>
          </a:prstGeom>
          <a:solidFill xmlns:a="http://schemas.openxmlformats.org/drawingml/2006/main">
            <a:srgbClr val="E5EEF2"/>
          </a:solidFill>
          <a:ln xmlns:a="http://schemas.openxmlformats.org/drawingml/2006/main" w="38100">
            <a:solidFill>
              <a:srgbClr val="142E42"/>
            </a:solidFill>
            <a:round/>
          </a:l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110" b="0">
                <a:solidFill>
                  <a:srgbClr val="142E42"/>
                </a:solidFill>
                <a:latin typeface="Arial"/>
                <a:ea typeface="Arial"/>
                <a:cs typeface="Arial"/>
              </a:rPr>
              <a:t>12</a:t>
            </a:r>
          </a:p>
        </p:txBody>
      </p:sp>
      <p:cxnSp>
        <p:nvCxnSpPr>
          <p:cNvPr id="11" name="source-diagram-dg0-15">
            <a:extLst xmlns:a="http://schemas.openxmlformats.org/drawingml/2006/main">
              <a:ext uri="{FF2B5EF4-FFF2-40B4-BE49-F238E27FC236}">
                <a16:creationId xmlns:a16="http://schemas.microsoft.com/office/drawing/2014/main" id="{7594E74E-9423-48C5-9D10-915285CA256B}"/>
              </a:ext>
            </a:extLst>
          </p:cNvPr>
          <p:cNvCxnSpPr/>
          <p:nvPr/>
        </p:nvCxnSpPr>
        <p:spPr>
          <a:xfrm xmlns:a="http://schemas.openxmlformats.org/drawingml/2006/main" rot="5400000">
            <a:off x="8114145" y="2179992"/>
            <a:ext cx="548952" cy="505350"/>
          </a:xfrm>
          <a:prstGeom xmlns:a="http://schemas.openxmlformats.org/drawingml/2006/main" prst="straightConnector1">
            <a:avLst/>
          </a:prstGeom>
          <a:ln xmlns:a="http://schemas.openxmlformats.org/drawingml/2006/main" w="9525">
            <a:solidFill>
              <a:srgbClr val="142E42"/>
            </a:solidFill>
            <a:round/>
            <a:headEnd type="none" w="med" len="med"/>
            <a:tailEnd type="none" w="med" len="med"/>
          </a:ln>
        </p:spPr>
      </p:cxnSp>
      <p:cxnSp>
        <p:nvCxnSpPr>
          <p:cNvPr id="12" name="source-diagram-dg0-16">
            <a:extLst xmlns:a="http://schemas.openxmlformats.org/drawingml/2006/main">
              <a:ext uri="{FF2B5EF4-FFF2-40B4-BE49-F238E27FC236}">
                <a16:creationId xmlns:a16="http://schemas.microsoft.com/office/drawing/2014/main" id="{198232C9-B230-492A-AA03-E51195FC5A73}"/>
              </a:ext>
            </a:extLst>
          </p:cNvPr>
          <p:cNvCxnSpPr/>
          <p:nvPr/>
        </p:nvCxnSpPr>
        <p:spPr>
          <a:xfrm xmlns:a="http://schemas.openxmlformats.org/drawingml/2006/main" rot="16200000" flipH="1">
            <a:off x="8810257" y="2144329"/>
            <a:ext cx="548952" cy="576677"/>
          </a:xfrm>
          <a:prstGeom xmlns:a="http://schemas.openxmlformats.org/drawingml/2006/main" prst="straightConnector1">
            <a:avLst/>
          </a:prstGeom>
          <a:ln xmlns:a="http://schemas.openxmlformats.org/drawingml/2006/main" w="9525">
            <a:solidFill>
              <a:srgbClr val="142E42"/>
            </a:solidFill>
            <a:round/>
            <a:headEnd type="none" w="med" len="med"/>
            <a:tailEnd type="none" w="med" len="med"/>
          </a:ln>
        </p:spPr>
      </p:cxnSp>
      <p:cxnSp>
        <p:nvCxnSpPr>
          <p:cNvPr id="13" name="source-diagram-dg0-17">
            <a:extLst xmlns:a="http://schemas.openxmlformats.org/drawingml/2006/main">
              <a:ext uri="{FF2B5EF4-FFF2-40B4-BE49-F238E27FC236}">
                <a16:creationId xmlns:a16="http://schemas.microsoft.com/office/drawing/2014/main" id="{D9EC6E62-B895-49FF-B517-1E03D094CD07}"/>
              </a:ext>
            </a:extLst>
          </p:cNvPr>
          <p:cNvCxnSpPr/>
          <p:nvPr/>
        </p:nvCxnSpPr>
        <p:spPr>
          <a:xfrm xmlns:a="http://schemas.openxmlformats.org/drawingml/2006/main">
            <a:off x="9447315" y="3193302"/>
            <a:ext cx="387971" cy="638080"/>
          </a:xfrm>
          <a:prstGeom xmlns:a="http://schemas.openxmlformats.org/drawingml/2006/main" prst="straightConnector1">
            <a:avLst/>
          </a:prstGeom>
          <a:ln xmlns:a="http://schemas.openxmlformats.org/drawingml/2006/main" w="9525">
            <a:solidFill>
              <a:srgbClr val="142E42"/>
            </a:solidFill>
            <a:round/>
            <a:headEnd type="none" w="med" len="med"/>
            <a:tailEnd type="none" w="med" len="med"/>
          </a:ln>
        </p:spPr>
      </p:cxnSp>
      <p:cxnSp>
        <p:nvCxnSpPr>
          <p:cNvPr id="14" name="source-diagram-dg0-18">
            <a:extLst xmlns:a="http://schemas.openxmlformats.org/drawingml/2006/main">
              <a:ext uri="{FF2B5EF4-FFF2-40B4-BE49-F238E27FC236}">
                <a16:creationId xmlns:a16="http://schemas.microsoft.com/office/drawing/2014/main" id="{42FFDBCE-0223-4B79-BAAE-6AD46E9AB18B}"/>
              </a:ext>
            </a:extLst>
          </p:cNvPr>
          <p:cNvCxnSpPr/>
          <p:nvPr/>
        </p:nvCxnSpPr>
        <p:spPr>
          <a:xfrm xmlns:a="http://schemas.openxmlformats.org/drawingml/2006/main" rot="5400000">
            <a:off x="7631885" y="3326997"/>
            <a:ext cx="548952" cy="370408"/>
          </a:xfrm>
          <a:prstGeom xmlns:a="http://schemas.openxmlformats.org/drawingml/2006/main" prst="straightConnector1">
            <a:avLst/>
          </a:prstGeom>
          <a:ln xmlns:a="http://schemas.openxmlformats.org/drawingml/2006/main" w="9525">
            <a:solidFill>
              <a:srgbClr val="142E42"/>
            </a:solidFill>
            <a:round/>
            <a:headEnd type="none" w="med" len="med"/>
            <a:tailEnd type="none" w="med" len="med"/>
          </a:ln>
        </p:spPr>
      </p:cxnSp>
      <p:cxnSp>
        <p:nvCxnSpPr>
          <p:cNvPr id="15" name="source-diagram-dg0-19">
            <a:extLst xmlns:a="http://schemas.openxmlformats.org/drawingml/2006/main">
              <a:ext uri="{FF2B5EF4-FFF2-40B4-BE49-F238E27FC236}">
                <a16:creationId xmlns:a16="http://schemas.microsoft.com/office/drawing/2014/main" id="{52E92F67-DC1B-40CF-B5AB-65897DE0F7D9}"/>
              </a:ext>
            </a:extLst>
          </p:cNvPr>
          <p:cNvCxnSpPr/>
          <p:nvPr/>
        </p:nvCxnSpPr>
        <p:spPr>
          <a:xfrm xmlns:a="http://schemas.openxmlformats.org/drawingml/2006/main">
            <a:off x="8317405" y="3193302"/>
            <a:ext cx="387971" cy="638080"/>
          </a:xfrm>
          <a:prstGeom xmlns:a="http://schemas.openxmlformats.org/drawingml/2006/main" prst="straightConnector1">
            <a:avLst/>
          </a:prstGeom>
          <a:ln xmlns:a="http://schemas.openxmlformats.org/drawingml/2006/main" w="9525">
            <a:solidFill>
              <a:srgbClr val="142E42"/>
            </a:solidFill>
            <a:round/>
            <a:headEnd type="none" w="med" len="med"/>
            <a:tailEnd type="none" w="med" len="med"/>
          </a:ln>
        </p:spPr>
      </p:cxnSp>
      <p:sp>
        <p:nvSpPr>
          <p:cNvPr id="16" name="source-diagram-dg0-20">
            <a:extLst xmlns:a="http://schemas.openxmlformats.org/drawingml/2006/main">
              <a:ext uri="{FF2B5EF4-FFF2-40B4-BE49-F238E27FC236}">
                <a16:creationId xmlns:a16="http://schemas.microsoft.com/office/drawing/2014/main" id="{253C63BB-6E59-4FCF-93C5-A2DC9E5CC886}"/>
              </a:ext>
            </a:extLst>
          </p:cNvPr>
          <p:cNvSpPr>
            <a:spLocks xmlns:a="http://schemas.openxmlformats.org/drawingml/2006/main" noGrp="1"/>
          </p:cNvSpPr>
          <p:nvPr/>
        </p:nvSpPr>
        <p:spPr>
          <a:xfrm xmlns:a="http://schemas.openxmlformats.org/drawingml/2006/main">
            <a:off x="9909480" y="4934049"/>
            <a:ext cx="370969" cy="462657"/>
          </a:xfrm>
          <a:prstGeom xmlns:a="http://schemas.openxmlformats.org/drawingml/2006/main" prst="ellipse">
            <a:avLst/>
          </a:prstGeom>
          <a:solidFill xmlns:a="http://schemas.openxmlformats.org/drawingml/2006/main">
            <a:srgbClr val="E5EEF2"/>
          </a:solidFill>
          <a:ln xmlns:a="http://schemas.openxmlformats.org/drawingml/2006/main" w="38100">
            <a:solidFill>
              <a:srgbClr val="142E42"/>
            </a:solidFill>
            <a:round/>
          </a:l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110" b="0">
                <a:solidFill>
                  <a:srgbClr val="142E42"/>
                </a:solidFill>
                <a:latin typeface="Arial"/>
                <a:ea typeface="Arial"/>
                <a:cs typeface="Arial"/>
              </a:rPr>
              <a:t>30</a:t>
            </a:r>
          </a:p>
        </p:txBody>
      </p:sp>
      <p:cxnSp>
        <p:nvCxnSpPr>
          <p:cNvPr id="17" name="source-diagram-dg0-21">
            <a:extLst xmlns:a="http://schemas.openxmlformats.org/drawingml/2006/main">
              <a:ext uri="{FF2B5EF4-FFF2-40B4-BE49-F238E27FC236}">
                <a16:creationId xmlns:a16="http://schemas.microsoft.com/office/drawing/2014/main" id="{9E6B1D80-3920-41F6-ADB6-C1513C214E91}"/>
              </a:ext>
            </a:extLst>
          </p:cNvPr>
          <p:cNvCxnSpPr/>
          <p:nvPr/>
        </p:nvCxnSpPr>
        <p:spPr>
          <a:xfrm xmlns:a="http://schemas.openxmlformats.org/drawingml/2006/main">
            <a:off x="9966672" y="4272835"/>
            <a:ext cx="128293" cy="638080"/>
          </a:xfrm>
          <a:prstGeom xmlns:a="http://schemas.openxmlformats.org/drawingml/2006/main" prst="straightConnector1">
            <a:avLst/>
          </a:prstGeom>
          <a:ln xmlns:a="http://schemas.openxmlformats.org/drawingml/2006/main" w="9525">
            <a:solidFill>
              <a:srgbClr val="142E42"/>
            </a:solidFill>
            <a:round/>
            <a:headEnd type="none" w="med" len="med"/>
            <a:tailEnd type="none" w="med" len="med"/>
          </a:ln>
        </p:spPr>
      </p:cxnSp>
      <p:sp>
        <p:nvSpPr>
          <p:cNvPr id="18" name="source-diagram-dg0-22">
            <a:extLst xmlns:a="http://schemas.openxmlformats.org/drawingml/2006/main">
              <a:ext uri="{FF2B5EF4-FFF2-40B4-BE49-F238E27FC236}">
                <a16:creationId xmlns:a16="http://schemas.microsoft.com/office/drawing/2014/main" id="{D8B88EEB-FAE2-4582-BDF1-B4D9F7C88079}"/>
              </a:ext>
            </a:extLst>
          </p:cNvPr>
          <p:cNvSpPr>
            <a:spLocks xmlns:a="http://schemas.openxmlformats.org/drawingml/2006/main" noGrp="1"/>
          </p:cNvSpPr>
          <p:nvPr/>
        </p:nvSpPr>
        <p:spPr>
          <a:xfrm xmlns:a="http://schemas.openxmlformats.org/drawingml/2006/main">
            <a:off x="8260213" y="4934049"/>
            <a:ext cx="370969" cy="462657"/>
          </a:xfrm>
          <a:prstGeom xmlns:a="http://schemas.openxmlformats.org/drawingml/2006/main" prst="ellipse">
            <a:avLst/>
          </a:prstGeom>
          <a:solidFill xmlns:a="http://schemas.openxmlformats.org/drawingml/2006/main">
            <a:srgbClr val="E5EEF2"/>
          </a:solidFill>
          <a:ln xmlns:a="http://schemas.openxmlformats.org/drawingml/2006/main" w="38100">
            <a:solidFill>
              <a:srgbClr val="142E42"/>
            </a:solidFill>
            <a:round/>
          </a:l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110" b="0">
                <a:solidFill>
                  <a:srgbClr val="142E42"/>
                </a:solidFill>
                <a:latin typeface="Arial"/>
                <a:ea typeface="Arial"/>
                <a:cs typeface="Arial"/>
              </a:rPr>
              <a:t>7</a:t>
            </a:r>
          </a:p>
        </p:txBody>
      </p:sp>
      <p:cxnSp>
        <p:nvCxnSpPr>
          <p:cNvPr id="19" name="source-diagram-dg0-23">
            <a:extLst xmlns:a="http://schemas.openxmlformats.org/drawingml/2006/main">
              <a:ext uri="{FF2B5EF4-FFF2-40B4-BE49-F238E27FC236}">
                <a16:creationId xmlns:a16="http://schemas.microsoft.com/office/drawing/2014/main" id="{72184FE8-F05F-413D-ACD7-76098AA6CD70}"/>
              </a:ext>
            </a:extLst>
          </p:cNvPr>
          <p:cNvCxnSpPr/>
          <p:nvPr/>
        </p:nvCxnSpPr>
        <p:spPr>
          <a:xfrm xmlns:a="http://schemas.openxmlformats.org/drawingml/2006/main" flipH="1">
            <a:off x="8445698" y="4272835"/>
            <a:ext cx="128294" cy="638080"/>
          </a:xfrm>
          <a:prstGeom xmlns:a="http://schemas.openxmlformats.org/drawingml/2006/main" prst="straightConnector1">
            <a:avLst/>
          </a:prstGeom>
          <a:ln xmlns:a="http://schemas.openxmlformats.org/drawingml/2006/main" w="9525">
            <a:solidFill>
              <a:srgbClr val="142E42"/>
            </a:solidFill>
            <a:round/>
            <a:headEnd type="none" w="med" len="med"/>
            <a:tailEnd type="none" w="med" len="med"/>
          </a:ln>
        </p:spPr>
      </p:cxnSp>
      <p:sp>
        <p:nvSpPr>
          <p:cNvPr id="20" name="source-diagram-dg0-24">
            <a:extLst xmlns:a="http://schemas.openxmlformats.org/drawingml/2006/main">
              <a:ext uri="{FF2B5EF4-FFF2-40B4-BE49-F238E27FC236}">
                <a16:creationId xmlns:a16="http://schemas.microsoft.com/office/drawing/2014/main" id="{9CDD99C4-8213-4398-9DE9-1E7CE9A9C277}"/>
              </a:ext>
            </a:extLst>
          </p:cNvPr>
          <p:cNvSpPr>
            <a:spLocks xmlns:a="http://schemas.openxmlformats.org/drawingml/2006/main" noGrp="1"/>
          </p:cNvSpPr>
          <p:nvPr/>
        </p:nvSpPr>
        <p:spPr>
          <a:xfrm xmlns:a="http://schemas.openxmlformats.org/drawingml/2006/main">
            <a:off x="9390123" y="4924411"/>
            <a:ext cx="370969" cy="462657"/>
          </a:xfrm>
          <a:prstGeom xmlns:a="http://schemas.openxmlformats.org/drawingml/2006/main" prst="ellipse">
            <a:avLst/>
          </a:prstGeom>
          <a:solidFill xmlns:a="http://schemas.openxmlformats.org/drawingml/2006/main">
            <a:srgbClr val="E5EEF2"/>
          </a:solidFill>
          <a:ln xmlns:a="http://schemas.openxmlformats.org/drawingml/2006/main" w="38100">
            <a:solidFill>
              <a:srgbClr val="142E42"/>
            </a:solidFill>
            <a:round/>
          </a:l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110" b="0">
                <a:solidFill>
                  <a:srgbClr val="142E42"/>
                </a:solidFill>
                <a:latin typeface="Arial"/>
                <a:ea typeface="Arial"/>
                <a:cs typeface="Arial"/>
              </a:rPr>
              <a:t>17</a:t>
            </a:r>
          </a:p>
        </p:txBody>
      </p:sp>
      <p:cxnSp>
        <p:nvCxnSpPr>
          <p:cNvPr id="21" name="source-diagram-dg0-25">
            <a:extLst xmlns:a="http://schemas.openxmlformats.org/drawingml/2006/main">
              <a:ext uri="{FF2B5EF4-FFF2-40B4-BE49-F238E27FC236}">
                <a16:creationId xmlns:a16="http://schemas.microsoft.com/office/drawing/2014/main" id="{43F1A772-0C77-4641-9891-D4C015CEA0E5}"/>
              </a:ext>
            </a:extLst>
          </p:cNvPr>
          <p:cNvCxnSpPr/>
          <p:nvPr/>
        </p:nvCxnSpPr>
        <p:spPr>
          <a:xfrm xmlns:a="http://schemas.openxmlformats.org/drawingml/2006/main" flipH="1">
            <a:off x="9575608" y="4272835"/>
            <a:ext cx="128294" cy="628442"/>
          </a:xfrm>
          <a:prstGeom xmlns:a="http://schemas.openxmlformats.org/drawingml/2006/main" prst="straightConnector1">
            <a:avLst/>
          </a:prstGeom>
          <a:ln xmlns:a="http://schemas.openxmlformats.org/drawingml/2006/main" w="9525">
            <a:solidFill>
              <a:srgbClr val="142E42"/>
            </a:solidFill>
            <a:round/>
            <a:headEnd type="none" w="med" len="med"/>
            <a:tailEnd type="none" w="med" len="med"/>
          </a:ln>
        </p:spPr>
      </p:cxnSp>
      <p:sp>
        <p:nvSpPr>
          <p:cNvPr id="22" name="source-diagram-dg0-26">
            <a:extLst xmlns:a="http://schemas.openxmlformats.org/drawingml/2006/main">
              <a:ext uri="{FF2B5EF4-FFF2-40B4-BE49-F238E27FC236}">
                <a16:creationId xmlns:a16="http://schemas.microsoft.com/office/drawing/2014/main" id="{99EF9087-4EEF-44CD-80C3-9E7ADE0CAF8A}"/>
              </a:ext>
            </a:extLst>
          </p:cNvPr>
          <p:cNvSpPr>
            <a:spLocks xmlns:a="http://schemas.openxmlformats.org/drawingml/2006/main" noGrp="1"/>
          </p:cNvSpPr>
          <p:nvPr/>
        </p:nvSpPr>
        <p:spPr>
          <a:xfrm xmlns:a="http://schemas.openxmlformats.org/drawingml/2006/main">
            <a:off x="8759476" y="4947543"/>
            <a:ext cx="370969" cy="462657"/>
          </a:xfrm>
          <a:prstGeom xmlns:a="http://schemas.openxmlformats.org/drawingml/2006/main" prst="ellipse">
            <a:avLst/>
          </a:prstGeom>
          <a:solidFill xmlns:a="http://schemas.openxmlformats.org/drawingml/2006/main">
            <a:srgbClr val="E5EEF2"/>
          </a:solidFill>
          <a:ln xmlns:a="http://schemas.openxmlformats.org/drawingml/2006/main" w="38100">
            <a:solidFill>
              <a:srgbClr val="142E42"/>
            </a:solidFill>
            <a:round/>
          </a:l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110" b="0">
                <a:solidFill>
                  <a:srgbClr val="142E42"/>
                </a:solidFill>
                <a:latin typeface="Arial"/>
                <a:ea typeface="Arial"/>
                <a:cs typeface="Arial"/>
              </a:rPr>
              <a:t>10</a:t>
            </a:r>
          </a:p>
        </p:txBody>
      </p:sp>
      <p:cxnSp>
        <p:nvCxnSpPr>
          <p:cNvPr id="23" name="source-diagram-dg0-27">
            <a:extLst xmlns:a="http://schemas.openxmlformats.org/drawingml/2006/main">
              <a:ext uri="{FF2B5EF4-FFF2-40B4-BE49-F238E27FC236}">
                <a16:creationId xmlns:a16="http://schemas.microsoft.com/office/drawing/2014/main" id="{AB8B2E16-771D-4C53-9C05-A4B2F8D79F61}"/>
              </a:ext>
            </a:extLst>
          </p:cNvPr>
          <p:cNvCxnSpPr/>
          <p:nvPr/>
        </p:nvCxnSpPr>
        <p:spPr>
          <a:xfrm xmlns:a="http://schemas.openxmlformats.org/drawingml/2006/main">
            <a:off x="8816667" y="4286329"/>
            <a:ext cx="128294" cy="638081"/>
          </a:xfrm>
          <a:prstGeom xmlns:a="http://schemas.openxmlformats.org/drawingml/2006/main" prst="straightConnector1">
            <a:avLst/>
          </a:prstGeom>
          <a:ln xmlns:a="http://schemas.openxmlformats.org/drawingml/2006/main" w="9525">
            <a:solidFill>
              <a:srgbClr val="142E42"/>
            </a:solidFill>
            <a:round/>
            <a:headEnd type="none" w="med" len="med"/>
            <a:tailEnd type="none" w="med" len="med"/>
          </a:ln>
        </p:spPr>
      </p:cxnSp>
      <p:sp>
        <p:nvSpPr>
          <p:cNvPr id="25" name="local-java-TestBST">
            <a:extLst xmlns:a="http://schemas.openxmlformats.org/drawingml/2006/main">
              <a:ext uri="{FF2B5EF4-FFF2-40B4-BE49-F238E27FC236}">
                <a16:creationId xmlns:a16="http://schemas.microsoft.com/office/drawing/2014/main" id="{80FF3A79-17C0-4E78-9CF3-596B0E492F3D}"/>
              </a:ext>
            </a:extLst>
          </p:cNvPr>
          <p:cNvSpPr>
            <a:spLocks xmlns:a="http://schemas.openxmlformats.org/drawingml/2006/main" noGrp="1"/>
          </p:cNvSpPr>
          <p:nvPr/>
        </p:nvSpPr>
        <p:spPr>
          <a:xfrm xmlns:a="http://schemas.openxmlformats.org/drawingml/2006/main">
            <a:off x="609600" y="6134100"/>
            <a:ext cx="357187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350" b="0">
                <a:solidFill>
                  <a:srgbClr val="007D89"/>
                </a:solidFill>
                <a:latin typeface="Arial"/>
                <a:ea typeface="Arial"/>
                <a:cs typeface="Arial"/>
              </a:defRPr>
            </a:defPPr>
            <a:lvl1pPr>
              <a:defRPr sz="1350" b="0">
                <a:solidFill>
                  <a:srgbClr val="007D89"/>
                </a:solidFill>
                <a:latin typeface="Arial"/>
                <a:ea typeface="Arial"/>
                <a:cs typeface="Arial"/>
              </a:defRPr>
            </a:lvl1pPr>
            <a:lvl2pPr>
              <a:defRPr sz="1350" b="0">
                <a:solidFill>
                  <a:srgbClr val="007D89"/>
                </a:solidFill>
                <a:latin typeface="Arial"/>
                <a:ea typeface="Arial"/>
                <a:cs typeface="Arial"/>
              </a:defRPr>
            </a:lvl2pPr>
            <a:lvl3pPr>
              <a:defRPr sz="1350" b="0">
                <a:solidFill>
                  <a:srgbClr val="007D89"/>
                </a:solidFill>
                <a:latin typeface="Arial"/>
                <a:ea typeface="Arial"/>
                <a:cs typeface="Arial"/>
              </a:defRPr>
            </a:lvl3pPr>
            <a:lvl4pPr>
              <a:defRPr sz="1350" b="0">
                <a:solidFill>
                  <a:srgbClr val="007D89"/>
                </a:solidFill>
                <a:latin typeface="Arial"/>
                <a:ea typeface="Arial"/>
                <a:cs typeface="Arial"/>
              </a:defRPr>
            </a:lvl4pPr>
            <a:lvl5pPr>
              <a:defRPr sz="1350" b="0">
                <a:solidFill>
                  <a:srgbClr val="007D89"/>
                </a:solidFill>
                <a:latin typeface="Arial"/>
                <a:ea typeface="Arial"/>
                <a:cs typeface="Arial"/>
              </a:defRPr>
            </a:lvl5pPr>
            <a:lvl6pPr>
              <a:defRPr sz="1350" b="0">
                <a:solidFill>
                  <a:srgbClr val="007D89"/>
                </a:solidFill>
                <a:latin typeface="Arial"/>
                <a:ea typeface="Arial"/>
                <a:cs typeface="Arial"/>
              </a:defRPr>
            </a:lvl6pPr>
            <a:lvl7pPr>
              <a:defRPr sz="1350" b="0">
                <a:solidFill>
                  <a:srgbClr val="007D89"/>
                </a:solidFill>
                <a:latin typeface="Arial"/>
                <a:ea typeface="Arial"/>
                <a:cs typeface="Arial"/>
              </a:defRPr>
            </a:lvl7pPr>
            <a:lvl8pPr>
              <a:defRPr sz="1350" b="0">
                <a:solidFill>
                  <a:srgbClr val="007D89"/>
                </a:solidFill>
                <a:latin typeface="Arial"/>
                <a:ea typeface="Arial"/>
                <a:cs typeface="Arial"/>
              </a:defRPr>
            </a:lvl8pPr>
            <a:lvl9pPr>
              <a:defRPr sz="1350" b="0">
                <a:solidFill>
                  <a:srgbClr val="007D89"/>
                </a:solidFill>
                <a:latin typeface="Arial"/>
                <a:ea typeface="Arial"/>
                <a:cs typeface="Arial"/>
              </a:defRPr>
            </a:lvl9pPr>
          </a:lstStyle>
          <a:p xmlns:a="http://schemas.openxmlformats.org/drawingml/2006/main">
            <a:pPr>
              <a:defRPr sz="1350" b="0">
                <a:solidFill>
                  <a:srgbClr val="007D89"/>
                </a:solidFill>
                <a:latin typeface="Arial"/>
                <a:ea typeface="Arial"/>
                <a:cs typeface="Arial"/>
              </a:defRPr>
            </a:pPr>
            <a:r>
              <a:rPr sz="1350" u="sng">
                <a:solidFill>
                  <a:srgbClr val="007D89"/>
                </a:solidFill>
                <a:latin typeface="Arial"/>
                <a:ea typeface="Arial"/>
                <a:cs typeface="Arial"/>
                <a:hlinkClick xmlns:r="http://schemas.openxmlformats.org/officeDocument/2006/relationships" r:id="Reb0bb62cc5cb4afc"/>
              </a:rPr>
              <a:t>Java: TestBST.java</a:t>
            </a:r>
          </a:p>
        </p:txBody>
      </p:sp>
    </p:spTree>
    <p:extLst>
      <p:ext uri="{BB962C8B-B14F-4D97-AF65-F5344CB8AC3E}">
        <p14:creationId xmlns:p14="http://schemas.microsoft.com/office/powerpoint/2010/main" val="1594121107"/>
      </p:ext>
    </p:extLst>
  </p:cSld>
</p:sld>
</file>

<file path=ppt/slides/slide2.xml><?xml version="1.0" encoding="utf-8"?>
<p:sld xmlns:p="http://schemas.openxmlformats.org/presentationml/2006/main">
  <p:cSld>
    <p:bg>
      <p:bgPr>
        <a:solidFill xmlns:a="http://schemas.openxmlformats.org/drawingml/2006/main">
          <a:srgbClr val="FAFCFD"/>
        </a:solidFill>
      </p:bgPr>
    </p:bg>
    <p:spTree>
      <p:nvGrpSpPr>
        <p:cNvPr id="1" name=""/>
        <p:cNvGrpSpPr/>
        <p:nvPr/>
      </p:nvGrpSpPr>
      <p:grpSpPr>
        <a:xfrm xmlns:a="http://schemas.openxmlformats.org/drawingml/2006/main"/>
      </p:grpSpPr>
      <p:sp>
        <p:nvSpPr>
          <p:cNvPr id="4" name="text-0">
            <a:extLst xmlns:a="http://schemas.openxmlformats.org/drawingml/2006/main">
              <a:ext uri="{FF2B5EF4-FFF2-40B4-BE49-F238E27FC236}">
                <a16:creationId xmlns:a16="http://schemas.microsoft.com/office/drawing/2014/main" id="{1F75C9FB-E38A-4ADC-B04F-4FC514479496}"/>
              </a:ext>
            </a:extLst>
          </p:cNvPr>
          <p:cNvSpPr>
            <a:spLocks xmlns:a="http://schemas.openxmlformats.org/drawingml/2006/main" noGrp="1"/>
          </p:cNvSpPr>
          <p:nvPr/>
        </p:nvSpPr>
        <p:spPr>
          <a:xfrm xmlns:a="http://schemas.openxmlformats.org/drawingml/2006/main">
            <a:off x="609600" y="419100"/>
            <a:ext cx="10953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lgn="l">
              <a:defRPr sz="3150" b="1">
                <a:solidFill>
                  <a:srgbClr val="142E42"/>
                </a:solidFill>
                <a:latin typeface="Arial"/>
                <a:ea typeface="Arial"/>
                <a:cs typeface="Arial"/>
              </a:defRPr>
            </a:defPPr>
            <a:lvl1pPr algn="l">
              <a:buNone/>
              <a:defRPr sz="3150" b="1">
                <a:solidFill>
                  <a:srgbClr val="142E42"/>
                </a:solidFill>
                <a:latin typeface="Arial"/>
                <a:ea typeface="Arial"/>
                <a:cs typeface="Arial"/>
              </a:defRPr>
            </a:lvl1pPr>
            <a:lvl2pPr algn="l">
              <a:buNone/>
              <a:defRPr sz="3150" b="1">
                <a:solidFill>
                  <a:srgbClr val="142E42"/>
                </a:solidFill>
                <a:latin typeface="Arial"/>
                <a:ea typeface="Arial"/>
                <a:cs typeface="Arial"/>
              </a:defRPr>
            </a:lvl2pPr>
            <a:lvl3pPr algn="l">
              <a:buNone/>
              <a:defRPr sz="3150" b="1">
                <a:solidFill>
                  <a:srgbClr val="142E42"/>
                </a:solidFill>
                <a:latin typeface="Arial"/>
                <a:ea typeface="Arial"/>
                <a:cs typeface="Arial"/>
              </a:defRPr>
            </a:lvl3pPr>
            <a:lvl4pPr algn="l">
              <a:buNone/>
              <a:defRPr sz="3150" b="1">
                <a:solidFill>
                  <a:srgbClr val="142E42"/>
                </a:solidFill>
                <a:latin typeface="Arial"/>
                <a:ea typeface="Arial"/>
                <a:cs typeface="Arial"/>
              </a:defRPr>
            </a:lvl4pPr>
            <a:lvl5pPr algn="l">
              <a:buNone/>
              <a:defRPr sz="3150" b="1">
                <a:solidFill>
                  <a:srgbClr val="142E42"/>
                </a:solidFill>
                <a:latin typeface="Arial"/>
                <a:ea typeface="Arial"/>
                <a:cs typeface="Arial"/>
              </a:defRPr>
            </a:lvl5pPr>
            <a:lvl6pPr algn="l">
              <a:buNone/>
              <a:defRPr sz="3150" b="1">
                <a:solidFill>
                  <a:srgbClr val="142E42"/>
                </a:solidFill>
                <a:latin typeface="Arial"/>
                <a:ea typeface="Arial"/>
                <a:cs typeface="Arial"/>
              </a:defRPr>
            </a:lvl6pPr>
            <a:lvl7pPr algn="l">
              <a:buNone/>
              <a:defRPr sz="3150" b="1">
                <a:solidFill>
                  <a:srgbClr val="142E42"/>
                </a:solidFill>
                <a:latin typeface="Arial"/>
                <a:ea typeface="Arial"/>
                <a:cs typeface="Arial"/>
              </a:defRPr>
            </a:lvl7pPr>
            <a:lvl8pPr algn="l">
              <a:buNone/>
              <a:defRPr sz="3150" b="1">
                <a:solidFill>
                  <a:srgbClr val="142E42"/>
                </a:solidFill>
                <a:latin typeface="Arial"/>
                <a:ea typeface="Arial"/>
                <a:cs typeface="Arial"/>
              </a:defRPr>
            </a:lvl8pPr>
            <a:lvl9pPr algn="l">
              <a:buNone/>
              <a:defRPr sz="3150" b="1">
                <a:solidFill>
                  <a:srgbClr val="142E42"/>
                </a:solidFill>
                <a:latin typeface="Arial"/>
                <a:ea typeface="Arial"/>
                <a:cs typeface="Arial"/>
              </a:defRPr>
            </a:lvl9pPr>
          </a:lstStyle>
          <a:p xmlns:a="http://schemas.openxmlformats.org/drawingml/2006/main">
            <a:pPr algn="l">
              <a:buNone/>
              <a:defRPr sz="3150" b="1">
                <a:solidFill>
                  <a:srgbClr val="142E42"/>
                </a:solidFill>
                <a:latin typeface="Arial"/>
                <a:ea typeface="Arial"/>
                <a:cs typeface="Arial"/>
              </a:defRPr>
            </a:pPr>
            <a:r>
              <a:rPr sz="3150" b="1">
                <a:solidFill>
                  <a:srgbClr val="142E42"/>
                </a:solidFill>
                <a:latin typeface="Arial"/>
                <a:ea typeface="Arial"/>
                <a:cs typeface="Arial"/>
              </a:rPr>
              <a:t>Learning objectives</a:t>
            </a:r>
          </a:p>
        </p:txBody>
      </p:sp>
      <p:sp>
        <p:nvSpPr>
          <p:cNvPr id="2" name="text-1">
            <a:extLst xmlns:a="http://schemas.openxmlformats.org/drawingml/2006/main">
              <a:ext uri="{FF2B5EF4-FFF2-40B4-BE49-F238E27FC236}">
                <a16:creationId xmlns:a16="http://schemas.microsoft.com/office/drawing/2014/main" id="{D1A086F4-87C0-4FC9-96A2-D10C2919A5AD}"/>
              </a:ext>
            </a:extLst>
          </p:cNvPr>
          <p:cNvSpPr>
            <a:spLocks xmlns:a="http://schemas.openxmlformats.org/drawingml/2006/main" noGrp="1"/>
          </p:cNvSpPr>
          <p:nvPr/>
        </p:nvSpPr>
        <p:spPr>
          <a:xfrm xmlns:a="http://schemas.openxmlformats.org/drawingml/2006/main">
            <a:off x="11163300" y="6381750"/>
            <a:ext cx="476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lgn="l">
              <a:defRPr sz="1275" b="0">
                <a:solidFill>
                  <a:srgbClr val="4B6070"/>
                </a:solidFill>
                <a:latin typeface="Arial"/>
                <a:ea typeface="Arial"/>
                <a:cs typeface="Arial"/>
              </a:defRPr>
            </a:defPPr>
            <a:lvl1pPr algn="l">
              <a:buNone/>
              <a:defRPr sz="1275" b="0">
                <a:solidFill>
                  <a:srgbClr val="4B6070"/>
                </a:solidFill>
                <a:latin typeface="Arial"/>
                <a:ea typeface="Arial"/>
                <a:cs typeface="Arial"/>
              </a:defRPr>
            </a:lvl1pPr>
            <a:lvl2pPr algn="l">
              <a:buNone/>
              <a:defRPr sz="1275" b="0">
                <a:solidFill>
                  <a:srgbClr val="4B6070"/>
                </a:solidFill>
                <a:latin typeface="Arial"/>
                <a:ea typeface="Arial"/>
                <a:cs typeface="Arial"/>
              </a:defRPr>
            </a:lvl2pPr>
            <a:lvl3pPr algn="l">
              <a:buNone/>
              <a:defRPr sz="1275" b="0">
                <a:solidFill>
                  <a:srgbClr val="4B6070"/>
                </a:solidFill>
                <a:latin typeface="Arial"/>
                <a:ea typeface="Arial"/>
                <a:cs typeface="Arial"/>
              </a:defRPr>
            </a:lvl3pPr>
            <a:lvl4pPr algn="l">
              <a:buNone/>
              <a:defRPr sz="1275" b="0">
                <a:solidFill>
                  <a:srgbClr val="4B6070"/>
                </a:solidFill>
                <a:latin typeface="Arial"/>
                <a:ea typeface="Arial"/>
                <a:cs typeface="Arial"/>
              </a:defRPr>
            </a:lvl4pPr>
            <a:lvl5pPr algn="l">
              <a:buNone/>
              <a:defRPr sz="1275" b="0">
                <a:solidFill>
                  <a:srgbClr val="4B6070"/>
                </a:solidFill>
                <a:latin typeface="Arial"/>
                <a:ea typeface="Arial"/>
                <a:cs typeface="Arial"/>
              </a:defRPr>
            </a:lvl5pPr>
            <a:lvl6pPr algn="l">
              <a:buNone/>
              <a:defRPr sz="1275" b="0">
                <a:solidFill>
                  <a:srgbClr val="4B6070"/>
                </a:solidFill>
                <a:latin typeface="Arial"/>
                <a:ea typeface="Arial"/>
                <a:cs typeface="Arial"/>
              </a:defRPr>
            </a:lvl6pPr>
            <a:lvl7pPr algn="l">
              <a:buNone/>
              <a:defRPr sz="1275" b="0">
                <a:solidFill>
                  <a:srgbClr val="4B6070"/>
                </a:solidFill>
                <a:latin typeface="Arial"/>
                <a:ea typeface="Arial"/>
                <a:cs typeface="Arial"/>
              </a:defRPr>
            </a:lvl7pPr>
            <a:lvl8pPr algn="l">
              <a:buNone/>
              <a:defRPr sz="1275" b="0">
                <a:solidFill>
                  <a:srgbClr val="4B6070"/>
                </a:solidFill>
                <a:latin typeface="Arial"/>
                <a:ea typeface="Arial"/>
                <a:cs typeface="Arial"/>
              </a:defRPr>
            </a:lvl8pPr>
            <a:lvl9pPr algn="l">
              <a:buNone/>
              <a:defRPr sz="1275" b="0">
                <a:solidFill>
                  <a:srgbClr val="4B6070"/>
                </a:solidFill>
                <a:latin typeface="Arial"/>
                <a:ea typeface="Arial"/>
                <a:cs typeface="Arial"/>
              </a:defRPr>
            </a:lvl9pPr>
          </a:lstStyle>
          <a:p xmlns:a="http://schemas.openxmlformats.org/drawingml/2006/main">
            <a:pPr algn="l">
              <a:buNone/>
              <a:defRPr sz="1275" b="0">
                <a:solidFill>
                  <a:srgbClr val="4B6070"/>
                </a:solidFill>
                <a:latin typeface="Arial"/>
                <a:ea typeface="Arial"/>
                <a:cs typeface="Arial"/>
              </a:defRPr>
            </a:pPr>
            <a:r>
              <a:rPr sz="1275" b="0">
                <a:solidFill>
                  <a:srgbClr val="4B6070"/>
                </a:solidFill>
                <a:latin typeface="Arial"/>
                <a:ea typeface="Arial"/>
                <a:cs typeface="Arial"/>
              </a:rPr>
              <a:t>02</a:t>
            </a:r>
          </a:p>
        </p:txBody>
      </p:sp>
      <p:sp>
        <p:nvSpPr>
          <p:cNvPr id="3" name="text-2">
            <a:extLst xmlns:a="http://schemas.openxmlformats.org/drawingml/2006/main">
              <a:ext uri="{FF2B5EF4-FFF2-40B4-BE49-F238E27FC236}">
                <a16:creationId xmlns:a16="http://schemas.microsoft.com/office/drawing/2014/main" id="{450DDB75-2828-4DCE-A16A-7BB1D4FFCBA2}"/>
              </a:ext>
            </a:extLst>
          </p:cNvPr>
          <p:cNvSpPr>
            <a:spLocks xmlns:a="http://schemas.openxmlformats.org/drawingml/2006/main" noGrp="1"/>
          </p:cNvSpPr>
          <p:nvPr/>
        </p:nvSpPr>
        <p:spPr>
          <a:xfrm xmlns:a="http://schemas.openxmlformats.org/drawingml/2006/main">
            <a:off x="609600" y="1581150"/>
            <a:ext cx="10477500" cy="409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lgn="l">
              <a:defRPr sz="2325" b="0">
                <a:solidFill>
                  <a:srgbClr val="142E42"/>
                </a:solidFill>
                <a:latin typeface="Arial"/>
                <a:ea typeface="Arial"/>
                <a:cs typeface="Arial"/>
              </a:defRPr>
            </a:defPPr>
            <a:lvl1pPr algn="l">
              <a:buNone/>
              <a:defRPr sz="2325" b="0">
                <a:solidFill>
                  <a:srgbClr val="142E42"/>
                </a:solidFill>
                <a:latin typeface="Arial"/>
                <a:ea typeface="Arial"/>
                <a:cs typeface="Arial"/>
              </a:defRPr>
            </a:lvl1pPr>
            <a:lvl2pPr algn="l">
              <a:buNone/>
              <a:defRPr sz="2325" b="0">
                <a:solidFill>
                  <a:srgbClr val="142E42"/>
                </a:solidFill>
                <a:latin typeface="Arial"/>
                <a:ea typeface="Arial"/>
                <a:cs typeface="Arial"/>
              </a:defRPr>
            </a:lvl2pPr>
            <a:lvl3pPr algn="l">
              <a:buNone/>
              <a:defRPr sz="2325" b="0">
                <a:solidFill>
                  <a:srgbClr val="142E42"/>
                </a:solidFill>
                <a:latin typeface="Arial"/>
                <a:ea typeface="Arial"/>
                <a:cs typeface="Arial"/>
              </a:defRPr>
            </a:lvl3pPr>
            <a:lvl4pPr algn="l">
              <a:buNone/>
              <a:defRPr sz="2325" b="0">
                <a:solidFill>
                  <a:srgbClr val="142E42"/>
                </a:solidFill>
                <a:latin typeface="Arial"/>
                <a:ea typeface="Arial"/>
                <a:cs typeface="Arial"/>
              </a:defRPr>
            </a:lvl4pPr>
            <a:lvl5pPr algn="l">
              <a:buNone/>
              <a:defRPr sz="2325" b="0">
                <a:solidFill>
                  <a:srgbClr val="142E42"/>
                </a:solidFill>
                <a:latin typeface="Arial"/>
                <a:ea typeface="Arial"/>
                <a:cs typeface="Arial"/>
              </a:defRPr>
            </a:lvl5pPr>
            <a:lvl6pPr algn="l">
              <a:buNone/>
              <a:defRPr sz="2325" b="0">
                <a:solidFill>
                  <a:srgbClr val="142E42"/>
                </a:solidFill>
                <a:latin typeface="Arial"/>
                <a:ea typeface="Arial"/>
                <a:cs typeface="Arial"/>
              </a:defRPr>
            </a:lvl6pPr>
            <a:lvl7pPr algn="l">
              <a:buNone/>
              <a:defRPr sz="2325" b="0">
                <a:solidFill>
                  <a:srgbClr val="142E42"/>
                </a:solidFill>
                <a:latin typeface="Arial"/>
                <a:ea typeface="Arial"/>
                <a:cs typeface="Arial"/>
              </a:defRPr>
            </a:lvl7pPr>
            <a:lvl8pPr algn="l">
              <a:buNone/>
              <a:defRPr sz="2325" b="0">
                <a:solidFill>
                  <a:srgbClr val="142E42"/>
                </a:solidFill>
                <a:latin typeface="Arial"/>
                <a:ea typeface="Arial"/>
                <a:cs typeface="Arial"/>
              </a:defRPr>
            </a:lvl8pPr>
            <a:lvl9pPr algn="l">
              <a:buNone/>
              <a:defRPr sz="2325" b="0">
                <a:solidFill>
                  <a:srgbClr val="142E42"/>
                </a:solidFill>
                <a:latin typeface="Arial"/>
                <a:ea typeface="Arial"/>
                <a:cs typeface="Arial"/>
              </a:defRPr>
            </a:lvl9pPr>
          </a:lstStyle>
          <a:p xmlns:a="http://schemas.openxmlformats.org/drawingml/2006/main">
            <a:pPr algn="l">
              <a:buNone/>
              <a:defRPr sz="2325" b="0">
                <a:solidFill>
                  <a:srgbClr val="142E42"/>
                </a:solidFill>
                <a:latin typeface="Arial"/>
                <a:ea typeface="Arial"/>
                <a:cs typeface="Arial"/>
              </a:defRPr>
            </a:pPr>
            <a:r>
              <a:rPr sz="2325" b="0">
                <a:solidFill>
                  <a:srgbClr val="142E42"/>
                </a:solidFill>
                <a:latin typeface="Arial"/>
                <a:ea typeface="Arial"/>
                <a:cs typeface="Arial"/>
              </a:rPr>
              <a:t>Explain the BST ordering rule and tree terminology.</a:t>
            </a:r>
          </a:p>
          <a:p xmlns:a="http://schemas.openxmlformats.org/drawingml/2006/main">
            <a:endParaRPr sz="2325" b="0">
              <a:solidFill>
                <a:srgbClr val="142E42"/>
              </a:solidFill>
              <a:latin typeface="Arial"/>
              <a:ea typeface="Arial"/>
              <a:cs typeface="Arial"/>
            </a:endParaRPr>
          </a:p>
          <a:p xmlns:a="http://schemas.openxmlformats.org/drawingml/2006/main">
            <a:pPr algn="l">
              <a:buNone/>
              <a:defRPr sz="2325" b="0">
                <a:solidFill>
                  <a:srgbClr val="142E42"/>
                </a:solidFill>
                <a:latin typeface="Arial"/>
                <a:ea typeface="Arial"/>
                <a:cs typeface="Arial"/>
              </a:defRPr>
            </a:pPr>
            <a:r>
              <a:rPr sz="2325" b="0">
                <a:solidFill>
                  <a:srgbClr val="142E42"/>
                </a:solidFill>
                <a:latin typeface="Arial"/>
                <a:ea typeface="Arial"/>
                <a:cs typeface="Arial"/>
              </a:rPr>
              <a:t>Trace search, insertion, deletion, and traversal.</a:t>
            </a:r>
          </a:p>
          <a:p xmlns:a="http://schemas.openxmlformats.org/drawingml/2006/main">
            <a:endParaRPr sz="2325" b="0">
              <a:solidFill>
                <a:srgbClr val="142E42"/>
              </a:solidFill>
              <a:latin typeface="Arial"/>
              <a:ea typeface="Arial"/>
              <a:cs typeface="Arial"/>
            </a:endParaRPr>
          </a:p>
          <a:p xmlns:a="http://schemas.openxmlformats.org/drawingml/2006/main">
            <a:pPr algn="l">
              <a:buNone/>
              <a:defRPr sz="2325" b="0">
                <a:solidFill>
                  <a:srgbClr val="142E42"/>
                </a:solidFill>
                <a:latin typeface="Arial"/>
                <a:ea typeface="Arial"/>
                <a:cs typeface="Arial"/>
              </a:defRPr>
            </a:pPr>
            <a:r>
              <a:rPr sz="2325" b="0">
                <a:solidFill>
                  <a:srgbClr val="142E42"/>
                </a:solidFill>
                <a:latin typeface="Arial"/>
                <a:ea typeface="Arial"/>
                <a:cs typeface="Arial"/>
              </a:rPr>
              <a:t>Read and implement a generic Java BST.</a:t>
            </a:r>
          </a:p>
          <a:p xmlns:a="http://schemas.openxmlformats.org/drawingml/2006/main">
            <a:endParaRPr sz="2325" b="0">
              <a:solidFill>
                <a:srgbClr val="142E42"/>
              </a:solidFill>
              <a:latin typeface="Arial"/>
              <a:ea typeface="Arial"/>
              <a:cs typeface="Arial"/>
            </a:endParaRPr>
          </a:p>
          <a:p xmlns:a="http://schemas.openxmlformats.org/drawingml/2006/main">
            <a:pPr algn="l">
              <a:buNone/>
              <a:defRPr sz="2325" b="0">
                <a:solidFill>
                  <a:srgbClr val="142E42"/>
                </a:solidFill>
                <a:latin typeface="Arial"/>
                <a:ea typeface="Arial"/>
                <a:cs typeface="Arial"/>
              </a:defRPr>
            </a:pPr>
            <a:r>
              <a:rPr sz="2325" b="0">
                <a:solidFill>
                  <a:srgbClr val="142E42"/>
                </a:solidFill>
                <a:latin typeface="Arial"/>
                <a:ea typeface="Arial"/>
                <a:cs typeface="Arial"/>
              </a:rPr>
              <a:t>Relate operation cost to the height of the tree.</a:t>
            </a:r>
          </a:p>
        </p:txBody>
      </p:sp>
    </p:spTree>
    <p:extLst>
      <p:ext uri="{BB962C8B-B14F-4D97-AF65-F5344CB8AC3E}">
        <p14:creationId xmlns:p14="http://schemas.microsoft.com/office/powerpoint/2010/main" val="1024811110"/>
      </p:ext>
    </p:extLst>
  </p:cSld>
</p:sld>
</file>

<file path=ppt/slides/slide3.xml><?xml version="1.0" encoding="utf-8"?>
<p:sld xmlns:p="http://schemas.openxmlformats.org/presentationml/2006/main">
  <p:cSld>
    <p:bg>
      <p:bgPr>
        <a:solidFill xmlns:a="http://schemas.openxmlformats.org/drawingml/2006/main">
          <a:srgbClr val="FAFCFD"/>
        </a:solidFill>
      </p:bgPr>
    </p:bg>
    <p:spTree>
      <p:nvGrpSpPr>
        <p:cNvPr id="1" name=""/>
        <p:cNvGrpSpPr/>
        <p:nvPr/>
      </p:nvGrpSpPr>
      <p:grpSpPr>
        <a:xfrm xmlns:a="http://schemas.openxmlformats.org/drawingml/2006/main"/>
      </p:grpSpPr>
      <p:sp>
        <p:nvSpPr>
          <p:cNvPr id="5" name="text-0">
            <a:extLst xmlns:a="http://schemas.openxmlformats.org/drawingml/2006/main">
              <a:ext uri="{FF2B5EF4-FFF2-40B4-BE49-F238E27FC236}">
                <a16:creationId xmlns:a16="http://schemas.microsoft.com/office/drawing/2014/main" id="{5ABDD73B-460C-40FE-BCD1-D76D564CDAFF}"/>
              </a:ext>
            </a:extLst>
          </p:cNvPr>
          <p:cNvSpPr>
            <a:spLocks xmlns:a="http://schemas.openxmlformats.org/drawingml/2006/main" noGrp="1"/>
          </p:cNvSpPr>
          <p:nvPr/>
        </p:nvSpPr>
        <p:spPr>
          <a:xfrm xmlns:a="http://schemas.openxmlformats.org/drawingml/2006/main">
            <a:off x="609600" y="419100"/>
            <a:ext cx="10953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lgn="l">
              <a:defRPr sz="3150" b="1">
                <a:solidFill>
                  <a:srgbClr val="142E42"/>
                </a:solidFill>
                <a:latin typeface="Arial"/>
                <a:ea typeface="Arial"/>
                <a:cs typeface="Arial"/>
              </a:defRPr>
            </a:defPPr>
            <a:lvl1pPr algn="l">
              <a:buNone/>
              <a:defRPr sz="3150" b="1">
                <a:solidFill>
                  <a:srgbClr val="142E42"/>
                </a:solidFill>
                <a:latin typeface="Arial"/>
                <a:ea typeface="Arial"/>
                <a:cs typeface="Arial"/>
              </a:defRPr>
            </a:lvl1pPr>
            <a:lvl2pPr algn="l">
              <a:buNone/>
              <a:defRPr sz="3150" b="1">
                <a:solidFill>
                  <a:srgbClr val="142E42"/>
                </a:solidFill>
                <a:latin typeface="Arial"/>
                <a:ea typeface="Arial"/>
                <a:cs typeface="Arial"/>
              </a:defRPr>
            </a:lvl2pPr>
            <a:lvl3pPr algn="l">
              <a:buNone/>
              <a:defRPr sz="3150" b="1">
                <a:solidFill>
                  <a:srgbClr val="142E42"/>
                </a:solidFill>
                <a:latin typeface="Arial"/>
                <a:ea typeface="Arial"/>
                <a:cs typeface="Arial"/>
              </a:defRPr>
            </a:lvl3pPr>
            <a:lvl4pPr algn="l">
              <a:buNone/>
              <a:defRPr sz="3150" b="1">
                <a:solidFill>
                  <a:srgbClr val="142E42"/>
                </a:solidFill>
                <a:latin typeface="Arial"/>
                <a:ea typeface="Arial"/>
                <a:cs typeface="Arial"/>
              </a:defRPr>
            </a:lvl4pPr>
            <a:lvl5pPr algn="l">
              <a:buNone/>
              <a:defRPr sz="3150" b="1">
                <a:solidFill>
                  <a:srgbClr val="142E42"/>
                </a:solidFill>
                <a:latin typeface="Arial"/>
                <a:ea typeface="Arial"/>
                <a:cs typeface="Arial"/>
              </a:defRPr>
            </a:lvl5pPr>
            <a:lvl6pPr algn="l">
              <a:buNone/>
              <a:defRPr sz="3150" b="1">
                <a:solidFill>
                  <a:srgbClr val="142E42"/>
                </a:solidFill>
                <a:latin typeface="Arial"/>
                <a:ea typeface="Arial"/>
                <a:cs typeface="Arial"/>
              </a:defRPr>
            </a:lvl6pPr>
            <a:lvl7pPr algn="l">
              <a:buNone/>
              <a:defRPr sz="3150" b="1">
                <a:solidFill>
                  <a:srgbClr val="142E42"/>
                </a:solidFill>
                <a:latin typeface="Arial"/>
                <a:ea typeface="Arial"/>
                <a:cs typeface="Arial"/>
              </a:defRPr>
            </a:lvl7pPr>
            <a:lvl8pPr algn="l">
              <a:buNone/>
              <a:defRPr sz="3150" b="1">
                <a:solidFill>
                  <a:srgbClr val="142E42"/>
                </a:solidFill>
                <a:latin typeface="Arial"/>
                <a:ea typeface="Arial"/>
                <a:cs typeface="Arial"/>
              </a:defRPr>
            </a:lvl8pPr>
            <a:lvl9pPr algn="l">
              <a:buNone/>
              <a:defRPr sz="3150" b="1">
                <a:solidFill>
                  <a:srgbClr val="142E42"/>
                </a:solidFill>
                <a:latin typeface="Arial"/>
                <a:ea typeface="Arial"/>
                <a:cs typeface="Arial"/>
              </a:defRPr>
            </a:lvl9pPr>
          </a:lstStyle>
          <a:p xmlns:a="http://schemas.openxmlformats.org/drawingml/2006/main">
            <a:pPr algn="l">
              <a:buNone/>
              <a:defRPr sz="3150" b="1">
                <a:solidFill>
                  <a:srgbClr val="142E42"/>
                </a:solidFill>
                <a:latin typeface="Arial"/>
                <a:ea typeface="Arial"/>
                <a:cs typeface="Arial"/>
              </a:defRPr>
            </a:pPr>
            <a:r>
              <a:rPr sz="3150" b="1">
                <a:solidFill>
                  <a:srgbClr val="142E42"/>
                </a:solidFill>
                <a:latin typeface="Arial"/>
                <a:ea typeface="Arial"/>
                <a:cs typeface="Arial"/>
              </a:rPr>
              <a:t>Why an ordered tree?</a:t>
            </a:r>
          </a:p>
        </p:txBody>
      </p:sp>
      <p:sp>
        <p:nvSpPr>
          <p:cNvPr id="2" name="text-1">
            <a:extLst xmlns:a="http://schemas.openxmlformats.org/drawingml/2006/main">
              <a:ext uri="{FF2B5EF4-FFF2-40B4-BE49-F238E27FC236}">
                <a16:creationId xmlns:a16="http://schemas.microsoft.com/office/drawing/2014/main" id="{A97BB003-1E83-4936-B266-69BC50CD5867}"/>
              </a:ext>
            </a:extLst>
          </p:cNvPr>
          <p:cNvSpPr>
            <a:spLocks xmlns:a="http://schemas.openxmlformats.org/drawingml/2006/main" noGrp="1"/>
          </p:cNvSpPr>
          <p:nvPr/>
        </p:nvSpPr>
        <p:spPr>
          <a:xfrm xmlns:a="http://schemas.openxmlformats.org/drawingml/2006/main">
            <a:off x="11163300" y="6381750"/>
            <a:ext cx="476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lgn="l">
              <a:defRPr sz="1275" b="0">
                <a:solidFill>
                  <a:srgbClr val="4B6070"/>
                </a:solidFill>
                <a:latin typeface="Arial"/>
                <a:ea typeface="Arial"/>
                <a:cs typeface="Arial"/>
              </a:defRPr>
            </a:defPPr>
            <a:lvl1pPr algn="l">
              <a:buNone/>
              <a:defRPr sz="1275" b="0">
                <a:solidFill>
                  <a:srgbClr val="4B6070"/>
                </a:solidFill>
                <a:latin typeface="Arial"/>
                <a:ea typeface="Arial"/>
                <a:cs typeface="Arial"/>
              </a:defRPr>
            </a:lvl1pPr>
            <a:lvl2pPr algn="l">
              <a:buNone/>
              <a:defRPr sz="1275" b="0">
                <a:solidFill>
                  <a:srgbClr val="4B6070"/>
                </a:solidFill>
                <a:latin typeface="Arial"/>
                <a:ea typeface="Arial"/>
                <a:cs typeface="Arial"/>
              </a:defRPr>
            </a:lvl2pPr>
            <a:lvl3pPr algn="l">
              <a:buNone/>
              <a:defRPr sz="1275" b="0">
                <a:solidFill>
                  <a:srgbClr val="4B6070"/>
                </a:solidFill>
                <a:latin typeface="Arial"/>
                <a:ea typeface="Arial"/>
                <a:cs typeface="Arial"/>
              </a:defRPr>
            </a:lvl3pPr>
            <a:lvl4pPr algn="l">
              <a:buNone/>
              <a:defRPr sz="1275" b="0">
                <a:solidFill>
                  <a:srgbClr val="4B6070"/>
                </a:solidFill>
                <a:latin typeface="Arial"/>
                <a:ea typeface="Arial"/>
                <a:cs typeface="Arial"/>
              </a:defRPr>
            </a:lvl4pPr>
            <a:lvl5pPr algn="l">
              <a:buNone/>
              <a:defRPr sz="1275" b="0">
                <a:solidFill>
                  <a:srgbClr val="4B6070"/>
                </a:solidFill>
                <a:latin typeface="Arial"/>
                <a:ea typeface="Arial"/>
                <a:cs typeface="Arial"/>
              </a:defRPr>
            </a:lvl5pPr>
            <a:lvl6pPr algn="l">
              <a:buNone/>
              <a:defRPr sz="1275" b="0">
                <a:solidFill>
                  <a:srgbClr val="4B6070"/>
                </a:solidFill>
                <a:latin typeface="Arial"/>
                <a:ea typeface="Arial"/>
                <a:cs typeface="Arial"/>
              </a:defRPr>
            </a:lvl6pPr>
            <a:lvl7pPr algn="l">
              <a:buNone/>
              <a:defRPr sz="1275" b="0">
                <a:solidFill>
                  <a:srgbClr val="4B6070"/>
                </a:solidFill>
                <a:latin typeface="Arial"/>
                <a:ea typeface="Arial"/>
                <a:cs typeface="Arial"/>
              </a:defRPr>
            </a:lvl7pPr>
            <a:lvl8pPr algn="l">
              <a:buNone/>
              <a:defRPr sz="1275" b="0">
                <a:solidFill>
                  <a:srgbClr val="4B6070"/>
                </a:solidFill>
                <a:latin typeface="Arial"/>
                <a:ea typeface="Arial"/>
                <a:cs typeface="Arial"/>
              </a:defRPr>
            </a:lvl8pPr>
            <a:lvl9pPr algn="l">
              <a:buNone/>
              <a:defRPr sz="1275" b="0">
                <a:solidFill>
                  <a:srgbClr val="4B6070"/>
                </a:solidFill>
                <a:latin typeface="Arial"/>
                <a:ea typeface="Arial"/>
                <a:cs typeface="Arial"/>
              </a:defRPr>
            </a:lvl9pPr>
          </a:lstStyle>
          <a:p xmlns:a="http://schemas.openxmlformats.org/drawingml/2006/main">
            <a:pPr algn="l">
              <a:buNone/>
              <a:defRPr sz="1275" b="0">
                <a:solidFill>
                  <a:srgbClr val="4B6070"/>
                </a:solidFill>
                <a:latin typeface="Arial"/>
                <a:ea typeface="Arial"/>
                <a:cs typeface="Arial"/>
              </a:defRPr>
            </a:pPr>
            <a:r>
              <a:rPr sz="1275" b="0">
                <a:solidFill>
                  <a:srgbClr val="4B6070"/>
                </a:solidFill>
                <a:latin typeface="Arial"/>
                <a:ea typeface="Arial"/>
                <a:cs typeface="Arial"/>
              </a:rPr>
              <a:t>03</a:t>
            </a:r>
          </a:p>
        </p:txBody>
      </p:sp>
      <p:graphicFrame>
        <p:nvGraphicFramePr>
          <p:cNvPr id="3" name="Table 2">
            <a:extLst xmlns:a="http://schemas.openxmlformats.org/drawingml/2006/main">
              <a:ext uri="{FF2B5EF4-FFF2-40B4-BE49-F238E27FC236}">
                <a16:creationId xmlns:a16="http://schemas.microsoft.com/office/drawing/2014/main" id="{F10F56F0-303F-4D70-BB7F-5BB3BFF9C2F0}"/>
              </a:ext>
            </a:extLst>
          </p:cNvPr>
          <p:cNvGraphicFramePr/>
          <p:nvPr/>
        </p:nvGraphicFramePr>
        <p:xfrm>
          <a:off xmlns:a="http://schemas.openxmlformats.org/drawingml/2006/main" x="609600" y="1619250"/>
          <a:ext xmlns:a="http://schemas.openxmlformats.org/drawingml/2006/main" cx="10972800" cy="3238500"/>
        </p:xfrm>
        <a:graphic xmlns:a="http://schemas.openxmlformats.org/drawingml/2006/main">
          <a:graphicData uri="http://schemas.openxmlformats.org/drawingml/2006/table">
            <a:tbl>
              <a:tblPr/>
              <a:tblGrid>
                <a:gridCol w="3810000"/>
                <a:gridCol w="3238500"/>
                <a:gridCol w="3924300"/>
              </a:tblGrid>
              <a:tr h="809625">
                <a:tc>
                  <a:txBody>
                    <a:bodyPr/>
                    <a:lstStyle/>
                    <a:p>
                      <a:r>
                        <a:rPr sz="2025" b="1">
                          <a:solidFill>
                            <a:srgbClr val="FFFFFF"/>
                          </a:solidFill>
                          <a:latin typeface="Arial"/>
                          <a:ea typeface="Arial"/>
                          <a:cs typeface="Arial"/>
                        </a:rPr>
                        <a:t>Structure</a:t>
                      </a:r>
                    </a:p>
                  </a:txBody>
                  <a:tcPr marL="91440" marR="91440" marT="45720" marB="45720">
                    <a:lnL w="9525">
                      <a:solidFill>
                        <a:srgbClr val="D6E1E6"/>
                      </a:solidFill>
                      <a:prstDash val="solid"/>
                    </a:lnL>
                    <a:lnR w="9525">
                      <a:solidFill>
                        <a:srgbClr val="D6E1E6"/>
                      </a:solidFill>
                      <a:prstDash val="solid"/>
                    </a:lnR>
                    <a:lnT w="9525">
                      <a:solidFill>
                        <a:srgbClr val="D6E1E6"/>
                      </a:solidFill>
                      <a:prstDash val="solid"/>
                    </a:lnT>
                    <a:lnB w="9525">
                      <a:solidFill>
                        <a:srgbClr val="D6E1E6"/>
                      </a:solidFill>
                      <a:prstDash val="solid"/>
                    </a:lnB>
                    <a:solidFill>
                      <a:srgbClr val="142E42"/>
                    </a:solidFill>
                  </a:tcPr>
                </a:tc>
                <a:tc>
                  <a:txBody>
                    <a:bodyPr/>
                    <a:lstStyle/>
                    <a:p>
                      <a:r>
                        <a:rPr sz="2025" b="1">
                          <a:solidFill>
                            <a:srgbClr val="FFFFFF"/>
                          </a:solidFill>
                          <a:latin typeface="Arial"/>
                          <a:ea typeface="Arial"/>
                          <a:cs typeface="Arial"/>
                        </a:rPr>
                        <a:t>Search by key</a:t>
                      </a:r>
                    </a:p>
                  </a:txBody>
                  <a:tcPr marL="91440" marR="91440" marT="45720" marB="45720">
                    <a:lnL w="9525" cmpd="sng">
                      <a:solidFill>
                        <a:srgbClr val="D6E1E6"/>
                      </a:solidFill>
                      <a:prstDash val="solid"/>
                    </a:lnL>
                    <a:lnR w="9525">
                      <a:solidFill>
                        <a:srgbClr val="D6E1E6"/>
                      </a:solidFill>
                      <a:prstDash val="solid"/>
                    </a:lnR>
                    <a:lnT w="9525">
                      <a:solidFill>
                        <a:srgbClr val="D6E1E6"/>
                      </a:solidFill>
                      <a:prstDash val="solid"/>
                    </a:lnT>
                    <a:lnB w="9525">
                      <a:solidFill>
                        <a:srgbClr val="D6E1E6"/>
                      </a:solidFill>
                      <a:prstDash val="solid"/>
                    </a:lnB>
                    <a:solidFill>
                      <a:srgbClr val="142E42"/>
                    </a:solidFill>
                  </a:tcPr>
                </a:tc>
                <a:tc>
                  <a:txBody>
                    <a:bodyPr/>
                    <a:lstStyle/>
                    <a:p>
                      <a:r>
                        <a:rPr sz="2025" b="1">
                          <a:solidFill>
                            <a:srgbClr val="FFFFFF"/>
                          </a:solidFill>
                          <a:latin typeface="Arial"/>
                          <a:ea typeface="Arial"/>
                          <a:cs typeface="Arial"/>
                        </a:rPr>
                        <a:t>Insert / delete</a:t>
                      </a:r>
                    </a:p>
                  </a:txBody>
                  <a:tcPr marL="91440" marR="91440" marT="45720" marB="45720">
                    <a:lnL w="9525" cmpd="sng">
                      <a:solidFill>
                        <a:srgbClr val="D6E1E6"/>
                      </a:solidFill>
                      <a:prstDash val="solid"/>
                    </a:lnL>
                    <a:lnR w="9525">
                      <a:solidFill>
                        <a:srgbClr val="D6E1E6"/>
                      </a:solidFill>
                      <a:prstDash val="solid"/>
                    </a:lnR>
                    <a:lnT w="9525">
                      <a:solidFill>
                        <a:srgbClr val="D6E1E6"/>
                      </a:solidFill>
                      <a:prstDash val="solid"/>
                    </a:lnT>
                    <a:lnB w="9525">
                      <a:solidFill>
                        <a:srgbClr val="D6E1E6"/>
                      </a:solidFill>
                      <a:prstDash val="solid"/>
                    </a:lnB>
                    <a:solidFill>
                      <a:srgbClr val="142E42"/>
                    </a:solidFill>
                  </a:tcPr>
                </a:tc>
              </a:tr>
              <a:tr h="809625">
                <a:tc>
                  <a:txBody>
                    <a:bodyPr/>
                    <a:lstStyle/>
                    <a:p>
                      <a:r>
                        <a:rPr sz="2025" b="0">
                          <a:solidFill>
                            <a:srgbClr val="142E42"/>
                          </a:solidFill>
                          <a:latin typeface="Arial"/>
                          <a:ea typeface="Arial"/>
                          <a:cs typeface="Arial"/>
                        </a:rPr>
                        <a:t>Sorted array</a:t>
                      </a:r>
                    </a:p>
                  </a:txBody>
                  <a:tcPr marL="91440" marR="91440" marT="45720" marB="45720">
                    <a:lnL w="9525">
                      <a:solidFill>
                        <a:srgbClr val="D6E1E6"/>
                      </a:solidFill>
                      <a:prstDash val="solid"/>
                    </a:lnL>
                    <a:lnR w="9525">
                      <a:solidFill>
                        <a:srgbClr val="D6E1E6"/>
                      </a:solidFill>
                      <a:prstDash val="solid"/>
                    </a:lnR>
                    <a:lnT w="9525" cmpd="sng">
                      <a:solidFill>
                        <a:srgbClr val="D6E1E6"/>
                      </a:solidFill>
                      <a:prstDash val="solid"/>
                    </a:lnT>
                    <a:lnB w="9525">
                      <a:solidFill>
                        <a:srgbClr val="D6E1E6"/>
                      </a:solidFill>
                      <a:prstDash val="solid"/>
                    </a:lnB>
                    <a:solidFill>
                      <a:srgbClr val="EDF4F6"/>
                    </a:solidFill>
                  </a:tcPr>
                </a:tc>
                <a:tc>
                  <a:txBody>
                    <a:bodyPr/>
                    <a:lstStyle/>
                    <a:p>
                      <a:r>
                        <a:rPr sz="2025" b="0">
                          <a:solidFill>
                            <a:srgbClr val="142E42"/>
                          </a:solidFill>
                          <a:latin typeface="Arial"/>
                          <a:ea typeface="Arial"/>
                          <a:cs typeface="Arial"/>
                        </a:rPr>
                        <a:t>O(log n)</a:t>
                      </a:r>
                    </a:p>
                  </a:txBody>
                  <a:tcPr marL="91440" marR="91440" marT="45720" marB="45720">
                    <a:lnL w="9525" cmpd="sng">
                      <a:solidFill>
                        <a:srgbClr val="D6E1E6"/>
                      </a:solidFill>
                      <a:prstDash val="solid"/>
                    </a:lnL>
                    <a:lnR w="9525">
                      <a:solidFill>
                        <a:srgbClr val="D6E1E6"/>
                      </a:solidFill>
                      <a:prstDash val="solid"/>
                    </a:lnR>
                    <a:lnT w="9525" cmpd="sng">
                      <a:solidFill>
                        <a:srgbClr val="D6E1E6"/>
                      </a:solidFill>
                      <a:prstDash val="solid"/>
                    </a:lnT>
                    <a:lnB w="9525">
                      <a:solidFill>
                        <a:srgbClr val="D6E1E6"/>
                      </a:solidFill>
                      <a:prstDash val="solid"/>
                    </a:lnB>
                    <a:solidFill>
                      <a:srgbClr val="EDF4F6"/>
                    </a:solidFill>
                  </a:tcPr>
                </a:tc>
                <a:tc>
                  <a:txBody>
                    <a:bodyPr/>
                    <a:lstStyle/>
                    <a:p>
                      <a:r>
                        <a:rPr sz="2025" b="0">
                          <a:solidFill>
                            <a:srgbClr val="142E42"/>
                          </a:solidFill>
                          <a:latin typeface="Arial"/>
                          <a:ea typeface="Arial"/>
                          <a:cs typeface="Arial"/>
                        </a:rPr>
                        <a:t>O(n) shifting</a:t>
                      </a:r>
                    </a:p>
                  </a:txBody>
                  <a:tcPr marL="91440" marR="91440" marT="45720" marB="45720">
                    <a:lnL w="9525" cmpd="sng">
                      <a:solidFill>
                        <a:srgbClr val="D6E1E6"/>
                      </a:solidFill>
                      <a:prstDash val="solid"/>
                    </a:lnL>
                    <a:lnR w="9525">
                      <a:solidFill>
                        <a:srgbClr val="D6E1E6"/>
                      </a:solidFill>
                      <a:prstDash val="solid"/>
                    </a:lnR>
                    <a:lnT w="9525" cmpd="sng">
                      <a:solidFill>
                        <a:srgbClr val="D6E1E6"/>
                      </a:solidFill>
                      <a:prstDash val="solid"/>
                    </a:lnT>
                    <a:lnB w="9525">
                      <a:solidFill>
                        <a:srgbClr val="D6E1E6"/>
                      </a:solidFill>
                      <a:prstDash val="solid"/>
                    </a:lnB>
                    <a:solidFill>
                      <a:srgbClr val="EDF4F6"/>
                    </a:solidFill>
                  </a:tcPr>
                </a:tc>
              </a:tr>
              <a:tr h="809625">
                <a:tc>
                  <a:txBody>
                    <a:bodyPr/>
                    <a:lstStyle/>
                    <a:p>
                      <a:r>
                        <a:rPr sz="2025" b="0">
                          <a:solidFill>
                            <a:srgbClr val="142E42"/>
                          </a:solidFill>
                          <a:latin typeface="Arial"/>
                          <a:ea typeface="Arial"/>
                          <a:cs typeface="Arial"/>
                        </a:rPr>
                        <a:t>Linked list</a:t>
                      </a:r>
                    </a:p>
                  </a:txBody>
                  <a:tcPr marL="91440" marR="91440" marT="45720" marB="45720">
                    <a:lnL w="9525">
                      <a:solidFill>
                        <a:srgbClr val="D6E1E6"/>
                      </a:solidFill>
                      <a:prstDash val="solid"/>
                    </a:lnL>
                    <a:lnR w="9525">
                      <a:solidFill>
                        <a:srgbClr val="D6E1E6"/>
                      </a:solidFill>
                      <a:prstDash val="solid"/>
                    </a:lnR>
                    <a:lnT w="9525" cmpd="sng">
                      <a:solidFill>
                        <a:srgbClr val="D6E1E6"/>
                      </a:solidFill>
                      <a:prstDash val="solid"/>
                    </a:lnT>
                    <a:lnB w="9525">
                      <a:solidFill>
                        <a:srgbClr val="D6E1E6"/>
                      </a:solidFill>
                      <a:prstDash val="solid"/>
                    </a:lnB>
                    <a:solidFill>
                      <a:srgbClr val="FFFFFF"/>
                    </a:solidFill>
                  </a:tcPr>
                </a:tc>
                <a:tc>
                  <a:txBody>
                    <a:bodyPr/>
                    <a:lstStyle/>
                    <a:p>
                      <a:r>
                        <a:rPr sz="2025" b="0">
                          <a:solidFill>
                            <a:srgbClr val="142E42"/>
                          </a:solidFill>
                          <a:latin typeface="Arial"/>
                          <a:ea typeface="Arial"/>
                          <a:cs typeface="Arial"/>
                        </a:rPr>
                        <a:t>O(n)</a:t>
                      </a:r>
                    </a:p>
                  </a:txBody>
                  <a:tcPr marL="91440" marR="91440" marT="45720" marB="45720">
                    <a:lnL w="9525" cmpd="sng">
                      <a:solidFill>
                        <a:srgbClr val="D6E1E6"/>
                      </a:solidFill>
                      <a:prstDash val="solid"/>
                    </a:lnL>
                    <a:lnR w="9525">
                      <a:solidFill>
                        <a:srgbClr val="D6E1E6"/>
                      </a:solidFill>
                      <a:prstDash val="solid"/>
                    </a:lnR>
                    <a:lnT w="9525" cmpd="sng">
                      <a:solidFill>
                        <a:srgbClr val="D6E1E6"/>
                      </a:solidFill>
                      <a:prstDash val="solid"/>
                    </a:lnT>
                    <a:lnB w="9525">
                      <a:solidFill>
                        <a:srgbClr val="D6E1E6"/>
                      </a:solidFill>
                      <a:prstDash val="solid"/>
                    </a:lnB>
                    <a:solidFill>
                      <a:srgbClr val="FFFFFF"/>
                    </a:solidFill>
                  </a:tcPr>
                </a:tc>
                <a:tc>
                  <a:txBody>
                    <a:bodyPr/>
                    <a:lstStyle/>
                    <a:p>
                      <a:r>
                        <a:rPr sz="2025" b="0">
                          <a:solidFill>
                            <a:srgbClr val="142E42"/>
                          </a:solidFill>
                          <a:latin typeface="Arial"/>
                          <a:ea typeface="Arial"/>
                          <a:cs typeface="Arial"/>
                        </a:rPr>
                        <a:t>O(n) to locate</a:t>
                      </a:r>
                    </a:p>
                  </a:txBody>
                  <a:tcPr marL="91440" marR="91440" marT="45720" marB="45720">
                    <a:lnL w="9525" cmpd="sng">
                      <a:solidFill>
                        <a:srgbClr val="D6E1E6"/>
                      </a:solidFill>
                      <a:prstDash val="solid"/>
                    </a:lnL>
                    <a:lnR w="9525">
                      <a:solidFill>
                        <a:srgbClr val="D6E1E6"/>
                      </a:solidFill>
                      <a:prstDash val="solid"/>
                    </a:lnR>
                    <a:lnT w="9525" cmpd="sng">
                      <a:solidFill>
                        <a:srgbClr val="D6E1E6"/>
                      </a:solidFill>
                      <a:prstDash val="solid"/>
                    </a:lnT>
                    <a:lnB w="9525">
                      <a:solidFill>
                        <a:srgbClr val="D6E1E6"/>
                      </a:solidFill>
                      <a:prstDash val="solid"/>
                    </a:lnB>
                    <a:solidFill>
                      <a:srgbClr val="FFFFFF"/>
                    </a:solidFill>
                  </a:tcPr>
                </a:tc>
              </a:tr>
              <a:tr h="809625">
                <a:tc>
                  <a:txBody>
                    <a:bodyPr/>
                    <a:lstStyle/>
                    <a:p>
                      <a:r>
                        <a:rPr sz="2025" b="0">
                          <a:solidFill>
                            <a:srgbClr val="142E42"/>
                          </a:solidFill>
                          <a:latin typeface="Arial"/>
                          <a:ea typeface="Arial"/>
                          <a:cs typeface="Arial"/>
                        </a:rPr>
                        <a:t>BST</a:t>
                      </a:r>
                    </a:p>
                  </a:txBody>
                  <a:tcPr marL="91440" marR="91440" marT="45720" marB="45720">
                    <a:lnL w="9525">
                      <a:solidFill>
                        <a:srgbClr val="D6E1E6"/>
                      </a:solidFill>
                      <a:prstDash val="solid"/>
                    </a:lnL>
                    <a:lnR w="9525">
                      <a:solidFill>
                        <a:srgbClr val="D6E1E6"/>
                      </a:solidFill>
                      <a:prstDash val="solid"/>
                    </a:lnR>
                    <a:lnT w="9525" cmpd="sng">
                      <a:solidFill>
                        <a:srgbClr val="D6E1E6"/>
                      </a:solidFill>
                      <a:prstDash val="solid"/>
                    </a:lnT>
                    <a:lnB w="9525">
                      <a:solidFill>
                        <a:srgbClr val="D6E1E6"/>
                      </a:solidFill>
                      <a:prstDash val="solid"/>
                    </a:lnB>
                    <a:solidFill>
                      <a:srgbClr val="EDF4F6"/>
                    </a:solidFill>
                  </a:tcPr>
                </a:tc>
                <a:tc>
                  <a:txBody>
                    <a:bodyPr/>
                    <a:lstStyle/>
                    <a:p>
                      <a:r>
                        <a:rPr sz="2025" b="0">
                          <a:solidFill>
                            <a:srgbClr val="142E42"/>
                          </a:solidFill>
                          <a:latin typeface="Arial"/>
                          <a:ea typeface="Arial"/>
                          <a:cs typeface="Arial"/>
                        </a:rPr>
                        <a:t>O(h + 1)</a:t>
                      </a:r>
                    </a:p>
                  </a:txBody>
                  <a:tcPr marL="91440" marR="91440" marT="45720" marB="45720">
                    <a:lnL w="9525" cmpd="sng">
                      <a:solidFill>
                        <a:srgbClr val="D6E1E6"/>
                      </a:solidFill>
                      <a:prstDash val="solid"/>
                    </a:lnL>
                    <a:lnR w="9525">
                      <a:solidFill>
                        <a:srgbClr val="D6E1E6"/>
                      </a:solidFill>
                      <a:prstDash val="solid"/>
                    </a:lnR>
                    <a:lnT w="9525" cmpd="sng">
                      <a:solidFill>
                        <a:srgbClr val="D6E1E6"/>
                      </a:solidFill>
                      <a:prstDash val="solid"/>
                    </a:lnT>
                    <a:lnB w="9525">
                      <a:solidFill>
                        <a:srgbClr val="D6E1E6"/>
                      </a:solidFill>
                      <a:prstDash val="solid"/>
                    </a:lnB>
                    <a:solidFill>
                      <a:srgbClr val="EDF4F6"/>
                    </a:solidFill>
                  </a:tcPr>
                </a:tc>
                <a:tc>
                  <a:txBody>
                    <a:bodyPr/>
                    <a:lstStyle/>
                    <a:p>
                      <a:r>
                        <a:rPr sz="2025" b="0">
                          <a:solidFill>
                            <a:srgbClr val="142E42"/>
                          </a:solidFill>
                          <a:latin typeface="Arial"/>
                          <a:ea typeface="Arial"/>
                          <a:cs typeface="Arial"/>
                        </a:rPr>
                        <a:t>O(h + 1)</a:t>
                      </a:r>
                    </a:p>
                  </a:txBody>
                  <a:tcPr marL="91440" marR="91440" marT="45720" marB="45720">
                    <a:lnL w="9525" cmpd="sng">
                      <a:solidFill>
                        <a:srgbClr val="D6E1E6"/>
                      </a:solidFill>
                      <a:prstDash val="solid"/>
                    </a:lnL>
                    <a:lnR w="9525">
                      <a:solidFill>
                        <a:srgbClr val="D6E1E6"/>
                      </a:solidFill>
                      <a:prstDash val="solid"/>
                    </a:lnR>
                    <a:lnT w="9525" cmpd="sng">
                      <a:solidFill>
                        <a:srgbClr val="D6E1E6"/>
                      </a:solidFill>
                      <a:prstDash val="solid"/>
                    </a:lnT>
                    <a:lnB w="9525">
                      <a:solidFill>
                        <a:srgbClr val="D6E1E6"/>
                      </a:solidFill>
                      <a:prstDash val="solid"/>
                    </a:lnB>
                    <a:solidFill>
                      <a:srgbClr val="EDF4F6"/>
                    </a:solidFill>
                  </a:tcPr>
                </a:tc>
              </a:tr>
            </a:tbl>
          </a:graphicData>
        </a:graphic>
      </p:graphicFrame>
      <p:sp>
        <p:nvSpPr>
          <p:cNvPr id="4" name="text-2">
            <a:extLst xmlns:a="http://schemas.openxmlformats.org/drawingml/2006/main">
              <a:ext uri="{FF2B5EF4-FFF2-40B4-BE49-F238E27FC236}">
                <a16:creationId xmlns:a16="http://schemas.microsoft.com/office/drawing/2014/main" id="{F287819D-F269-465E-872D-7B42FF9750FE}"/>
              </a:ext>
            </a:extLst>
          </p:cNvPr>
          <p:cNvSpPr>
            <a:spLocks xmlns:a="http://schemas.openxmlformats.org/drawingml/2006/main" noGrp="1"/>
          </p:cNvSpPr>
          <p:nvPr/>
        </p:nvSpPr>
        <p:spPr>
          <a:xfrm xmlns:a="http://schemas.openxmlformats.org/drawingml/2006/main">
            <a:off x="609600" y="5800725"/>
            <a:ext cx="104775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lgn="l">
              <a:defRPr sz="1800" b="1">
                <a:solidFill>
                  <a:srgbClr val="007C83"/>
                </a:solidFill>
                <a:latin typeface="Arial"/>
                <a:ea typeface="Arial"/>
                <a:cs typeface="Arial"/>
              </a:defRPr>
            </a:defPPr>
            <a:lvl1pPr algn="l">
              <a:buNone/>
              <a:defRPr sz="1800" b="1">
                <a:solidFill>
                  <a:srgbClr val="007C83"/>
                </a:solidFill>
                <a:latin typeface="Arial"/>
                <a:ea typeface="Arial"/>
                <a:cs typeface="Arial"/>
              </a:defRPr>
            </a:lvl1pPr>
            <a:lvl2pPr algn="l">
              <a:buNone/>
              <a:defRPr sz="1800" b="1">
                <a:solidFill>
                  <a:srgbClr val="007C83"/>
                </a:solidFill>
                <a:latin typeface="Arial"/>
                <a:ea typeface="Arial"/>
                <a:cs typeface="Arial"/>
              </a:defRPr>
            </a:lvl2pPr>
            <a:lvl3pPr algn="l">
              <a:buNone/>
              <a:defRPr sz="1800" b="1">
                <a:solidFill>
                  <a:srgbClr val="007C83"/>
                </a:solidFill>
                <a:latin typeface="Arial"/>
                <a:ea typeface="Arial"/>
                <a:cs typeface="Arial"/>
              </a:defRPr>
            </a:lvl3pPr>
            <a:lvl4pPr algn="l">
              <a:buNone/>
              <a:defRPr sz="1800" b="1">
                <a:solidFill>
                  <a:srgbClr val="007C83"/>
                </a:solidFill>
                <a:latin typeface="Arial"/>
                <a:ea typeface="Arial"/>
                <a:cs typeface="Arial"/>
              </a:defRPr>
            </a:lvl4pPr>
            <a:lvl5pPr algn="l">
              <a:buNone/>
              <a:defRPr sz="1800" b="1">
                <a:solidFill>
                  <a:srgbClr val="007C83"/>
                </a:solidFill>
                <a:latin typeface="Arial"/>
                <a:ea typeface="Arial"/>
                <a:cs typeface="Arial"/>
              </a:defRPr>
            </a:lvl5pPr>
            <a:lvl6pPr algn="l">
              <a:buNone/>
              <a:defRPr sz="1800" b="1">
                <a:solidFill>
                  <a:srgbClr val="007C83"/>
                </a:solidFill>
                <a:latin typeface="Arial"/>
                <a:ea typeface="Arial"/>
                <a:cs typeface="Arial"/>
              </a:defRPr>
            </a:lvl6pPr>
            <a:lvl7pPr algn="l">
              <a:buNone/>
              <a:defRPr sz="1800" b="1">
                <a:solidFill>
                  <a:srgbClr val="007C83"/>
                </a:solidFill>
                <a:latin typeface="Arial"/>
                <a:ea typeface="Arial"/>
                <a:cs typeface="Arial"/>
              </a:defRPr>
            </a:lvl7pPr>
            <a:lvl8pPr algn="l">
              <a:buNone/>
              <a:defRPr sz="1800" b="1">
                <a:solidFill>
                  <a:srgbClr val="007C83"/>
                </a:solidFill>
                <a:latin typeface="Arial"/>
                <a:ea typeface="Arial"/>
                <a:cs typeface="Arial"/>
              </a:defRPr>
            </a:lvl8pPr>
            <a:lvl9pPr algn="l">
              <a:buNone/>
              <a:defRPr sz="1800" b="1">
                <a:solidFill>
                  <a:srgbClr val="007C83"/>
                </a:solidFill>
                <a:latin typeface="Arial"/>
                <a:ea typeface="Arial"/>
                <a:cs typeface="Arial"/>
              </a:defRPr>
            </a:lvl9pPr>
          </a:lstStyle>
          <a:p xmlns:a="http://schemas.openxmlformats.org/drawingml/2006/main">
            <a:pPr algn="l">
              <a:buNone/>
              <a:defRPr sz="1800" b="1">
                <a:solidFill>
                  <a:srgbClr val="007C83"/>
                </a:solidFill>
                <a:latin typeface="Arial"/>
                <a:ea typeface="Arial"/>
                <a:cs typeface="Arial"/>
              </a:defRPr>
            </a:pPr>
            <a:r>
              <a:rPr sz="1800" b="1">
                <a:solidFill>
                  <a:srgbClr val="007C83"/>
                </a:solidFill>
                <a:latin typeface="Arial"/>
                <a:ea typeface="Arial"/>
                <a:cs typeface="Arial"/>
              </a:rPr>
              <a:t>A short tree can support fast search and updates.</a:t>
            </a:r>
          </a:p>
        </p:txBody>
      </p:sp>
    </p:spTree>
    <p:extLst>
      <p:ext uri="{BB962C8B-B14F-4D97-AF65-F5344CB8AC3E}">
        <p14:creationId xmlns:p14="http://schemas.microsoft.com/office/powerpoint/2010/main" val="728927378"/>
      </p:ext>
    </p:extLst>
  </p:cSld>
</p:sld>
</file>

<file path=ppt/slides/slide4.xml><?xml version="1.0" encoding="utf-8"?>
<p:sld xmlns:p="http://schemas.openxmlformats.org/presentationml/2006/main">
  <p:cSld>
    <p:bg>
      <p:bgPr>
        <a:solidFill xmlns:a="http://schemas.openxmlformats.org/drawingml/2006/main">
          <a:srgbClr val="FAFCFD"/>
        </a:solidFill>
      </p:bgPr>
    </p:bg>
    <p:spTree>
      <p:nvGrpSpPr>
        <p:cNvPr id="1" name=""/>
        <p:cNvGrpSpPr/>
        <p:nvPr/>
      </p:nvGrpSpPr>
      <p:grpSpPr>
        <a:xfrm xmlns:a="http://schemas.openxmlformats.org/drawingml/2006/main"/>
      </p:grpSpPr>
      <p:sp>
        <p:nvSpPr>
          <p:cNvPr id="4" name="text-0">
            <a:extLst xmlns:a="http://schemas.openxmlformats.org/drawingml/2006/main">
              <a:ext uri="{FF2B5EF4-FFF2-40B4-BE49-F238E27FC236}">
                <a16:creationId xmlns:a16="http://schemas.microsoft.com/office/drawing/2014/main" id="{9A8AAFE7-4874-48BF-8193-68471AC9D936}"/>
              </a:ext>
            </a:extLst>
          </p:cNvPr>
          <p:cNvSpPr>
            <a:spLocks xmlns:a="http://schemas.openxmlformats.org/drawingml/2006/main" noGrp="1"/>
          </p:cNvSpPr>
          <p:nvPr/>
        </p:nvSpPr>
        <p:spPr>
          <a:xfrm xmlns:a="http://schemas.openxmlformats.org/drawingml/2006/main">
            <a:off x="609600" y="419100"/>
            <a:ext cx="10953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lgn="l">
              <a:defRPr sz="3150" b="1">
                <a:solidFill>
                  <a:srgbClr val="142E42"/>
                </a:solidFill>
                <a:latin typeface="Arial"/>
                <a:ea typeface="Arial"/>
                <a:cs typeface="Arial"/>
              </a:defRPr>
            </a:defPPr>
            <a:lvl1pPr algn="l">
              <a:buNone/>
              <a:defRPr sz="3150" b="1">
                <a:solidFill>
                  <a:srgbClr val="142E42"/>
                </a:solidFill>
                <a:latin typeface="Arial"/>
                <a:ea typeface="Arial"/>
                <a:cs typeface="Arial"/>
              </a:defRPr>
            </a:lvl1pPr>
            <a:lvl2pPr algn="l">
              <a:buNone/>
              <a:defRPr sz="3150" b="1">
                <a:solidFill>
                  <a:srgbClr val="142E42"/>
                </a:solidFill>
                <a:latin typeface="Arial"/>
                <a:ea typeface="Arial"/>
                <a:cs typeface="Arial"/>
              </a:defRPr>
            </a:lvl2pPr>
            <a:lvl3pPr algn="l">
              <a:buNone/>
              <a:defRPr sz="3150" b="1">
                <a:solidFill>
                  <a:srgbClr val="142E42"/>
                </a:solidFill>
                <a:latin typeface="Arial"/>
                <a:ea typeface="Arial"/>
                <a:cs typeface="Arial"/>
              </a:defRPr>
            </a:lvl3pPr>
            <a:lvl4pPr algn="l">
              <a:buNone/>
              <a:defRPr sz="3150" b="1">
                <a:solidFill>
                  <a:srgbClr val="142E42"/>
                </a:solidFill>
                <a:latin typeface="Arial"/>
                <a:ea typeface="Arial"/>
                <a:cs typeface="Arial"/>
              </a:defRPr>
            </a:lvl4pPr>
            <a:lvl5pPr algn="l">
              <a:buNone/>
              <a:defRPr sz="3150" b="1">
                <a:solidFill>
                  <a:srgbClr val="142E42"/>
                </a:solidFill>
                <a:latin typeface="Arial"/>
                <a:ea typeface="Arial"/>
                <a:cs typeface="Arial"/>
              </a:defRPr>
            </a:lvl5pPr>
            <a:lvl6pPr algn="l">
              <a:buNone/>
              <a:defRPr sz="3150" b="1">
                <a:solidFill>
                  <a:srgbClr val="142E42"/>
                </a:solidFill>
                <a:latin typeface="Arial"/>
                <a:ea typeface="Arial"/>
                <a:cs typeface="Arial"/>
              </a:defRPr>
            </a:lvl6pPr>
            <a:lvl7pPr algn="l">
              <a:buNone/>
              <a:defRPr sz="3150" b="1">
                <a:solidFill>
                  <a:srgbClr val="142E42"/>
                </a:solidFill>
                <a:latin typeface="Arial"/>
                <a:ea typeface="Arial"/>
                <a:cs typeface="Arial"/>
              </a:defRPr>
            </a:lvl7pPr>
            <a:lvl8pPr algn="l">
              <a:buNone/>
              <a:defRPr sz="3150" b="1">
                <a:solidFill>
                  <a:srgbClr val="142E42"/>
                </a:solidFill>
                <a:latin typeface="Arial"/>
                <a:ea typeface="Arial"/>
                <a:cs typeface="Arial"/>
              </a:defRPr>
            </a:lvl8pPr>
            <a:lvl9pPr algn="l">
              <a:buNone/>
              <a:defRPr sz="3150" b="1">
                <a:solidFill>
                  <a:srgbClr val="142E42"/>
                </a:solidFill>
                <a:latin typeface="Arial"/>
                <a:ea typeface="Arial"/>
                <a:cs typeface="Arial"/>
              </a:defRPr>
            </a:lvl9pPr>
          </a:lstStyle>
          <a:p xmlns:a="http://schemas.openxmlformats.org/drawingml/2006/main">
            <a:pPr algn="l">
              <a:buNone/>
              <a:defRPr sz="3150" b="1">
                <a:solidFill>
                  <a:srgbClr val="142E42"/>
                </a:solidFill>
                <a:latin typeface="Arial"/>
                <a:ea typeface="Arial"/>
                <a:cs typeface="Arial"/>
              </a:defRPr>
            </a:pPr>
            <a:r>
              <a:rPr sz="3150" b="1">
                <a:solidFill>
                  <a:srgbClr val="142E42"/>
                </a:solidFill>
                <a:latin typeface="Arial"/>
                <a:ea typeface="Arial"/>
                <a:cs typeface="Arial"/>
              </a:rPr>
              <a:t>Trees and rooted trees</a:t>
            </a:r>
          </a:p>
        </p:txBody>
      </p:sp>
      <p:sp>
        <p:nvSpPr>
          <p:cNvPr id="2" name="text-1">
            <a:extLst xmlns:a="http://schemas.openxmlformats.org/drawingml/2006/main">
              <a:ext uri="{FF2B5EF4-FFF2-40B4-BE49-F238E27FC236}">
                <a16:creationId xmlns:a16="http://schemas.microsoft.com/office/drawing/2014/main" id="{650606D3-ABD2-4E51-9284-0D8CF30BD198}"/>
              </a:ext>
            </a:extLst>
          </p:cNvPr>
          <p:cNvSpPr>
            <a:spLocks xmlns:a="http://schemas.openxmlformats.org/drawingml/2006/main" noGrp="1"/>
          </p:cNvSpPr>
          <p:nvPr/>
        </p:nvSpPr>
        <p:spPr>
          <a:xfrm xmlns:a="http://schemas.openxmlformats.org/drawingml/2006/main">
            <a:off x="11163300" y="6381750"/>
            <a:ext cx="476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lgn="l">
              <a:defRPr sz="1275" b="0">
                <a:solidFill>
                  <a:srgbClr val="4B6070"/>
                </a:solidFill>
                <a:latin typeface="Arial"/>
                <a:ea typeface="Arial"/>
                <a:cs typeface="Arial"/>
              </a:defRPr>
            </a:defPPr>
            <a:lvl1pPr algn="l">
              <a:buNone/>
              <a:defRPr sz="1275" b="0">
                <a:solidFill>
                  <a:srgbClr val="4B6070"/>
                </a:solidFill>
                <a:latin typeface="Arial"/>
                <a:ea typeface="Arial"/>
                <a:cs typeface="Arial"/>
              </a:defRPr>
            </a:lvl1pPr>
            <a:lvl2pPr algn="l">
              <a:buNone/>
              <a:defRPr sz="1275" b="0">
                <a:solidFill>
                  <a:srgbClr val="4B6070"/>
                </a:solidFill>
                <a:latin typeface="Arial"/>
                <a:ea typeface="Arial"/>
                <a:cs typeface="Arial"/>
              </a:defRPr>
            </a:lvl2pPr>
            <a:lvl3pPr algn="l">
              <a:buNone/>
              <a:defRPr sz="1275" b="0">
                <a:solidFill>
                  <a:srgbClr val="4B6070"/>
                </a:solidFill>
                <a:latin typeface="Arial"/>
                <a:ea typeface="Arial"/>
                <a:cs typeface="Arial"/>
              </a:defRPr>
            </a:lvl3pPr>
            <a:lvl4pPr algn="l">
              <a:buNone/>
              <a:defRPr sz="1275" b="0">
                <a:solidFill>
                  <a:srgbClr val="4B6070"/>
                </a:solidFill>
                <a:latin typeface="Arial"/>
                <a:ea typeface="Arial"/>
                <a:cs typeface="Arial"/>
              </a:defRPr>
            </a:lvl4pPr>
            <a:lvl5pPr algn="l">
              <a:buNone/>
              <a:defRPr sz="1275" b="0">
                <a:solidFill>
                  <a:srgbClr val="4B6070"/>
                </a:solidFill>
                <a:latin typeface="Arial"/>
                <a:ea typeface="Arial"/>
                <a:cs typeface="Arial"/>
              </a:defRPr>
            </a:lvl5pPr>
            <a:lvl6pPr algn="l">
              <a:buNone/>
              <a:defRPr sz="1275" b="0">
                <a:solidFill>
                  <a:srgbClr val="4B6070"/>
                </a:solidFill>
                <a:latin typeface="Arial"/>
                <a:ea typeface="Arial"/>
                <a:cs typeface="Arial"/>
              </a:defRPr>
            </a:lvl6pPr>
            <a:lvl7pPr algn="l">
              <a:buNone/>
              <a:defRPr sz="1275" b="0">
                <a:solidFill>
                  <a:srgbClr val="4B6070"/>
                </a:solidFill>
                <a:latin typeface="Arial"/>
                <a:ea typeface="Arial"/>
                <a:cs typeface="Arial"/>
              </a:defRPr>
            </a:lvl7pPr>
            <a:lvl8pPr algn="l">
              <a:buNone/>
              <a:defRPr sz="1275" b="0">
                <a:solidFill>
                  <a:srgbClr val="4B6070"/>
                </a:solidFill>
                <a:latin typeface="Arial"/>
                <a:ea typeface="Arial"/>
                <a:cs typeface="Arial"/>
              </a:defRPr>
            </a:lvl8pPr>
            <a:lvl9pPr algn="l">
              <a:buNone/>
              <a:defRPr sz="1275" b="0">
                <a:solidFill>
                  <a:srgbClr val="4B6070"/>
                </a:solidFill>
                <a:latin typeface="Arial"/>
                <a:ea typeface="Arial"/>
                <a:cs typeface="Arial"/>
              </a:defRPr>
            </a:lvl9pPr>
          </a:lstStyle>
          <a:p xmlns:a="http://schemas.openxmlformats.org/drawingml/2006/main">
            <a:pPr algn="l">
              <a:buNone/>
              <a:defRPr sz="1275" b="0">
                <a:solidFill>
                  <a:srgbClr val="4B6070"/>
                </a:solidFill>
                <a:latin typeface="Arial"/>
                <a:ea typeface="Arial"/>
                <a:cs typeface="Arial"/>
              </a:defRPr>
            </a:pPr>
            <a:r>
              <a:rPr sz="1275" b="0">
                <a:solidFill>
                  <a:srgbClr val="4B6070"/>
                </a:solidFill>
                <a:latin typeface="Arial"/>
                <a:ea typeface="Arial"/>
                <a:cs typeface="Arial"/>
              </a:rPr>
              <a:t>04</a:t>
            </a:r>
          </a:p>
        </p:txBody>
      </p:sp>
      <p:sp>
        <p:nvSpPr>
          <p:cNvPr id="3" name="text-2">
            <a:extLst xmlns:a="http://schemas.openxmlformats.org/drawingml/2006/main">
              <a:ext uri="{FF2B5EF4-FFF2-40B4-BE49-F238E27FC236}">
                <a16:creationId xmlns:a16="http://schemas.microsoft.com/office/drawing/2014/main" id="{B5ADBC09-AB74-4CC0-9C94-A38F3B94E6AE}"/>
              </a:ext>
            </a:extLst>
          </p:cNvPr>
          <p:cNvSpPr>
            <a:spLocks xmlns:a="http://schemas.openxmlformats.org/drawingml/2006/main" noGrp="1"/>
          </p:cNvSpPr>
          <p:nvPr/>
        </p:nvSpPr>
        <p:spPr>
          <a:xfrm xmlns:a="http://schemas.openxmlformats.org/drawingml/2006/main">
            <a:off x="609600" y="1571625"/>
            <a:ext cx="10858500" cy="409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lgn="l">
              <a:defRPr sz="2175" b="0">
                <a:solidFill>
                  <a:srgbClr val="142E42"/>
                </a:solidFill>
                <a:latin typeface="Arial"/>
                <a:ea typeface="Arial"/>
                <a:cs typeface="Arial"/>
              </a:defRPr>
            </a:defPPr>
            <a:lvl1pPr algn="l">
              <a:buNone/>
              <a:defRPr sz="2175" b="0">
                <a:solidFill>
                  <a:srgbClr val="142E42"/>
                </a:solidFill>
                <a:latin typeface="Arial"/>
                <a:ea typeface="Arial"/>
                <a:cs typeface="Arial"/>
              </a:defRPr>
            </a:lvl1pPr>
            <a:lvl2pPr algn="l">
              <a:buNone/>
              <a:defRPr sz="2175" b="0">
                <a:solidFill>
                  <a:srgbClr val="142E42"/>
                </a:solidFill>
                <a:latin typeface="Arial"/>
                <a:ea typeface="Arial"/>
                <a:cs typeface="Arial"/>
              </a:defRPr>
            </a:lvl2pPr>
            <a:lvl3pPr algn="l">
              <a:buNone/>
              <a:defRPr sz="2175" b="0">
                <a:solidFill>
                  <a:srgbClr val="142E42"/>
                </a:solidFill>
                <a:latin typeface="Arial"/>
                <a:ea typeface="Arial"/>
                <a:cs typeface="Arial"/>
              </a:defRPr>
            </a:lvl3pPr>
            <a:lvl4pPr algn="l">
              <a:buNone/>
              <a:defRPr sz="2175" b="0">
                <a:solidFill>
                  <a:srgbClr val="142E42"/>
                </a:solidFill>
                <a:latin typeface="Arial"/>
                <a:ea typeface="Arial"/>
                <a:cs typeface="Arial"/>
              </a:defRPr>
            </a:lvl4pPr>
            <a:lvl5pPr algn="l">
              <a:buNone/>
              <a:defRPr sz="2175" b="0">
                <a:solidFill>
                  <a:srgbClr val="142E42"/>
                </a:solidFill>
                <a:latin typeface="Arial"/>
                <a:ea typeface="Arial"/>
                <a:cs typeface="Arial"/>
              </a:defRPr>
            </a:lvl5pPr>
            <a:lvl6pPr algn="l">
              <a:buNone/>
              <a:defRPr sz="2175" b="0">
                <a:solidFill>
                  <a:srgbClr val="142E42"/>
                </a:solidFill>
                <a:latin typeface="Arial"/>
                <a:ea typeface="Arial"/>
                <a:cs typeface="Arial"/>
              </a:defRPr>
            </a:lvl6pPr>
            <a:lvl7pPr algn="l">
              <a:buNone/>
              <a:defRPr sz="2175" b="0">
                <a:solidFill>
                  <a:srgbClr val="142E42"/>
                </a:solidFill>
                <a:latin typeface="Arial"/>
                <a:ea typeface="Arial"/>
                <a:cs typeface="Arial"/>
              </a:defRPr>
            </a:lvl7pPr>
            <a:lvl8pPr algn="l">
              <a:buNone/>
              <a:defRPr sz="2175" b="0">
                <a:solidFill>
                  <a:srgbClr val="142E42"/>
                </a:solidFill>
                <a:latin typeface="Arial"/>
                <a:ea typeface="Arial"/>
                <a:cs typeface="Arial"/>
              </a:defRPr>
            </a:lvl8pPr>
            <a:lvl9pPr algn="l">
              <a:buNone/>
              <a:defRPr sz="2175" b="0">
                <a:solidFill>
                  <a:srgbClr val="142E42"/>
                </a:solidFill>
                <a:latin typeface="Arial"/>
                <a:ea typeface="Arial"/>
                <a:cs typeface="Arial"/>
              </a:defRPr>
            </a:lvl9pPr>
          </a:lstStyle>
          <a:p xmlns:a="http://schemas.openxmlformats.org/drawingml/2006/main">
            <a:pPr algn="l">
              <a:buNone/>
              <a:defRPr sz="2175" b="0">
                <a:solidFill>
                  <a:srgbClr val="142E42"/>
                </a:solidFill>
                <a:latin typeface="Arial"/>
                <a:ea typeface="Arial"/>
                <a:cs typeface="Arial"/>
              </a:defRPr>
            </a:pPr>
            <a:r>
              <a:rPr sz="2175" b="0">
                <a:solidFill>
                  <a:srgbClr val="142E42"/>
                </a:solidFill>
                <a:latin typeface="Arial"/>
                <a:ea typeface="Arial"/>
                <a:cs typeface="Arial"/>
              </a:rPr>
              <a:t>An undirected tree is a connected graph with no cycles.</a:t>
            </a:r>
          </a:p>
          <a:p xmlns:a="http://schemas.openxmlformats.org/drawingml/2006/main">
            <a:pPr algn="l">
              <a:buNone/>
              <a:defRPr sz="2175" b="0">
                <a:solidFill>
                  <a:srgbClr val="142E42"/>
                </a:solidFill>
                <a:latin typeface="Arial"/>
                <a:ea typeface="Arial"/>
                <a:cs typeface="Arial"/>
              </a:defRPr>
            </a:pPr>
            <a:r>
              <a:rPr sz="2175" b="0">
                <a:solidFill>
                  <a:srgbClr val="142E42"/>
                </a:solidFill>
                <a:latin typeface="Arial"/>
                <a:ea typeface="Arial"/>
                <a:cs typeface="Arial"/>
              </a:rPr>
              <a:t>A forest is an acyclic graph that may be disconnected.</a:t>
            </a:r>
          </a:p>
          <a:p xmlns:a="http://schemas.openxmlformats.org/drawingml/2006/main">
            <a:endParaRPr sz="2175" b="0">
              <a:solidFill>
                <a:srgbClr val="142E42"/>
              </a:solidFill>
              <a:latin typeface="Arial"/>
              <a:ea typeface="Arial"/>
              <a:cs typeface="Arial"/>
            </a:endParaRPr>
          </a:p>
          <a:p xmlns:a="http://schemas.openxmlformats.org/drawingml/2006/main">
            <a:pPr algn="l">
              <a:buNone/>
              <a:defRPr sz="2175" b="0">
                <a:solidFill>
                  <a:srgbClr val="142E42"/>
                </a:solidFill>
                <a:latin typeface="Arial"/>
                <a:ea typeface="Arial"/>
                <a:cs typeface="Arial"/>
              </a:defRPr>
            </a:pPr>
            <a:r>
              <a:rPr sz="2175" b="0">
                <a:solidFill>
                  <a:srgbClr val="142E42"/>
                </a:solidFill>
                <a:latin typeface="Arial"/>
                <a:ea typeface="Arial"/>
                <a:cs typeface="Arial"/>
              </a:rPr>
              <a:t>A tree with n nodes has n − 1 edges and exactly one</a:t>
            </a:r>
          </a:p>
          <a:p xmlns:a="http://schemas.openxmlformats.org/drawingml/2006/main">
            <a:pPr algn="l">
              <a:buNone/>
              <a:defRPr sz="2175" b="0">
                <a:solidFill>
                  <a:srgbClr val="142E42"/>
                </a:solidFill>
                <a:latin typeface="Arial"/>
                <a:ea typeface="Arial"/>
                <a:cs typeface="Arial"/>
              </a:defRPr>
            </a:pPr>
            <a:r>
              <a:rPr sz="2175" b="0">
                <a:solidFill>
                  <a:srgbClr val="142E42"/>
                </a:solidFill>
                <a:latin typeface="Arial"/>
                <a:ea typeface="Arial"/>
                <a:cs typeface="Arial"/>
              </a:rPr>
              <a:t>simple path between any two nodes.</a:t>
            </a:r>
          </a:p>
          <a:p xmlns:a="http://schemas.openxmlformats.org/drawingml/2006/main">
            <a:endParaRPr sz="2175" b="0">
              <a:solidFill>
                <a:srgbClr val="142E42"/>
              </a:solidFill>
              <a:latin typeface="Arial"/>
              <a:ea typeface="Arial"/>
              <a:cs typeface="Arial"/>
            </a:endParaRPr>
          </a:p>
          <a:p xmlns:a="http://schemas.openxmlformats.org/drawingml/2006/main">
            <a:pPr algn="l">
              <a:buNone/>
              <a:defRPr sz="2175" b="0">
                <a:solidFill>
                  <a:srgbClr val="142E42"/>
                </a:solidFill>
                <a:latin typeface="Arial"/>
                <a:ea typeface="Arial"/>
                <a:cs typeface="Arial"/>
              </a:defRPr>
            </a:pPr>
            <a:r>
              <a:rPr sz="2175" b="0">
                <a:solidFill>
                  <a:srgbClr val="142E42"/>
                </a:solidFill>
                <a:latin typeface="Arial"/>
                <a:ea typeface="Arial"/>
                <a:cs typeface="Arial"/>
              </a:rPr>
              <a:t>Choosing a root defines parent–child relationships.</a:t>
            </a:r>
          </a:p>
        </p:txBody>
      </p:sp>
    </p:spTree>
    <p:extLst>
      <p:ext uri="{BB962C8B-B14F-4D97-AF65-F5344CB8AC3E}">
        <p14:creationId xmlns:p14="http://schemas.microsoft.com/office/powerpoint/2010/main" val="862188361"/>
      </p:ext>
    </p:extLst>
  </p:cSld>
</p:sld>
</file>

<file path=ppt/slides/slide5.xml><?xml version="1.0" encoding="utf-8"?>
<p:sld xmlns:p="http://schemas.openxmlformats.org/presentationml/2006/main">
  <p:cSld>
    <p:bg>
      <p:bgPr>
        <a:solidFill xmlns:a="http://schemas.openxmlformats.org/drawingml/2006/main">
          <a:srgbClr val="FAFCFD"/>
        </a:solidFill>
      </p:bgPr>
    </p:bg>
    <p:spTree>
      <p:nvGrpSpPr>
        <p:cNvPr id="1" name=""/>
        <p:cNvGrpSpPr/>
        <p:nvPr/>
      </p:nvGrpSpPr>
      <p:grpSpPr>
        <a:xfrm xmlns:a="http://schemas.openxmlformats.org/drawingml/2006/main"/>
      </p:grpSpPr>
      <p:sp>
        <p:nvSpPr>
          <p:cNvPr id="25" name="text-0">
            <a:extLst xmlns:a="http://schemas.openxmlformats.org/drawingml/2006/main">
              <a:ext uri="{FF2B5EF4-FFF2-40B4-BE49-F238E27FC236}">
                <a16:creationId xmlns:a16="http://schemas.microsoft.com/office/drawing/2014/main" id="{0FAE62F5-829D-48DD-8CA7-20B55FAD0A0C}"/>
              </a:ext>
            </a:extLst>
          </p:cNvPr>
          <p:cNvSpPr>
            <a:spLocks xmlns:a="http://schemas.openxmlformats.org/drawingml/2006/main" noGrp="1"/>
          </p:cNvSpPr>
          <p:nvPr/>
        </p:nvSpPr>
        <p:spPr>
          <a:xfrm xmlns:a="http://schemas.openxmlformats.org/drawingml/2006/main">
            <a:off x="609600" y="419100"/>
            <a:ext cx="10953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lgn="l">
              <a:defRPr sz="3150" b="1">
                <a:solidFill>
                  <a:srgbClr val="142E42"/>
                </a:solidFill>
                <a:latin typeface="Arial"/>
                <a:ea typeface="Arial"/>
                <a:cs typeface="Arial"/>
              </a:defRPr>
            </a:defPPr>
            <a:lvl1pPr algn="l">
              <a:buNone/>
              <a:defRPr sz="3150" b="1">
                <a:solidFill>
                  <a:srgbClr val="142E42"/>
                </a:solidFill>
                <a:latin typeface="Arial"/>
                <a:ea typeface="Arial"/>
                <a:cs typeface="Arial"/>
              </a:defRPr>
            </a:lvl1pPr>
            <a:lvl2pPr algn="l">
              <a:buNone/>
              <a:defRPr sz="3150" b="1">
                <a:solidFill>
                  <a:srgbClr val="142E42"/>
                </a:solidFill>
                <a:latin typeface="Arial"/>
                <a:ea typeface="Arial"/>
                <a:cs typeface="Arial"/>
              </a:defRPr>
            </a:lvl2pPr>
            <a:lvl3pPr algn="l">
              <a:buNone/>
              <a:defRPr sz="3150" b="1">
                <a:solidFill>
                  <a:srgbClr val="142E42"/>
                </a:solidFill>
                <a:latin typeface="Arial"/>
                <a:ea typeface="Arial"/>
                <a:cs typeface="Arial"/>
              </a:defRPr>
            </a:lvl3pPr>
            <a:lvl4pPr algn="l">
              <a:buNone/>
              <a:defRPr sz="3150" b="1">
                <a:solidFill>
                  <a:srgbClr val="142E42"/>
                </a:solidFill>
                <a:latin typeface="Arial"/>
                <a:ea typeface="Arial"/>
                <a:cs typeface="Arial"/>
              </a:defRPr>
            </a:lvl4pPr>
            <a:lvl5pPr algn="l">
              <a:buNone/>
              <a:defRPr sz="3150" b="1">
                <a:solidFill>
                  <a:srgbClr val="142E42"/>
                </a:solidFill>
                <a:latin typeface="Arial"/>
                <a:ea typeface="Arial"/>
                <a:cs typeface="Arial"/>
              </a:defRPr>
            </a:lvl5pPr>
            <a:lvl6pPr algn="l">
              <a:buNone/>
              <a:defRPr sz="3150" b="1">
                <a:solidFill>
                  <a:srgbClr val="142E42"/>
                </a:solidFill>
                <a:latin typeface="Arial"/>
                <a:ea typeface="Arial"/>
                <a:cs typeface="Arial"/>
              </a:defRPr>
            </a:lvl6pPr>
            <a:lvl7pPr algn="l">
              <a:buNone/>
              <a:defRPr sz="3150" b="1">
                <a:solidFill>
                  <a:srgbClr val="142E42"/>
                </a:solidFill>
                <a:latin typeface="Arial"/>
                <a:ea typeface="Arial"/>
                <a:cs typeface="Arial"/>
              </a:defRPr>
            </a:lvl7pPr>
            <a:lvl8pPr algn="l">
              <a:buNone/>
              <a:defRPr sz="3150" b="1">
                <a:solidFill>
                  <a:srgbClr val="142E42"/>
                </a:solidFill>
                <a:latin typeface="Arial"/>
                <a:ea typeface="Arial"/>
                <a:cs typeface="Arial"/>
              </a:defRPr>
            </a:lvl8pPr>
            <a:lvl9pPr algn="l">
              <a:buNone/>
              <a:defRPr sz="3150" b="1">
                <a:solidFill>
                  <a:srgbClr val="142E42"/>
                </a:solidFill>
                <a:latin typeface="Arial"/>
                <a:ea typeface="Arial"/>
                <a:cs typeface="Arial"/>
              </a:defRPr>
            </a:lvl9pPr>
          </a:lstStyle>
          <a:p xmlns:a="http://schemas.openxmlformats.org/drawingml/2006/main">
            <a:pPr algn="l">
              <a:buNone/>
              <a:defRPr sz="3150" b="1">
                <a:solidFill>
                  <a:srgbClr val="142E42"/>
                </a:solidFill>
                <a:latin typeface="Arial"/>
                <a:ea typeface="Arial"/>
                <a:cs typeface="Arial"/>
              </a:defRPr>
            </a:pPr>
            <a:r>
              <a:rPr sz="3150" b="1">
                <a:solidFill>
                  <a:srgbClr val="142E42"/>
                </a:solidFill>
                <a:latin typeface="Arial"/>
                <a:ea typeface="Arial"/>
                <a:cs typeface="Arial"/>
              </a:rPr>
              <a:t>Tree terminology</a:t>
            </a:r>
          </a:p>
        </p:txBody>
      </p:sp>
      <p:sp>
        <p:nvSpPr>
          <p:cNvPr id="2" name="text-1">
            <a:extLst xmlns:a="http://schemas.openxmlformats.org/drawingml/2006/main">
              <a:ext uri="{FF2B5EF4-FFF2-40B4-BE49-F238E27FC236}">
                <a16:creationId xmlns:a16="http://schemas.microsoft.com/office/drawing/2014/main" id="{81B77556-88F4-4112-B12A-F61A742D414A}"/>
              </a:ext>
            </a:extLst>
          </p:cNvPr>
          <p:cNvSpPr>
            <a:spLocks xmlns:a="http://schemas.openxmlformats.org/drawingml/2006/main" noGrp="1"/>
          </p:cNvSpPr>
          <p:nvPr/>
        </p:nvSpPr>
        <p:spPr>
          <a:xfrm xmlns:a="http://schemas.openxmlformats.org/drawingml/2006/main">
            <a:off x="11163300" y="6381750"/>
            <a:ext cx="476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lgn="l">
              <a:defRPr sz="1275" b="0">
                <a:solidFill>
                  <a:srgbClr val="4B6070"/>
                </a:solidFill>
                <a:latin typeface="Arial"/>
                <a:ea typeface="Arial"/>
                <a:cs typeface="Arial"/>
              </a:defRPr>
            </a:defPPr>
            <a:lvl1pPr algn="l">
              <a:buNone/>
              <a:defRPr sz="1275" b="0">
                <a:solidFill>
                  <a:srgbClr val="4B6070"/>
                </a:solidFill>
                <a:latin typeface="Arial"/>
                <a:ea typeface="Arial"/>
                <a:cs typeface="Arial"/>
              </a:defRPr>
            </a:lvl1pPr>
            <a:lvl2pPr algn="l">
              <a:buNone/>
              <a:defRPr sz="1275" b="0">
                <a:solidFill>
                  <a:srgbClr val="4B6070"/>
                </a:solidFill>
                <a:latin typeface="Arial"/>
                <a:ea typeface="Arial"/>
                <a:cs typeface="Arial"/>
              </a:defRPr>
            </a:lvl2pPr>
            <a:lvl3pPr algn="l">
              <a:buNone/>
              <a:defRPr sz="1275" b="0">
                <a:solidFill>
                  <a:srgbClr val="4B6070"/>
                </a:solidFill>
                <a:latin typeface="Arial"/>
                <a:ea typeface="Arial"/>
                <a:cs typeface="Arial"/>
              </a:defRPr>
            </a:lvl3pPr>
            <a:lvl4pPr algn="l">
              <a:buNone/>
              <a:defRPr sz="1275" b="0">
                <a:solidFill>
                  <a:srgbClr val="4B6070"/>
                </a:solidFill>
                <a:latin typeface="Arial"/>
                <a:ea typeface="Arial"/>
                <a:cs typeface="Arial"/>
              </a:defRPr>
            </a:lvl4pPr>
            <a:lvl5pPr algn="l">
              <a:buNone/>
              <a:defRPr sz="1275" b="0">
                <a:solidFill>
                  <a:srgbClr val="4B6070"/>
                </a:solidFill>
                <a:latin typeface="Arial"/>
                <a:ea typeface="Arial"/>
                <a:cs typeface="Arial"/>
              </a:defRPr>
            </a:lvl5pPr>
            <a:lvl6pPr algn="l">
              <a:buNone/>
              <a:defRPr sz="1275" b="0">
                <a:solidFill>
                  <a:srgbClr val="4B6070"/>
                </a:solidFill>
                <a:latin typeface="Arial"/>
                <a:ea typeface="Arial"/>
                <a:cs typeface="Arial"/>
              </a:defRPr>
            </a:lvl6pPr>
            <a:lvl7pPr algn="l">
              <a:buNone/>
              <a:defRPr sz="1275" b="0">
                <a:solidFill>
                  <a:srgbClr val="4B6070"/>
                </a:solidFill>
                <a:latin typeface="Arial"/>
                <a:ea typeface="Arial"/>
                <a:cs typeface="Arial"/>
              </a:defRPr>
            </a:lvl7pPr>
            <a:lvl8pPr algn="l">
              <a:buNone/>
              <a:defRPr sz="1275" b="0">
                <a:solidFill>
                  <a:srgbClr val="4B6070"/>
                </a:solidFill>
                <a:latin typeface="Arial"/>
                <a:ea typeface="Arial"/>
                <a:cs typeface="Arial"/>
              </a:defRPr>
            </a:lvl8pPr>
            <a:lvl9pPr algn="l">
              <a:buNone/>
              <a:defRPr sz="1275" b="0">
                <a:solidFill>
                  <a:srgbClr val="4B6070"/>
                </a:solidFill>
                <a:latin typeface="Arial"/>
                <a:ea typeface="Arial"/>
                <a:cs typeface="Arial"/>
              </a:defRPr>
            </a:lvl9pPr>
          </a:lstStyle>
          <a:p xmlns:a="http://schemas.openxmlformats.org/drawingml/2006/main">
            <a:pPr algn="l">
              <a:buNone/>
              <a:defRPr sz="1275" b="0">
                <a:solidFill>
                  <a:srgbClr val="4B6070"/>
                </a:solidFill>
                <a:latin typeface="Arial"/>
                <a:ea typeface="Arial"/>
                <a:cs typeface="Arial"/>
              </a:defRPr>
            </a:pPr>
            <a:r>
              <a:rPr sz="1275" b="0">
                <a:solidFill>
                  <a:srgbClr val="4B6070"/>
                </a:solidFill>
                <a:latin typeface="Arial"/>
                <a:ea typeface="Arial"/>
                <a:cs typeface="Arial"/>
              </a:rPr>
              <a:t>05</a:t>
            </a:r>
          </a:p>
        </p:txBody>
      </p:sp>
      <p:sp>
        <p:nvSpPr>
          <p:cNvPr id="3" name="text-2">
            <a:extLst xmlns:a="http://schemas.openxmlformats.org/drawingml/2006/main">
              <a:ext uri="{FF2B5EF4-FFF2-40B4-BE49-F238E27FC236}">
                <a16:creationId xmlns:a16="http://schemas.microsoft.com/office/drawing/2014/main" id="{2EB64991-5057-4976-89A8-CF1BFDA43D75}"/>
              </a:ext>
            </a:extLst>
          </p:cNvPr>
          <p:cNvSpPr>
            <a:spLocks xmlns:a="http://schemas.openxmlformats.org/drawingml/2006/main" noGrp="1"/>
          </p:cNvSpPr>
          <p:nvPr/>
        </p:nvSpPr>
        <p:spPr>
          <a:xfrm xmlns:a="http://schemas.openxmlformats.org/drawingml/2006/main">
            <a:off x="609600" y="1619250"/>
            <a:ext cx="5429250" cy="409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lgn="l">
              <a:defRPr sz="2100" b="0">
                <a:solidFill>
                  <a:srgbClr val="142E42"/>
                </a:solidFill>
                <a:latin typeface="Arial"/>
                <a:ea typeface="Arial"/>
                <a:cs typeface="Arial"/>
              </a:defRPr>
            </a:defPPr>
            <a:lvl1pPr algn="l">
              <a:buNone/>
              <a:defRPr sz="2100" b="0">
                <a:solidFill>
                  <a:srgbClr val="142E42"/>
                </a:solidFill>
                <a:latin typeface="Arial"/>
                <a:ea typeface="Arial"/>
                <a:cs typeface="Arial"/>
              </a:defRPr>
            </a:lvl1pPr>
            <a:lvl2pPr algn="l">
              <a:buNone/>
              <a:defRPr sz="2100" b="0">
                <a:solidFill>
                  <a:srgbClr val="142E42"/>
                </a:solidFill>
                <a:latin typeface="Arial"/>
                <a:ea typeface="Arial"/>
                <a:cs typeface="Arial"/>
              </a:defRPr>
            </a:lvl2pPr>
            <a:lvl3pPr algn="l">
              <a:buNone/>
              <a:defRPr sz="2100" b="0">
                <a:solidFill>
                  <a:srgbClr val="142E42"/>
                </a:solidFill>
                <a:latin typeface="Arial"/>
                <a:ea typeface="Arial"/>
                <a:cs typeface="Arial"/>
              </a:defRPr>
            </a:lvl3pPr>
            <a:lvl4pPr algn="l">
              <a:buNone/>
              <a:defRPr sz="2100" b="0">
                <a:solidFill>
                  <a:srgbClr val="142E42"/>
                </a:solidFill>
                <a:latin typeface="Arial"/>
                <a:ea typeface="Arial"/>
                <a:cs typeface="Arial"/>
              </a:defRPr>
            </a:lvl4pPr>
            <a:lvl5pPr algn="l">
              <a:buNone/>
              <a:defRPr sz="2100" b="0">
                <a:solidFill>
                  <a:srgbClr val="142E42"/>
                </a:solidFill>
                <a:latin typeface="Arial"/>
                <a:ea typeface="Arial"/>
                <a:cs typeface="Arial"/>
              </a:defRPr>
            </a:lvl5pPr>
            <a:lvl6pPr algn="l">
              <a:buNone/>
              <a:defRPr sz="2100" b="0">
                <a:solidFill>
                  <a:srgbClr val="142E42"/>
                </a:solidFill>
                <a:latin typeface="Arial"/>
                <a:ea typeface="Arial"/>
                <a:cs typeface="Arial"/>
              </a:defRPr>
            </a:lvl6pPr>
            <a:lvl7pPr algn="l">
              <a:buNone/>
              <a:defRPr sz="2100" b="0">
                <a:solidFill>
                  <a:srgbClr val="142E42"/>
                </a:solidFill>
                <a:latin typeface="Arial"/>
                <a:ea typeface="Arial"/>
                <a:cs typeface="Arial"/>
              </a:defRPr>
            </a:lvl7pPr>
            <a:lvl8pPr algn="l">
              <a:buNone/>
              <a:defRPr sz="2100" b="0">
                <a:solidFill>
                  <a:srgbClr val="142E42"/>
                </a:solidFill>
                <a:latin typeface="Arial"/>
                <a:ea typeface="Arial"/>
                <a:cs typeface="Arial"/>
              </a:defRPr>
            </a:lvl8pPr>
            <a:lvl9pPr algn="l">
              <a:buNone/>
              <a:defRPr sz="2100" b="0">
                <a:solidFill>
                  <a:srgbClr val="142E42"/>
                </a:solidFill>
                <a:latin typeface="Arial"/>
                <a:ea typeface="Arial"/>
                <a:cs typeface="Arial"/>
              </a:defRPr>
            </a:lvl9pPr>
          </a:lstStyle>
          <a:p xmlns:a="http://schemas.openxmlformats.org/drawingml/2006/main">
            <a:pPr algn="l">
              <a:buNone/>
              <a:defRPr sz="2100" b="0">
                <a:solidFill>
                  <a:srgbClr val="142E42"/>
                </a:solidFill>
                <a:latin typeface="Arial"/>
                <a:ea typeface="Arial"/>
                <a:cs typeface="Arial"/>
              </a:defRPr>
            </a:pPr>
            <a:r>
              <a:rPr sz="2100" b="0">
                <a:solidFill>
                  <a:srgbClr val="142E42"/>
                </a:solidFill>
                <a:latin typeface="Arial"/>
                <a:ea typeface="Arial"/>
                <a:cs typeface="Arial"/>
              </a:rPr>
              <a:t>Root: A has no parent.</a:t>
            </a:r>
          </a:p>
          <a:p xmlns:a="http://schemas.openxmlformats.org/drawingml/2006/main">
            <a:endParaRPr sz="2100" b="0">
              <a:solidFill>
                <a:srgbClr val="142E42"/>
              </a:solidFill>
              <a:latin typeface="Arial"/>
              <a:ea typeface="Arial"/>
              <a:cs typeface="Arial"/>
            </a:endParaRPr>
          </a:p>
          <a:p xmlns:a="http://schemas.openxmlformats.org/drawingml/2006/main">
            <a:pPr algn="l">
              <a:buNone/>
              <a:defRPr sz="2100" b="0">
                <a:solidFill>
                  <a:srgbClr val="142E42"/>
                </a:solidFill>
                <a:latin typeface="Arial"/>
                <a:ea typeface="Arial"/>
                <a:cs typeface="Arial"/>
              </a:defRPr>
            </a:pPr>
            <a:r>
              <a:rPr sz="2100" b="0">
                <a:solidFill>
                  <a:srgbClr val="142E42"/>
                </a:solidFill>
                <a:latin typeface="Arial"/>
                <a:ea typeface="Arial"/>
                <a:cs typeface="Arial"/>
              </a:rPr>
              <a:t>Leaf: E has no children.</a:t>
            </a:r>
          </a:p>
          <a:p xmlns:a="http://schemas.openxmlformats.org/drawingml/2006/main">
            <a:endParaRPr sz="2100" b="0">
              <a:solidFill>
                <a:srgbClr val="142E42"/>
              </a:solidFill>
              <a:latin typeface="Arial"/>
              <a:ea typeface="Arial"/>
              <a:cs typeface="Arial"/>
            </a:endParaRPr>
          </a:p>
          <a:p xmlns:a="http://schemas.openxmlformats.org/drawingml/2006/main">
            <a:pPr algn="l">
              <a:buNone/>
              <a:defRPr sz="2100" b="0">
                <a:solidFill>
                  <a:srgbClr val="142E42"/>
                </a:solidFill>
                <a:latin typeface="Arial"/>
                <a:ea typeface="Arial"/>
                <a:cs typeface="Arial"/>
              </a:defRPr>
            </a:pPr>
            <a:r>
              <a:rPr sz="2100" b="0">
                <a:solidFill>
                  <a:srgbClr val="142E42"/>
                </a:solidFill>
                <a:latin typeface="Arial"/>
                <a:ea typeface="Arial"/>
                <a:cs typeface="Arial"/>
              </a:rPr>
              <a:t>Internal node: B has children.</a:t>
            </a:r>
          </a:p>
          <a:p xmlns:a="http://schemas.openxmlformats.org/drawingml/2006/main">
            <a:endParaRPr sz="2100" b="0">
              <a:solidFill>
                <a:srgbClr val="142E42"/>
              </a:solidFill>
              <a:latin typeface="Arial"/>
              <a:ea typeface="Arial"/>
              <a:cs typeface="Arial"/>
            </a:endParaRPr>
          </a:p>
          <a:p xmlns:a="http://schemas.openxmlformats.org/drawingml/2006/main">
            <a:pPr algn="l">
              <a:buNone/>
              <a:defRPr sz="2100" b="0">
                <a:solidFill>
                  <a:srgbClr val="142E42"/>
                </a:solidFill>
                <a:latin typeface="Arial"/>
                <a:ea typeface="Arial"/>
                <a:cs typeface="Arial"/>
              </a:defRPr>
            </a:pPr>
            <a:r>
              <a:rPr sz="2100" b="0">
                <a:solidFill>
                  <a:srgbClr val="142E42"/>
                </a:solidFill>
                <a:latin typeface="Arial"/>
                <a:ea typeface="Arial"/>
                <a:cs typeface="Arial"/>
              </a:rPr>
              <a:t>Ancestors of J: F, B, A.</a:t>
            </a:r>
          </a:p>
          <a:p xmlns:a="http://schemas.openxmlformats.org/drawingml/2006/main">
            <a:endParaRPr sz="2100" b="0">
              <a:solidFill>
                <a:srgbClr val="142E42"/>
              </a:solidFill>
              <a:latin typeface="Arial"/>
              <a:ea typeface="Arial"/>
              <a:cs typeface="Arial"/>
            </a:endParaRPr>
          </a:p>
          <a:p xmlns:a="http://schemas.openxmlformats.org/drawingml/2006/main">
            <a:pPr algn="l">
              <a:buNone/>
              <a:defRPr sz="2100" b="0">
                <a:solidFill>
                  <a:srgbClr val="142E42"/>
                </a:solidFill>
                <a:latin typeface="Arial"/>
                <a:ea typeface="Arial"/>
                <a:cs typeface="Arial"/>
              </a:defRPr>
            </a:pPr>
            <a:r>
              <a:rPr sz="2100" b="0">
                <a:solidFill>
                  <a:srgbClr val="142E42"/>
                </a:solidFill>
                <a:latin typeface="Arial"/>
                <a:ea typeface="Arial"/>
                <a:cs typeface="Arial"/>
              </a:rPr>
              <a:t>Subtree at F: F, I, J, K.</a:t>
            </a:r>
          </a:p>
        </p:txBody>
      </p:sp>
      <p:sp>
        <p:nvSpPr>
          <p:cNvPr id="4" name="source-diagram-dg4-5130">
            <a:extLst xmlns:a="http://schemas.openxmlformats.org/drawingml/2006/main">
              <a:ext uri="{FF2B5EF4-FFF2-40B4-BE49-F238E27FC236}">
                <a16:creationId xmlns:a16="http://schemas.microsoft.com/office/drawing/2014/main" id="{FA262713-AAA4-4568-81FF-DB4A9F35770F}"/>
              </a:ext>
            </a:extLst>
          </p:cNvPr>
          <p:cNvSpPr>
            <a:spLocks xmlns:a="http://schemas.openxmlformats.org/drawingml/2006/main" noGrp="1"/>
          </p:cNvSpPr>
          <p:nvPr/>
        </p:nvSpPr>
        <p:spPr>
          <a:xfrm xmlns:a="http://schemas.openxmlformats.org/drawingml/2006/main">
            <a:off x="8801148" y="1714500"/>
            <a:ext cx="405416" cy="448787"/>
          </a:xfrm>
          <a:prstGeom xmlns:a="http://schemas.openxmlformats.org/drawingml/2006/main" prst="roundRect">
            <a:avLst>
              <a:gd name="adj" fmla="val 16667"/>
            </a:avLst>
          </a:prstGeom>
          <a:solidFill xmlns:a="http://schemas.openxmlformats.org/drawingml/2006/main">
            <a:srgbClr val="E5EEF2"/>
          </a:solidFill>
          <a:ln xmlns:a="http://schemas.openxmlformats.org/drawingml/2006/main" w="19050">
            <a:solidFill>
              <a:srgbClr val="142E42"/>
            </a:solidFill>
            <a:round/>
          </a:l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213" b="0">
                <a:solidFill>
                  <a:srgbClr val="142E42"/>
                </a:solidFill>
                <a:latin typeface="Arial"/>
                <a:ea typeface="Arial"/>
                <a:cs typeface="Arial"/>
              </a:rPr>
              <a:t>A</a:t>
            </a:r>
          </a:p>
        </p:txBody>
      </p:sp>
      <p:sp>
        <p:nvSpPr>
          <p:cNvPr id="5" name="source-diagram-dg4-5131">
            <a:extLst xmlns:a="http://schemas.openxmlformats.org/drawingml/2006/main">
              <a:ext uri="{FF2B5EF4-FFF2-40B4-BE49-F238E27FC236}">
                <a16:creationId xmlns:a16="http://schemas.microsoft.com/office/drawing/2014/main" id="{584CD74A-4824-4F84-AA16-2969FE1EAE7C}"/>
              </a:ext>
            </a:extLst>
          </p:cNvPr>
          <p:cNvSpPr>
            <a:spLocks xmlns:a="http://schemas.openxmlformats.org/drawingml/2006/main" noGrp="1"/>
          </p:cNvSpPr>
          <p:nvPr/>
        </p:nvSpPr>
        <p:spPr>
          <a:xfrm xmlns:a="http://schemas.openxmlformats.org/drawingml/2006/main">
            <a:off x="7232279" y="2800640"/>
            <a:ext cx="401645" cy="448787"/>
          </a:xfrm>
          <a:prstGeom xmlns:a="http://schemas.openxmlformats.org/drawingml/2006/main" prst="roundRect">
            <a:avLst>
              <a:gd name="adj" fmla="val 16667"/>
            </a:avLst>
          </a:prstGeom>
          <a:solidFill xmlns:a="http://schemas.openxmlformats.org/drawingml/2006/main">
            <a:srgbClr val="E5EEF2"/>
          </a:solidFill>
          <a:ln xmlns:a="http://schemas.openxmlformats.org/drawingml/2006/main" w="19050">
            <a:solidFill>
              <a:srgbClr val="142E42"/>
            </a:solidFill>
            <a:round/>
          </a:l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202" b="0">
                <a:solidFill>
                  <a:srgbClr val="142E42"/>
                </a:solidFill>
                <a:latin typeface="Arial"/>
                <a:ea typeface="Arial"/>
                <a:cs typeface="Arial"/>
              </a:rPr>
              <a:t>B</a:t>
            </a:r>
          </a:p>
        </p:txBody>
      </p:sp>
      <p:sp>
        <p:nvSpPr>
          <p:cNvPr id="6" name="source-diagram-dg4-5132">
            <a:extLst xmlns:a="http://schemas.openxmlformats.org/drawingml/2006/main">
              <a:ext uri="{FF2B5EF4-FFF2-40B4-BE49-F238E27FC236}">
                <a16:creationId xmlns:a16="http://schemas.microsoft.com/office/drawing/2014/main" id="{B2EFC777-A47D-41C6-A89F-B9E7CDA07052}"/>
              </a:ext>
            </a:extLst>
          </p:cNvPr>
          <p:cNvSpPr>
            <a:spLocks xmlns:a="http://schemas.openxmlformats.org/drawingml/2006/main" noGrp="1"/>
          </p:cNvSpPr>
          <p:nvPr/>
        </p:nvSpPr>
        <p:spPr>
          <a:xfrm xmlns:a="http://schemas.openxmlformats.org/drawingml/2006/main">
            <a:off x="10745264" y="2798754"/>
            <a:ext cx="424273" cy="452558"/>
          </a:xfrm>
          <a:prstGeom xmlns:a="http://schemas.openxmlformats.org/drawingml/2006/main" prst="roundRect">
            <a:avLst>
              <a:gd name="adj" fmla="val 16667"/>
            </a:avLst>
          </a:prstGeom>
          <a:solidFill xmlns:a="http://schemas.openxmlformats.org/drawingml/2006/main">
            <a:srgbClr val="E5EEF2"/>
          </a:solidFill>
          <a:ln xmlns:a="http://schemas.openxmlformats.org/drawingml/2006/main" w="19050">
            <a:solidFill>
              <a:srgbClr val="142E42"/>
            </a:solidFill>
            <a:round/>
          </a:l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269" b="0">
                <a:solidFill>
                  <a:srgbClr val="142E42"/>
                </a:solidFill>
                <a:latin typeface="Arial"/>
                <a:ea typeface="Arial"/>
                <a:cs typeface="Arial"/>
              </a:rPr>
              <a:t>D</a:t>
            </a:r>
          </a:p>
        </p:txBody>
      </p:sp>
      <p:sp>
        <p:nvSpPr>
          <p:cNvPr id="7" name="source-diagram-dg4-5133">
            <a:extLst xmlns:a="http://schemas.openxmlformats.org/drawingml/2006/main">
              <a:ext uri="{FF2B5EF4-FFF2-40B4-BE49-F238E27FC236}">
                <a16:creationId xmlns:a16="http://schemas.microsoft.com/office/drawing/2014/main" id="{0FDE7FA7-A61A-4550-81F6-91ED9908D770}"/>
              </a:ext>
            </a:extLst>
          </p:cNvPr>
          <p:cNvSpPr>
            <a:spLocks xmlns:a="http://schemas.openxmlformats.org/drawingml/2006/main" noGrp="1"/>
          </p:cNvSpPr>
          <p:nvPr/>
        </p:nvSpPr>
        <p:spPr>
          <a:xfrm xmlns:a="http://schemas.openxmlformats.org/drawingml/2006/main">
            <a:off x="9815634" y="2798754"/>
            <a:ext cx="405416" cy="452558"/>
          </a:xfrm>
          <a:prstGeom xmlns:a="http://schemas.openxmlformats.org/drawingml/2006/main" prst="roundRect">
            <a:avLst>
              <a:gd name="adj" fmla="val 16667"/>
            </a:avLst>
          </a:prstGeom>
          <a:solidFill xmlns:a="http://schemas.openxmlformats.org/drawingml/2006/main">
            <a:srgbClr val="E5EEF2"/>
          </a:solidFill>
          <a:ln xmlns:a="http://schemas.openxmlformats.org/drawingml/2006/main" w="19050">
            <a:solidFill>
              <a:srgbClr val="142E42"/>
            </a:solidFill>
            <a:round/>
          </a:l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213" b="0">
                <a:solidFill>
                  <a:srgbClr val="142E42"/>
                </a:solidFill>
                <a:latin typeface="Arial"/>
                <a:ea typeface="Arial"/>
                <a:cs typeface="Arial"/>
              </a:rPr>
              <a:t>C</a:t>
            </a:r>
          </a:p>
        </p:txBody>
      </p:sp>
      <p:sp>
        <p:nvSpPr>
          <p:cNvPr id="8" name="source-diagram-dg4-5134">
            <a:extLst xmlns:a="http://schemas.openxmlformats.org/drawingml/2006/main">
              <a:ext uri="{FF2B5EF4-FFF2-40B4-BE49-F238E27FC236}">
                <a16:creationId xmlns:a16="http://schemas.microsoft.com/office/drawing/2014/main" id="{65974103-66AD-4AE3-8079-C53DF3FCBAC4}"/>
              </a:ext>
            </a:extLst>
          </p:cNvPr>
          <p:cNvSpPr>
            <a:spLocks xmlns:a="http://schemas.openxmlformats.org/drawingml/2006/main" noGrp="1"/>
          </p:cNvSpPr>
          <p:nvPr/>
        </p:nvSpPr>
        <p:spPr>
          <a:xfrm xmlns:a="http://schemas.openxmlformats.org/drawingml/2006/main">
            <a:off x="9325361" y="3884894"/>
            <a:ext cx="420502" cy="452558"/>
          </a:xfrm>
          <a:prstGeom xmlns:a="http://schemas.openxmlformats.org/drawingml/2006/main" prst="roundRect">
            <a:avLst>
              <a:gd name="adj" fmla="val 16667"/>
            </a:avLst>
          </a:prstGeom>
          <a:solidFill xmlns:a="http://schemas.openxmlformats.org/drawingml/2006/main">
            <a:srgbClr val="E5EEF2"/>
          </a:solidFill>
          <a:ln xmlns:a="http://schemas.openxmlformats.org/drawingml/2006/main" w="19050">
            <a:solidFill>
              <a:srgbClr val="142E42"/>
            </a:solidFill>
            <a:round/>
          </a:l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258" b="0">
                <a:solidFill>
                  <a:srgbClr val="142E42"/>
                </a:solidFill>
                <a:latin typeface="Arial"/>
                <a:ea typeface="Arial"/>
                <a:cs typeface="Arial"/>
              </a:rPr>
              <a:t>G</a:t>
            </a:r>
          </a:p>
        </p:txBody>
      </p:sp>
      <p:sp>
        <p:nvSpPr>
          <p:cNvPr id="9" name="source-diagram-dg4-5135">
            <a:extLst xmlns:a="http://schemas.openxmlformats.org/drawingml/2006/main">
              <a:ext uri="{FF2B5EF4-FFF2-40B4-BE49-F238E27FC236}">
                <a16:creationId xmlns:a16="http://schemas.microsoft.com/office/drawing/2014/main" id="{20A5C0E3-DB4D-453D-B821-7A4A3607FE0A}"/>
              </a:ext>
            </a:extLst>
          </p:cNvPr>
          <p:cNvSpPr>
            <a:spLocks xmlns:a="http://schemas.openxmlformats.org/drawingml/2006/main" noGrp="1"/>
          </p:cNvSpPr>
          <p:nvPr/>
        </p:nvSpPr>
        <p:spPr>
          <a:xfrm xmlns:a="http://schemas.openxmlformats.org/drawingml/2006/main">
            <a:off x="10292705" y="3884894"/>
            <a:ext cx="422388" cy="452558"/>
          </a:xfrm>
          <a:prstGeom xmlns:a="http://schemas.openxmlformats.org/drawingml/2006/main" prst="roundRect">
            <a:avLst>
              <a:gd name="adj" fmla="val 16667"/>
            </a:avLst>
          </a:prstGeom>
          <a:solidFill xmlns:a="http://schemas.openxmlformats.org/drawingml/2006/main">
            <a:srgbClr val="E5EEF2"/>
          </a:solidFill>
          <a:ln xmlns:a="http://schemas.openxmlformats.org/drawingml/2006/main" w="19050">
            <a:solidFill>
              <a:srgbClr val="142E42"/>
            </a:solidFill>
            <a:round/>
          </a:l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264" b="0">
                <a:solidFill>
                  <a:srgbClr val="142E42"/>
                </a:solidFill>
                <a:latin typeface="Arial"/>
                <a:ea typeface="Arial"/>
                <a:cs typeface="Arial"/>
              </a:rPr>
              <a:t>H</a:t>
            </a:r>
          </a:p>
        </p:txBody>
      </p:sp>
      <p:sp>
        <p:nvSpPr>
          <p:cNvPr id="10" name="source-diagram-dg4-5136">
            <a:extLst xmlns:a="http://schemas.openxmlformats.org/drawingml/2006/main">
              <a:ext uri="{FF2B5EF4-FFF2-40B4-BE49-F238E27FC236}">
                <a16:creationId xmlns:a16="http://schemas.microsoft.com/office/drawing/2014/main" id="{4614369E-1F77-4C17-84E2-4E87ABD19644}"/>
              </a:ext>
            </a:extLst>
          </p:cNvPr>
          <p:cNvSpPr>
            <a:spLocks xmlns:a="http://schemas.openxmlformats.org/drawingml/2006/main" noGrp="1"/>
          </p:cNvSpPr>
          <p:nvPr/>
        </p:nvSpPr>
        <p:spPr>
          <a:xfrm xmlns:a="http://schemas.openxmlformats.org/drawingml/2006/main">
            <a:off x="6762750" y="3881123"/>
            <a:ext cx="392217" cy="456330"/>
          </a:xfrm>
          <a:prstGeom xmlns:a="http://schemas.openxmlformats.org/drawingml/2006/main" prst="roundRect">
            <a:avLst>
              <a:gd name="adj" fmla="val 16667"/>
            </a:avLst>
          </a:prstGeom>
          <a:solidFill xmlns:a="http://schemas.openxmlformats.org/drawingml/2006/main">
            <a:srgbClr val="E5EEF2"/>
          </a:solidFill>
          <a:ln xmlns:a="http://schemas.openxmlformats.org/drawingml/2006/main" w="19050">
            <a:solidFill>
              <a:srgbClr val="142E42"/>
            </a:solidFill>
            <a:round/>
          </a:l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174" b="0">
                <a:solidFill>
                  <a:srgbClr val="142E42"/>
                </a:solidFill>
                <a:latin typeface="Arial"/>
                <a:ea typeface="Arial"/>
                <a:cs typeface="Arial"/>
              </a:rPr>
              <a:t>E</a:t>
            </a:r>
          </a:p>
        </p:txBody>
      </p:sp>
      <p:sp>
        <p:nvSpPr>
          <p:cNvPr id="11" name="source-diagram-dg4-5137">
            <a:extLst xmlns:a="http://schemas.openxmlformats.org/drawingml/2006/main">
              <a:ext uri="{FF2B5EF4-FFF2-40B4-BE49-F238E27FC236}">
                <a16:creationId xmlns:a16="http://schemas.microsoft.com/office/drawing/2014/main" id="{7C36BD2B-63B8-4FAD-B7E7-4062610B068B}"/>
              </a:ext>
            </a:extLst>
          </p:cNvPr>
          <p:cNvSpPr>
            <a:spLocks xmlns:a="http://schemas.openxmlformats.org/drawingml/2006/main" noGrp="1"/>
          </p:cNvSpPr>
          <p:nvPr/>
        </p:nvSpPr>
        <p:spPr>
          <a:xfrm xmlns:a="http://schemas.openxmlformats.org/drawingml/2006/main">
            <a:off x="7713123" y="3886780"/>
            <a:ext cx="382788" cy="448787"/>
          </a:xfrm>
          <a:prstGeom xmlns:a="http://schemas.openxmlformats.org/drawingml/2006/main" prst="roundRect">
            <a:avLst>
              <a:gd name="adj" fmla="val 16667"/>
            </a:avLst>
          </a:prstGeom>
          <a:solidFill xmlns:a="http://schemas.openxmlformats.org/drawingml/2006/main">
            <a:srgbClr val="E5EEF2"/>
          </a:solidFill>
          <a:ln xmlns:a="http://schemas.openxmlformats.org/drawingml/2006/main" w="19050">
            <a:solidFill>
              <a:srgbClr val="142E42"/>
            </a:solidFill>
            <a:round/>
          </a:l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145" b="0">
                <a:solidFill>
                  <a:srgbClr val="142E42"/>
                </a:solidFill>
                <a:latin typeface="Arial"/>
                <a:ea typeface="Arial"/>
                <a:cs typeface="Arial"/>
              </a:rPr>
              <a:t>F</a:t>
            </a:r>
          </a:p>
        </p:txBody>
      </p:sp>
      <p:cxnSp>
        <p:nvCxnSpPr>
          <p:cNvPr id="12" name="source-diagram-dg4-5138">
            <a:extLst xmlns:a="http://schemas.openxmlformats.org/drawingml/2006/main">
              <a:ext uri="{FF2B5EF4-FFF2-40B4-BE49-F238E27FC236}">
                <a16:creationId xmlns:a16="http://schemas.microsoft.com/office/drawing/2014/main" id="{AB83EC55-6BB7-49EA-A767-F9DB58711C3D}"/>
              </a:ext>
            </a:extLst>
          </p:cNvPr>
          <p:cNvCxnSpPr/>
          <p:nvPr/>
        </p:nvCxnSpPr>
        <p:spPr>
          <a:xfrm xmlns:a="http://schemas.openxmlformats.org/drawingml/2006/main" flipH="1">
            <a:off x="7434045" y="2174601"/>
            <a:ext cx="1570754" cy="614725"/>
          </a:xfrm>
          <a:prstGeom xmlns:a="http://schemas.openxmlformats.org/drawingml/2006/main" prst="straightConnector1">
            <a:avLst/>
          </a:prstGeom>
          <a:ln xmlns:a="http://schemas.openxmlformats.org/drawingml/2006/main" w="19050">
            <a:solidFill>
              <a:srgbClr val="142E42"/>
            </a:solidFill>
            <a:round/>
          </a:ln>
        </p:spPr>
      </p:cxnSp>
      <p:cxnSp>
        <p:nvCxnSpPr>
          <p:cNvPr id="13" name="source-diagram-dg4-5139">
            <a:extLst xmlns:a="http://schemas.openxmlformats.org/drawingml/2006/main">
              <a:ext uri="{FF2B5EF4-FFF2-40B4-BE49-F238E27FC236}">
                <a16:creationId xmlns:a16="http://schemas.microsoft.com/office/drawing/2014/main" id="{51C9F966-55DE-489F-B981-BAD721DF6509}"/>
              </a:ext>
            </a:extLst>
          </p:cNvPr>
          <p:cNvCxnSpPr/>
          <p:nvPr/>
        </p:nvCxnSpPr>
        <p:spPr>
          <a:xfrm xmlns:a="http://schemas.openxmlformats.org/drawingml/2006/main">
            <a:off x="9004799" y="2174601"/>
            <a:ext cx="1014485" cy="612839"/>
          </a:xfrm>
          <a:prstGeom xmlns:a="http://schemas.openxmlformats.org/drawingml/2006/main" prst="straightConnector1">
            <a:avLst/>
          </a:prstGeom>
          <a:ln xmlns:a="http://schemas.openxmlformats.org/drawingml/2006/main" w="19050">
            <a:solidFill>
              <a:srgbClr val="142E42"/>
            </a:solidFill>
            <a:round/>
          </a:ln>
        </p:spPr>
      </p:cxnSp>
      <p:cxnSp>
        <p:nvCxnSpPr>
          <p:cNvPr id="14" name="source-diagram-dg4-5140">
            <a:extLst xmlns:a="http://schemas.openxmlformats.org/drawingml/2006/main">
              <a:ext uri="{FF2B5EF4-FFF2-40B4-BE49-F238E27FC236}">
                <a16:creationId xmlns:a16="http://schemas.microsoft.com/office/drawing/2014/main" id="{F87D577E-C7D4-468C-82C7-594875361167}"/>
              </a:ext>
            </a:extLst>
          </p:cNvPr>
          <p:cNvCxnSpPr/>
          <p:nvPr/>
        </p:nvCxnSpPr>
        <p:spPr>
          <a:xfrm xmlns:a="http://schemas.openxmlformats.org/drawingml/2006/main">
            <a:off x="9004799" y="2174601"/>
            <a:ext cx="1953544" cy="612839"/>
          </a:xfrm>
          <a:prstGeom xmlns:a="http://schemas.openxmlformats.org/drawingml/2006/main" prst="straightConnector1">
            <a:avLst/>
          </a:prstGeom>
          <a:ln xmlns:a="http://schemas.openxmlformats.org/drawingml/2006/main" w="19050">
            <a:solidFill>
              <a:srgbClr val="142E42"/>
            </a:solidFill>
            <a:round/>
          </a:ln>
        </p:spPr>
      </p:cxnSp>
      <p:cxnSp>
        <p:nvCxnSpPr>
          <p:cNvPr id="15" name="source-diagram-dg4-5141">
            <a:extLst xmlns:a="http://schemas.openxmlformats.org/drawingml/2006/main">
              <a:ext uri="{FF2B5EF4-FFF2-40B4-BE49-F238E27FC236}">
                <a16:creationId xmlns:a16="http://schemas.microsoft.com/office/drawing/2014/main" id="{058D8AA2-8E0E-4A20-B6C5-84D69247F3BD}"/>
              </a:ext>
            </a:extLst>
          </p:cNvPr>
          <p:cNvCxnSpPr/>
          <p:nvPr/>
        </p:nvCxnSpPr>
        <p:spPr>
          <a:xfrm xmlns:a="http://schemas.openxmlformats.org/drawingml/2006/main">
            <a:off x="10019285" y="3262626"/>
            <a:ext cx="484614" cy="610954"/>
          </a:xfrm>
          <a:prstGeom xmlns:a="http://schemas.openxmlformats.org/drawingml/2006/main" prst="straightConnector1">
            <a:avLst/>
          </a:prstGeom>
          <a:ln xmlns:a="http://schemas.openxmlformats.org/drawingml/2006/main" w="19050">
            <a:solidFill>
              <a:srgbClr val="142E42"/>
            </a:solidFill>
            <a:round/>
          </a:ln>
        </p:spPr>
      </p:cxnSp>
      <p:cxnSp>
        <p:nvCxnSpPr>
          <p:cNvPr id="16" name="source-diagram-dg4-5142">
            <a:extLst xmlns:a="http://schemas.openxmlformats.org/drawingml/2006/main">
              <a:ext uri="{FF2B5EF4-FFF2-40B4-BE49-F238E27FC236}">
                <a16:creationId xmlns:a16="http://schemas.microsoft.com/office/drawing/2014/main" id="{AEFFF2FC-438D-4206-87AF-6347FFC3D4D4}"/>
              </a:ext>
            </a:extLst>
          </p:cNvPr>
          <p:cNvCxnSpPr/>
          <p:nvPr/>
        </p:nvCxnSpPr>
        <p:spPr>
          <a:xfrm xmlns:a="http://schemas.openxmlformats.org/drawingml/2006/main" flipH="1">
            <a:off x="9536555" y="3262626"/>
            <a:ext cx="482729" cy="610954"/>
          </a:xfrm>
          <a:prstGeom xmlns:a="http://schemas.openxmlformats.org/drawingml/2006/main" prst="straightConnector1">
            <a:avLst/>
          </a:prstGeom>
          <a:ln xmlns:a="http://schemas.openxmlformats.org/drawingml/2006/main" w="19050">
            <a:solidFill>
              <a:srgbClr val="142E42"/>
            </a:solidFill>
            <a:round/>
          </a:ln>
        </p:spPr>
      </p:cxnSp>
      <p:cxnSp>
        <p:nvCxnSpPr>
          <p:cNvPr id="17" name="source-diagram-dg4-5143">
            <a:extLst xmlns:a="http://schemas.openxmlformats.org/drawingml/2006/main">
              <a:ext uri="{FF2B5EF4-FFF2-40B4-BE49-F238E27FC236}">
                <a16:creationId xmlns:a16="http://schemas.microsoft.com/office/drawing/2014/main" id="{B6BAB45A-F2BB-46A5-881C-0CC4EBCDE3F9}"/>
              </a:ext>
            </a:extLst>
          </p:cNvPr>
          <p:cNvCxnSpPr/>
          <p:nvPr/>
        </p:nvCxnSpPr>
        <p:spPr>
          <a:xfrm xmlns:a="http://schemas.openxmlformats.org/drawingml/2006/main">
            <a:off x="7434045" y="3260741"/>
            <a:ext cx="471415" cy="614725"/>
          </a:xfrm>
          <a:prstGeom xmlns:a="http://schemas.openxmlformats.org/drawingml/2006/main" prst="straightConnector1">
            <a:avLst/>
          </a:prstGeom>
          <a:ln xmlns:a="http://schemas.openxmlformats.org/drawingml/2006/main" w="19050">
            <a:solidFill>
              <a:srgbClr val="142E42"/>
            </a:solidFill>
            <a:round/>
          </a:ln>
        </p:spPr>
      </p:cxnSp>
      <p:cxnSp>
        <p:nvCxnSpPr>
          <p:cNvPr id="18" name="source-diagram-dg4-5144">
            <a:extLst xmlns:a="http://schemas.openxmlformats.org/drawingml/2006/main">
              <a:ext uri="{FF2B5EF4-FFF2-40B4-BE49-F238E27FC236}">
                <a16:creationId xmlns:a16="http://schemas.microsoft.com/office/drawing/2014/main" id="{95571594-2DBE-4550-9195-151734008A1F}"/>
              </a:ext>
            </a:extLst>
          </p:cNvPr>
          <p:cNvCxnSpPr/>
          <p:nvPr/>
        </p:nvCxnSpPr>
        <p:spPr>
          <a:xfrm xmlns:a="http://schemas.openxmlformats.org/drawingml/2006/main" flipH="1">
            <a:off x="6958859" y="3260741"/>
            <a:ext cx="475186" cy="609068"/>
          </a:xfrm>
          <a:prstGeom xmlns:a="http://schemas.openxmlformats.org/drawingml/2006/main" prst="straightConnector1">
            <a:avLst/>
          </a:prstGeom>
          <a:ln xmlns:a="http://schemas.openxmlformats.org/drawingml/2006/main" w="19050">
            <a:solidFill>
              <a:srgbClr val="142E42"/>
            </a:solidFill>
            <a:round/>
          </a:ln>
        </p:spPr>
      </p:cxnSp>
      <p:sp>
        <p:nvSpPr>
          <p:cNvPr id="19" name="source-diagram-dg4-5145">
            <a:extLst xmlns:a="http://schemas.openxmlformats.org/drawingml/2006/main">
              <a:ext uri="{FF2B5EF4-FFF2-40B4-BE49-F238E27FC236}">
                <a16:creationId xmlns:a16="http://schemas.microsoft.com/office/drawing/2014/main" id="{90573B51-A299-46F3-94E9-EE3E2F149FFD}"/>
              </a:ext>
            </a:extLst>
          </p:cNvPr>
          <p:cNvSpPr>
            <a:spLocks xmlns:a="http://schemas.openxmlformats.org/drawingml/2006/main" noGrp="1"/>
          </p:cNvSpPr>
          <p:nvPr/>
        </p:nvSpPr>
        <p:spPr>
          <a:xfrm xmlns:a="http://schemas.openxmlformats.org/drawingml/2006/main">
            <a:off x="7053142" y="4978577"/>
            <a:ext cx="343190" cy="448787"/>
          </a:xfrm>
          <a:prstGeom xmlns:a="http://schemas.openxmlformats.org/drawingml/2006/main" prst="roundRect">
            <a:avLst>
              <a:gd name="adj" fmla="val 16667"/>
            </a:avLst>
          </a:prstGeom>
          <a:solidFill xmlns:a="http://schemas.openxmlformats.org/drawingml/2006/main">
            <a:srgbClr val="E5EEF2"/>
          </a:solidFill>
          <a:ln xmlns:a="http://schemas.openxmlformats.org/drawingml/2006/main" w="19050">
            <a:solidFill>
              <a:srgbClr val="142E42"/>
            </a:solidFill>
            <a:round/>
          </a:l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027" b="0">
                <a:solidFill>
                  <a:srgbClr val="142E42"/>
                </a:solidFill>
                <a:latin typeface="Arial"/>
                <a:ea typeface="Arial"/>
                <a:cs typeface="Arial"/>
              </a:rPr>
              <a:t>I</a:t>
            </a:r>
          </a:p>
        </p:txBody>
      </p:sp>
      <p:sp>
        <p:nvSpPr>
          <p:cNvPr id="20" name="source-diagram-dg4-5146">
            <a:extLst xmlns:a="http://schemas.openxmlformats.org/drawingml/2006/main">
              <a:ext uri="{FF2B5EF4-FFF2-40B4-BE49-F238E27FC236}">
                <a16:creationId xmlns:a16="http://schemas.microsoft.com/office/drawing/2014/main" id="{335E9F11-121C-40DB-ADE7-6B660F3F7A64}"/>
              </a:ext>
            </a:extLst>
          </p:cNvPr>
          <p:cNvSpPr>
            <a:spLocks xmlns:a="http://schemas.openxmlformats.org/drawingml/2006/main" noGrp="1"/>
          </p:cNvSpPr>
          <p:nvPr/>
        </p:nvSpPr>
        <p:spPr>
          <a:xfrm xmlns:a="http://schemas.openxmlformats.org/drawingml/2006/main">
            <a:off x="7743293" y="4978577"/>
            <a:ext cx="352618" cy="448787"/>
          </a:xfrm>
          <a:prstGeom xmlns:a="http://schemas.openxmlformats.org/drawingml/2006/main" prst="roundRect">
            <a:avLst>
              <a:gd name="adj" fmla="val 16667"/>
            </a:avLst>
          </a:prstGeom>
          <a:solidFill xmlns:a="http://schemas.openxmlformats.org/drawingml/2006/main">
            <a:srgbClr val="E5EEF2"/>
          </a:solidFill>
          <a:ln xmlns:a="http://schemas.openxmlformats.org/drawingml/2006/main" w="19050">
            <a:solidFill>
              <a:srgbClr val="142E42"/>
            </a:solidFill>
            <a:round/>
          </a:l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055" b="0">
                <a:solidFill>
                  <a:srgbClr val="142E42"/>
                </a:solidFill>
                <a:latin typeface="Arial"/>
                <a:ea typeface="Arial"/>
                <a:cs typeface="Arial"/>
              </a:rPr>
              <a:t>J</a:t>
            </a:r>
          </a:p>
        </p:txBody>
      </p:sp>
      <p:cxnSp>
        <p:nvCxnSpPr>
          <p:cNvPr id="21" name="source-diagram-dg4-5147">
            <a:extLst xmlns:a="http://schemas.openxmlformats.org/drawingml/2006/main">
              <a:ext uri="{FF2B5EF4-FFF2-40B4-BE49-F238E27FC236}">
                <a16:creationId xmlns:a16="http://schemas.microsoft.com/office/drawing/2014/main" id="{C3E3F25A-6565-47C1-9803-81203E350DCD}"/>
              </a:ext>
            </a:extLst>
          </p:cNvPr>
          <p:cNvCxnSpPr/>
          <p:nvPr/>
        </p:nvCxnSpPr>
        <p:spPr>
          <a:xfrm xmlns:a="http://schemas.openxmlformats.org/drawingml/2006/main">
            <a:off x="7905460" y="4346881"/>
            <a:ext cx="15085" cy="620382"/>
          </a:xfrm>
          <a:prstGeom xmlns:a="http://schemas.openxmlformats.org/drawingml/2006/main" prst="straightConnector1">
            <a:avLst/>
          </a:prstGeom>
          <a:ln xmlns:a="http://schemas.openxmlformats.org/drawingml/2006/main" w="19050">
            <a:solidFill>
              <a:srgbClr val="142E42"/>
            </a:solidFill>
            <a:round/>
          </a:ln>
        </p:spPr>
      </p:cxnSp>
      <p:cxnSp>
        <p:nvCxnSpPr>
          <p:cNvPr id="22" name="source-diagram-dg4-5148">
            <a:extLst xmlns:a="http://schemas.openxmlformats.org/drawingml/2006/main">
              <a:ext uri="{FF2B5EF4-FFF2-40B4-BE49-F238E27FC236}">
                <a16:creationId xmlns:a16="http://schemas.microsoft.com/office/drawing/2014/main" id="{EDF5A11D-F7A3-4CFE-B783-55206A053570}"/>
              </a:ext>
            </a:extLst>
          </p:cNvPr>
          <p:cNvCxnSpPr/>
          <p:nvPr/>
        </p:nvCxnSpPr>
        <p:spPr>
          <a:xfrm xmlns:a="http://schemas.openxmlformats.org/drawingml/2006/main" flipH="1">
            <a:off x="7224736" y="4346881"/>
            <a:ext cx="680723" cy="620382"/>
          </a:xfrm>
          <a:prstGeom xmlns:a="http://schemas.openxmlformats.org/drawingml/2006/main" prst="straightConnector1">
            <a:avLst/>
          </a:prstGeom>
          <a:ln xmlns:a="http://schemas.openxmlformats.org/drawingml/2006/main" w="19050">
            <a:solidFill>
              <a:srgbClr val="142E42"/>
            </a:solidFill>
            <a:round/>
          </a:ln>
        </p:spPr>
      </p:cxnSp>
      <p:sp>
        <p:nvSpPr>
          <p:cNvPr id="23" name="source-diagram-dg4-5149">
            <a:extLst xmlns:a="http://schemas.openxmlformats.org/drawingml/2006/main">
              <a:ext uri="{FF2B5EF4-FFF2-40B4-BE49-F238E27FC236}">
                <a16:creationId xmlns:a16="http://schemas.microsoft.com/office/drawing/2014/main" id="{7ED9EA6E-91EB-4E72-A704-09C4A9479C90}"/>
              </a:ext>
            </a:extLst>
          </p:cNvPr>
          <p:cNvSpPr>
            <a:spLocks xmlns:a="http://schemas.openxmlformats.org/drawingml/2006/main" noGrp="1"/>
          </p:cNvSpPr>
          <p:nvPr/>
        </p:nvSpPr>
        <p:spPr>
          <a:xfrm xmlns:a="http://schemas.openxmlformats.org/drawingml/2006/main">
            <a:off x="8442872" y="4976692"/>
            <a:ext cx="401645" cy="452558"/>
          </a:xfrm>
          <a:prstGeom xmlns:a="http://schemas.openxmlformats.org/drawingml/2006/main" prst="roundRect">
            <a:avLst>
              <a:gd name="adj" fmla="val 16667"/>
            </a:avLst>
          </a:prstGeom>
          <a:solidFill xmlns:a="http://schemas.openxmlformats.org/drawingml/2006/main">
            <a:srgbClr val="E5EEF2"/>
          </a:solidFill>
          <a:ln xmlns:a="http://schemas.openxmlformats.org/drawingml/2006/main" w="19050">
            <a:solidFill>
              <a:srgbClr val="142E42"/>
            </a:solidFill>
            <a:round/>
          </a:l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202" b="0">
                <a:solidFill>
                  <a:srgbClr val="142E42"/>
                </a:solidFill>
                <a:latin typeface="Arial"/>
                <a:ea typeface="Arial"/>
                <a:cs typeface="Arial"/>
              </a:rPr>
              <a:t>K</a:t>
            </a:r>
          </a:p>
        </p:txBody>
      </p:sp>
      <p:cxnSp>
        <p:nvCxnSpPr>
          <p:cNvPr id="24" name="source-diagram-dg4-5150">
            <a:extLst xmlns:a="http://schemas.openxmlformats.org/drawingml/2006/main">
              <a:ext uri="{FF2B5EF4-FFF2-40B4-BE49-F238E27FC236}">
                <a16:creationId xmlns:a16="http://schemas.microsoft.com/office/drawing/2014/main" id="{41A0BD97-9ADD-4AF2-8876-4403C2374224}"/>
              </a:ext>
            </a:extLst>
          </p:cNvPr>
          <p:cNvCxnSpPr/>
          <p:nvPr/>
        </p:nvCxnSpPr>
        <p:spPr>
          <a:xfrm xmlns:a="http://schemas.openxmlformats.org/drawingml/2006/main">
            <a:off x="7905460" y="4346881"/>
            <a:ext cx="739179" cy="618496"/>
          </a:xfrm>
          <a:prstGeom xmlns:a="http://schemas.openxmlformats.org/drawingml/2006/main" prst="straightConnector1">
            <a:avLst/>
          </a:prstGeom>
          <a:ln xmlns:a="http://schemas.openxmlformats.org/drawingml/2006/main" w="19050">
            <a:solidFill>
              <a:srgbClr val="142E42"/>
            </a:solidFill>
            <a:round/>
          </a:ln>
        </p:spPr>
      </p:cxnSp>
    </p:spTree>
    <p:extLst>
      <p:ext uri="{BB962C8B-B14F-4D97-AF65-F5344CB8AC3E}">
        <p14:creationId xmlns:p14="http://schemas.microsoft.com/office/powerpoint/2010/main" val="615401593"/>
      </p:ext>
    </p:extLst>
  </p:cSld>
</p:sld>
</file>

<file path=ppt/slides/slide6.xml><?xml version="1.0" encoding="utf-8"?>
<p:sld xmlns:p="http://schemas.openxmlformats.org/presentationml/2006/main">
  <p:cSld>
    <p:bg>
      <p:bgPr>
        <a:solidFill xmlns:a="http://schemas.openxmlformats.org/drawingml/2006/main">
          <a:srgbClr val="FAFCFD"/>
        </a:solidFill>
      </p:bgPr>
    </p:bg>
    <p:spTree>
      <p:nvGrpSpPr>
        <p:cNvPr id="1" name=""/>
        <p:cNvGrpSpPr/>
        <p:nvPr/>
      </p:nvGrpSpPr>
      <p:grpSpPr>
        <a:xfrm xmlns:a="http://schemas.openxmlformats.org/drawingml/2006/main"/>
      </p:grpSpPr>
      <p:sp>
        <p:nvSpPr>
          <p:cNvPr id="5" name="text-0">
            <a:extLst xmlns:a="http://schemas.openxmlformats.org/drawingml/2006/main">
              <a:ext uri="{FF2B5EF4-FFF2-40B4-BE49-F238E27FC236}">
                <a16:creationId xmlns:a16="http://schemas.microsoft.com/office/drawing/2014/main" id="{62DEF797-9AF1-4B6A-A652-CCB4A3A9812D}"/>
              </a:ext>
            </a:extLst>
          </p:cNvPr>
          <p:cNvSpPr>
            <a:spLocks xmlns:a="http://schemas.openxmlformats.org/drawingml/2006/main" noGrp="1"/>
          </p:cNvSpPr>
          <p:nvPr/>
        </p:nvSpPr>
        <p:spPr>
          <a:xfrm xmlns:a="http://schemas.openxmlformats.org/drawingml/2006/main">
            <a:off x="609600" y="419100"/>
            <a:ext cx="10953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lgn="l">
              <a:defRPr sz="3150" b="1">
                <a:solidFill>
                  <a:srgbClr val="142E42"/>
                </a:solidFill>
                <a:latin typeface="Arial"/>
                <a:ea typeface="Arial"/>
                <a:cs typeface="Arial"/>
              </a:defRPr>
            </a:defPPr>
            <a:lvl1pPr algn="l">
              <a:buNone/>
              <a:defRPr sz="3150" b="1">
                <a:solidFill>
                  <a:srgbClr val="142E42"/>
                </a:solidFill>
                <a:latin typeface="Arial"/>
                <a:ea typeface="Arial"/>
                <a:cs typeface="Arial"/>
              </a:defRPr>
            </a:lvl1pPr>
            <a:lvl2pPr algn="l">
              <a:buNone/>
              <a:defRPr sz="3150" b="1">
                <a:solidFill>
                  <a:srgbClr val="142E42"/>
                </a:solidFill>
                <a:latin typeface="Arial"/>
                <a:ea typeface="Arial"/>
                <a:cs typeface="Arial"/>
              </a:defRPr>
            </a:lvl2pPr>
            <a:lvl3pPr algn="l">
              <a:buNone/>
              <a:defRPr sz="3150" b="1">
                <a:solidFill>
                  <a:srgbClr val="142E42"/>
                </a:solidFill>
                <a:latin typeface="Arial"/>
                <a:ea typeface="Arial"/>
                <a:cs typeface="Arial"/>
              </a:defRPr>
            </a:lvl3pPr>
            <a:lvl4pPr algn="l">
              <a:buNone/>
              <a:defRPr sz="3150" b="1">
                <a:solidFill>
                  <a:srgbClr val="142E42"/>
                </a:solidFill>
                <a:latin typeface="Arial"/>
                <a:ea typeface="Arial"/>
                <a:cs typeface="Arial"/>
              </a:defRPr>
            </a:lvl4pPr>
            <a:lvl5pPr algn="l">
              <a:buNone/>
              <a:defRPr sz="3150" b="1">
                <a:solidFill>
                  <a:srgbClr val="142E42"/>
                </a:solidFill>
                <a:latin typeface="Arial"/>
                <a:ea typeface="Arial"/>
                <a:cs typeface="Arial"/>
              </a:defRPr>
            </a:lvl5pPr>
            <a:lvl6pPr algn="l">
              <a:buNone/>
              <a:defRPr sz="3150" b="1">
                <a:solidFill>
                  <a:srgbClr val="142E42"/>
                </a:solidFill>
                <a:latin typeface="Arial"/>
                <a:ea typeface="Arial"/>
                <a:cs typeface="Arial"/>
              </a:defRPr>
            </a:lvl6pPr>
            <a:lvl7pPr algn="l">
              <a:buNone/>
              <a:defRPr sz="3150" b="1">
                <a:solidFill>
                  <a:srgbClr val="142E42"/>
                </a:solidFill>
                <a:latin typeface="Arial"/>
                <a:ea typeface="Arial"/>
                <a:cs typeface="Arial"/>
              </a:defRPr>
            </a:lvl7pPr>
            <a:lvl8pPr algn="l">
              <a:buNone/>
              <a:defRPr sz="3150" b="1">
                <a:solidFill>
                  <a:srgbClr val="142E42"/>
                </a:solidFill>
                <a:latin typeface="Arial"/>
                <a:ea typeface="Arial"/>
                <a:cs typeface="Arial"/>
              </a:defRPr>
            </a:lvl8pPr>
            <a:lvl9pPr algn="l">
              <a:buNone/>
              <a:defRPr sz="3150" b="1">
                <a:solidFill>
                  <a:srgbClr val="142E42"/>
                </a:solidFill>
                <a:latin typeface="Arial"/>
                <a:ea typeface="Arial"/>
                <a:cs typeface="Arial"/>
              </a:defRPr>
            </a:lvl9pPr>
          </a:lstStyle>
          <a:p xmlns:a="http://schemas.openxmlformats.org/drawingml/2006/main">
            <a:pPr algn="l">
              <a:buNone/>
              <a:defRPr sz="3150" b="1">
                <a:solidFill>
                  <a:srgbClr val="142E42"/>
                </a:solidFill>
                <a:latin typeface="Arial"/>
                <a:ea typeface="Arial"/>
                <a:cs typeface="Arial"/>
              </a:defRPr>
            </a:pPr>
            <a:r>
              <a:rPr sz="3150" b="1">
                <a:solidFill>
                  <a:srgbClr val="142E42"/>
                </a:solidFill>
                <a:latin typeface="Arial"/>
                <a:ea typeface="Arial"/>
                <a:cs typeface="Arial"/>
              </a:rPr>
              <a:t>Binary trees and binary search trees</a:t>
            </a:r>
          </a:p>
        </p:txBody>
      </p:sp>
      <p:sp>
        <p:nvSpPr>
          <p:cNvPr id="2" name="text-1">
            <a:extLst xmlns:a="http://schemas.openxmlformats.org/drawingml/2006/main">
              <a:ext uri="{FF2B5EF4-FFF2-40B4-BE49-F238E27FC236}">
                <a16:creationId xmlns:a16="http://schemas.microsoft.com/office/drawing/2014/main" id="{AD306F35-CF3B-4267-833F-BE8BE92E9F34}"/>
              </a:ext>
            </a:extLst>
          </p:cNvPr>
          <p:cNvSpPr>
            <a:spLocks xmlns:a="http://schemas.openxmlformats.org/drawingml/2006/main" noGrp="1"/>
          </p:cNvSpPr>
          <p:nvPr/>
        </p:nvSpPr>
        <p:spPr>
          <a:xfrm xmlns:a="http://schemas.openxmlformats.org/drawingml/2006/main">
            <a:off x="11163300" y="6381750"/>
            <a:ext cx="476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lgn="l">
              <a:defRPr sz="1275" b="0">
                <a:solidFill>
                  <a:srgbClr val="4B6070"/>
                </a:solidFill>
                <a:latin typeface="Arial"/>
                <a:ea typeface="Arial"/>
                <a:cs typeface="Arial"/>
              </a:defRPr>
            </a:defPPr>
            <a:lvl1pPr algn="l">
              <a:buNone/>
              <a:defRPr sz="1275" b="0">
                <a:solidFill>
                  <a:srgbClr val="4B6070"/>
                </a:solidFill>
                <a:latin typeface="Arial"/>
                <a:ea typeface="Arial"/>
                <a:cs typeface="Arial"/>
              </a:defRPr>
            </a:lvl1pPr>
            <a:lvl2pPr algn="l">
              <a:buNone/>
              <a:defRPr sz="1275" b="0">
                <a:solidFill>
                  <a:srgbClr val="4B6070"/>
                </a:solidFill>
                <a:latin typeface="Arial"/>
                <a:ea typeface="Arial"/>
                <a:cs typeface="Arial"/>
              </a:defRPr>
            </a:lvl2pPr>
            <a:lvl3pPr algn="l">
              <a:buNone/>
              <a:defRPr sz="1275" b="0">
                <a:solidFill>
                  <a:srgbClr val="4B6070"/>
                </a:solidFill>
                <a:latin typeface="Arial"/>
                <a:ea typeface="Arial"/>
                <a:cs typeface="Arial"/>
              </a:defRPr>
            </a:lvl3pPr>
            <a:lvl4pPr algn="l">
              <a:buNone/>
              <a:defRPr sz="1275" b="0">
                <a:solidFill>
                  <a:srgbClr val="4B6070"/>
                </a:solidFill>
                <a:latin typeface="Arial"/>
                <a:ea typeface="Arial"/>
                <a:cs typeface="Arial"/>
              </a:defRPr>
            </a:lvl4pPr>
            <a:lvl5pPr algn="l">
              <a:buNone/>
              <a:defRPr sz="1275" b="0">
                <a:solidFill>
                  <a:srgbClr val="4B6070"/>
                </a:solidFill>
                <a:latin typeface="Arial"/>
                <a:ea typeface="Arial"/>
                <a:cs typeface="Arial"/>
              </a:defRPr>
            </a:lvl5pPr>
            <a:lvl6pPr algn="l">
              <a:buNone/>
              <a:defRPr sz="1275" b="0">
                <a:solidFill>
                  <a:srgbClr val="4B6070"/>
                </a:solidFill>
                <a:latin typeface="Arial"/>
                <a:ea typeface="Arial"/>
                <a:cs typeface="Arial"/>
              </a:defRPr>
            </a:lvl6pPr>
            <a:lvl7pPr algn="l">
              <a:buNone/>
              <a:defRPr sz="1275" b="0">
                <a:solidFill>
                  <a:srgbClr val="4B6070"/>
                </a:solidFill>
                <a:latin typeface="Arial"/>
                <a:ea typeface="Arial"/>
                <a:cs typeface="Arial"/>
              </a:defRPr>
            </a:lvl7pPr>
            <a:lvl8pPr algn="l">
              <a:buNone/>
              <a:defRPr sz="1275" b="0">
                <a:solidFill>
                  <a:srgbClr val="4B6070"/>
                </a:solidFill>
                <a:latin typeface="Arial"/>
                <a:ea typeface="Arial"/>
                <a:cs typeface="Arial"/>
              </a:defRPr>
            </a:lvl8pPr>
            <a:lvl9pPr algn="l">
              <a:buNone/>
              <a:defRPr sz="1275" b="0">
                <a:solidFill>
                  <a:srgbClr val="4B6070"/>
                </a:solidFill>
                <a:latin typeface="Arial"/>
                <a:ea typeface="Arial"/>
                <a:cs typeface="Arial"/>
              </a:defRPr>
            </a:lvl9pPr>
          </a:lstStyle>
          <a:p xmlns:a="http://schemas.openxmlformats.org/drawingml/2006/main">
            <a:pPr algn="l">
              <a:buNone/>
              <a:defRPr sz="1275" b="0">
                <a:solidFill>
                  <a:srgbClr val="4B6070"/>
                </a:solidFill>
                <a:latin typeface="Arial"/>
                <a:ea typeface="Arial"/>
                <a:cs typeface="Arial"/>
              </a:defRPr>
            </a:pPr>
            <a:r>
              <a:rPr sz="1275" b="0">
                <a:solidFill>
                  <a:srgbClr val="4B6070"/>
                </a:solidFill>
                <a:latin typeface="Arial"/>
                <a:ea typeface="Arial"/>
                <a:cs typeface="Arial"/>
              </a:rPr>
              <a:t>06</a:t>
            </a:r>
          </a:p>
        </p:txBody>
      </p:sp>
      <p:sp>
        <p:nvSpPr>
          <p:cNvPr id="3" name="text-2">
            <a:extLst xmlns:a="http://schemas.openxmlformats.org/drawingml/2006/main">
              <a:ext uri="{FF2B5EF4-FFF2-40B4-BE49-F238E27FC236}">
                <a16:creationId xmlns:a16="http://schemas.microsoft.com/office/drawing/2014/main" id="{44AE4827-9CA0-4ED4-B5B5-E8987A6B0CF9}"/>
              </a:ext>
            </a:extLst>
          </p:cNvPr>
          <p:cNvSpPr>
            <a:spLocks xmlns:a="http://schemas.openxmlformats.org/drawingml/2006/main" noGrp="1"/>
          </p:cNvSpPr>
          <p:nvPr/>
        </p:nvSpPr>
        <p:spPr>
          <a:xfrm xmlns:a="http://schemas.openxmlformats.org/drawingml/2006/main">
            <a:off x="609600" y="1552575"/>
            <a:ext cx="10858500" cy="428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lgn="l">
              <a:defRPr sz="2250" b="0">
                <a:solidFill>
                  <a:srgbClr val="142E42"/>
                </a:solidFill>
                <a:latin typeface="Arial"/>
                <a:ea typeface="Arial"/>
                <a:cs typeface="Arial"/>
              </a:defRPr>
            </a:defPPr>
            <a:lvl1pPr algn="l">
              <a:buNone/>
              <a:defRPr sz="2250" b="0">
                <a:solidFill>
                  <a:srgbClr val="142E42"/>
                </a:solidFill>
                <a:latin typeface="Arial"/>
                <a:ea typeface="Arial"/>
                <a:cs typeface="Arial"/>
              </a:defRPr>
            </a:lvl1pPr>
            <a:lvl2pPr algn="l">
              <a:buNone/>
              <a:defRPr sz="2250" b="0">
                <a:solidFill>
                  <a:srgbClr val="142E42"/>
                </a:solidFill>
                <a:latin typeface="Arial"/>
                <a:ea typeface="Arial"/>
                <a:cs typeface="Arial"/>
              </a:defRPr>
            </a:lvl2pPr>
            <a:lvl3pPr algn="l">
              <a:buNone/>
              <a:defRPr sz="2250" b="0">
                <a:solidFill>
                  <a:srgbClr val="142E42"/>
                </a:solidFill>
                <a:latin typeface="Arial"/>
                <a:ea typeface="Arial"/>
                <a:cs typeface="Arial"/>
              </a:defRPr>
            </a:lvl3pPr>
            <a:lvl4pPr algn="l">
              <a:buNone/>
              <a:defRPr sz="2250" b="0">
                <a:solidFill>
                  <a:srgbClr val="142E42"/>
                </a:solidFill>
                <a:latin typeface="Arial"/>
                <a:ea typeface="Arial"/>
                <a:cs typeface="Arial"/>
              </a:defRPr>
            </a:lvl4pPr>
            <a:lvl5pPr algn="l">
              <a:buNone/>
              <a:defRPr sz="2250" b="0">
                <a:solidFill>
                  <a:srgbClr val="142E42"/>
                </a:solidFill>
                <a:latin typeface="Arial"/>
                <a:ea typeface="Arial"/>
                <a:cs typeface="Arial"/>
              </a:defRPr>
            </a:lvl5pPr>
            <a:lvl6pPr algn="l">
              <a:buNone/>
              <a:defRPr sz="2250" b="0">
                <a:solidFill>
                  <a:srgbClr val="142E42"/>
                </a:solidFill>
                <a:latin typeface="Arial"/>
                <a:ea typeface="Arial"/>
                <a:cs typeface="Arial"/>
              </a:defRPr>
            </a:lvl6pPr>
            <a:lvl7pPr algn="l">
              <a:buNone/>
              <a:defRPr sz="2250" b="0">
                <a:solidFill>
                  <a:srgbClr val="142E42"/>
                </a:solidFill>
                <a:latin typeface="Arial"/>
                <a:ea typeface="Arial"/>
                <a:cs typeface="Arial"/>
              </a:defRPr>
            </a:lvl7pPr>
            <a:lvl8pPr algn="l">
              <a:buNone/>
              <a:defRPr sz="2250" b="0">
                <a:solidFill>
                  <a:srgbClr val="142E42"/>
                </a:solidFill>
                <a:latin typeface="Arial"/>
                <a:ea typeface="Arial"/>
                <a:cs typeface="Arial"/>
              </a:defRPr>
            </a:lvl8pPr>
            <a:lvl9pPr algn="l">
              <a:buNone/>
              <a:defRPr sz="2250" b="0">
                <a:solidFill>
                  <a:srgbClr val="142E42"/>
                </a:solidFill>
                <a:latin typeface="Arial"/>
                <a:ea typeface="Arial"/>
                <a:cs typeface="Arial"/>
              </a:defRPr>
            </a:lvl9pPr>
          </a:lstStyle>
          <a:p xmlns:a="http://schemas.openxmlformats.org/drawingml/2006/main">
            <a:pPr algn="l">
              <a:buNone/>
              <a:defRPr sz="2250" b="0">
                <a:solidFill>
                  <a:srgbClr val="142E42"/>
                </a:solidFill>
                <a:latin typeface="Arial"/>
                <a:ea typeface="Arial"/>
                <a:cs typeface="Arial"/>
              </a:defRPr>
            </a:pPr>
            <a:r>
              <a:rPr sz="2250" b="0">
                <a:solidFill>
                  <a:srgbClr val="142E42"/>
                </a:solidFill>
                <a:latin typeface="Arial"/>
                <a:ea typeface="Arial"/>
                <a:cs typeface="Arial"/>
              </a:rPr>
              <a:t>A binary tree gives each node at most two children,</a:t>
            </a:r>
          </a:p>
          <a:p xmlns:a="http://schemas.openxmlformats.org/drawingml/2006/main">
            <a:pPr algn="l">
              <a:buNone/>
              <a:defRPr sz="2250" b="0">
                <a:solidFill>
                  <a:srgbClr val="142E42"/>
                </a:solidFill>
                <a:latin typeface="Arial"/>
                <a:ea typeface="Arial"/>
                <a:cs typeface="Arial"/>
              </a:defRPr>
            </a:pPr>
            <a:r>
              <a:rPr sz="2250" b="0">
                <a:solidFill>
                  <a:srgbClr val="142E42"/>
                </a:solidFill>
                <a:latin typeface="Arial"/>
                <a:ea typeface="Arial"/>
                <a:cs typeface="Arial"/>
              </a:rPr>
              <a:t>identified as left and right. Either child may be absent.</a:t>
            </a:r>
          </a:p>
          <a:p xmlns:a="http://schemas.openxmlformats.org/drawingml/2006/main">
            <a:endParaRPr sz="2250" b="0">
              <a:solidFill>
                <a:srgbClr val="142E42"/>
              </a:solidFill>
              <a:latin typeface="Arial"/>
              <a:ea typeface="Arial"/>
              <a:cs typeface="Arial"/>
            </a:endParaRPr>
          </a:p>
          <a:p xmlns:a="http://schemas.openxmlformats.org/drawingml/2006/main">
            <a:pPr algn="l">
              <a:buNone/>
              <a:defRPr sz="2250" b="0">
                <a:solidFill>
                  <a:srgbClr val="142E42"/>
                </a:solidFill>
                <a:latin typeface="Arial"/>
                <a:ea typeface="Arial"/>
                <a:cs typeface="Arial"/>
              </a:defRPr>
            </a:pPr>
            <a:r>
              <a:rPr sz="2250" b="0">
                <a:solidFill>
                  <a:srgbClr val="142E42"/>
                </a:solidFill>
                <a:latin typeface="Arial"/>
                <a:ea typeface="Arial"/>
                <a:cs typeface="Arial"/>
              </a:rPr>
              <a:t>A binary search tree adds an ordering rule:</a:t>
            </a:r>
          </a:p>
          <a:p xmlns:a="http://schemas.openxmlformats.org/drawingml/2006/main">
            <a:pPr algn="l">
              <a:buNone/>
              <a:defRPr sz="2250" b="0">
                <a:solidFill>
                  <a:srgbClr val="142E42"/>
                </a:solidFill>
                <a:latin typeface="Arial"/>
                <a:ea typeface="Arial"/>
                <a:cs typeface="Arial"/>
              </a:defRPr>
            </a:pPr>
            <a:r>
              <a:rPr sz="2250" b="0">
                <a:solidFill>
                  <a:srgbClr val="142E42"/>
                </a:solidFill>
                <a:latin typeface="Arial"/>
                <a:ea typeface="Arial"/>
                <a:cs typeface="Arial"/>
              </a:rPr>
              <a:t>every key in the left subtree is smaller, and every key</a:t>
            </a:r>
          </a:p>
          <a:p xmlns:a="http://schemas.openxmlformats.org/drawingml/2006/main">
            <a:pPr algn="l">
              <a:buNone/>
              <a:defRPr sz="2250" b="0">
                <a:solidFill>
                  <a:srgbClr val="142E42"/>
                </a:solidFill>
                <a:latin typeface="Arial"/>
                <a:ea typeface="Arial"/>
                <a:cs typeface="Arial"/>
              </a:defRPr>
            </a:pPr>
            <a:r>
              <a:rPr sz="2250" b="0">
                <a:solidFill>
                  <a:srgbClr val="142E42"/>
                </a:solidFill>
                <a:latin typeface="Arial"/>
                <a:ea typeface="Arial"/>
                <a:cs typeface="Arial"/>
              </a:rPr>
              <a:t>in the right subtree is larger.</a:t>
            </a:r>
          </a:p>
          <a:p xmlns:a="http://schemas.openxmlformats.org/drawingml/2006/main">
            <a:endParaRPr sz="2250" b="0">
              <a:solidFill>
                <a:srgbClr val="142E42"/>
              </a:solidFill>
              <a:latin typeface="Arial"/>
              <a:ea typeface="Arial"/>
              <a:cs typeface="Arial"/>
            </a:endParaRPr>
          </a:p>
          <a:p xmlns:a="http://schemas.openxmlformats.org/drawingml/2006/main">
            <a:pPr algn="l">
              <a:buNone/>
              <a:defRPr sz="2250" b="0">
                <a:solidFill>
                  <a:srgbClr val="142E42"/>
                </a:solidFill>
                <a:latin typeface="Arial"/>
                <a:ea typeface="Arial"/>
                <a:cs typeface="Arial"/>
              </a:defRPr>
            </a:pPr>
            <a:r>
              <a:rPr sz="2250" b="0">
                <a:solidFill>
                  <a:srgbClr val="142E42"/>
                </a:solidFill>
                <a:latin typeface="Arial"/>
                <a:ea typeface="Arial"/>
                <a:cs typeface="Arial"/>
              </a:rPr>
              <a:t>Both subtrees obey the same rule.</a:t>
            </a:r>
          </a:p>
        </p:txBody>
      </p:sp>
      <p:sp>
        <p:nvSpPr>
          <p:cNvPr id="4" name="text-3">
            <a:extLst xmlns:a="http://schemas.openxmlformats.org/drawingml/2006/main">
              <a:ext uri="{FF2B5EF4-FFF2-40B4-BE49-F238E27FC236}">
                <a16:creationId xmlns:a16="http://schemas.microsoft.com/office/drawing/2014/main" id="{876C3210-996F-401C-9275-C84E7E45ECF3}"/>
              </a:ext>
            </a:extLst>
          </p:cNvPr>
          <p:cNvSpPr>
            <a:spLocks xmlns:a="http://schemas.openxmlformats.org/drawingml/2006/main" noGrp="1"/>
          </p:cNvSpPr>
          <p:nvPr/>
        </p:nvSpPr>
        <p:spPr>
          <a:xfrm xmlns:a="http://schemas.openxmlformats.org/drawingml/2006/main">
            <a:off x="609600" y="5800725"/>
            <a:ext cx="104775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lgn="l">
              <a:defRPr sz="1800" b="1">
                <a:solidFill>
                  <a:srgbClr val="007C83"/>
                </a:solidFill>
                <a:latin typeface="Arial"/>
                <a:ea typeface="Arial"/>
                <a:cs typeface="Arial"/>
              </a:defRPr>
            </a:defPPr>
            <a:lvl1pPr algn="l">
              <a:buNone/>
              <a:defRPr sz="1800" b="1">
                <a:solidFill>
                  <a:srgbClr val="007C83"/>
                </a:solidFill>
                <a:latin typeface="Arial"/>
                <a:ea typeface="Arial"/>
                <a:cs typeface="Arial"/>
              </a:defRPr>
            </a:lvl1pPr>
            <a:lvl2pPr algn="l">
              <a:buNone/>
              <a:defRPr sz="1800" b="1">
                <a:solidFill>
                  <a:srgbClr val="007C83"/>
                </a:solidFill>
                <a:latin typeface="Arial"/>
                <a:ea typeface="Arial"/>
                <a:cs typeface="Arial"/>
              </a:defRPr>
            </a:lvl2pPr>
            <a:lvl3pPr algn="l">
              <a:buNone/>
              <a:defRPr sz="1800" b="1">
                <a:solidFill>
                  <a:srgbClr val="007C83"/>
                </a:solidFill>
                <a:latin typeface="Arial"/>
                <a:ea typeface="Arial"/>
                <a:cs typeface="Arial"/>
              </a:defRPr>
            </a:lvl3pPr>
            <a:lvl4pPr algn="l">
              <a:buNone/>
              <a:defRPr sz="1800" b="1">
                <a:solidFill>
                  <a:srgbClr val="007C83"/>
                </a:solidFill>
                <a:latin typeface="Arial"/>
                <a:ea typeface="Arial"/>
                <a:cs typeface="Arial"/>
              </a:defRPr>
            </a:lvl4pPr>
            <a:lvl5pPr algn="l">
              <a:buNone/>
              <a:defRPr sz="1800" b="1">
                <a:solidFill>
                  <a:srgbClr val="007C83"/>
                </a:solidFill>
                <a:latin typeface="Arial"/>
                <a:ea typeface="Arial"/>
                <a:cs typeface="Arial"/>
              </a:defRPr>
            </a:lvl5pPr>
            <a:lvl6pPr algn="l">
              <a:buNone/>
              <a:defRPr sz="1800" b="1">
                <a:solidFill>
                  <a:srgbClr val="007C83"/>
                </a:solidFill>
                <a:latin typeface="Arial"/>
                <a:ea typeface="Arial"/>
                <a:cs typeface="Arial"/>
              </a:defRPr>
            </a:lvl6pPr>
            <a:lvl7pPr algn="l">
              <a:buNone/>
              <a:defRPr sz="1800" b="1">
                <a:solidFill>
                  <a:srgbClr val="007C83"/>
                </a:solidFill>
                <a:latin typeface="Arial"/>
                <a:ea typeface="Arial"/>
                <a:cs typeface="Arial"/>
              </a:defRPr>
            </a:lvl7pPr>
            <a:lvl8pPr algn="l">
              <a:buNone/>
              <a:defRPr sz="1800" b="1">
                <a:solidFill>
                  <a:srgbClr val="007C83"/>
                </a:solidFill>
                <a:latin typeface="Arial"/>
                <a:ea typeface="Arial"/>
                <a:cs typeface="Arial"/>
              </a:defRPr>
            </a:lvl8pPr>
            <a:lvl9pPr algn="l">
              <a:buNone/>
              <a:defRPr sz="1800" b="1">
                <a:solidFill>
                  <a:srgbClr val="007C83"/>
                </a:solidFill>
                <a:latin typeface="Arial"/>
                <a:ea typeface="Arial"/>
                <a:cs typeface="Arial"/>
              </a:defRPr>
            </a:lvl9pPr>
          </a:lstStyle>
          <a:p xmlns:a="http://schemas.openxmlformats.org/drawingml/2006/main">
            <a:pPr algn="l">
              <a:buNone/>
              <a:defRPr sz="1800" b="1">
                <a:solidFill>
                  <a:srgbClr val="007C83"/>
                </a:solidFill>
                <a:latin typeface="Arial"/>
                <a:ea typeface="Arial"/>
                <a:cs typeface="Arial"/>
              </a:defRPr>
            </a:pPr>
            <a:r>
              <a:rPr sz="1800" b="1">
                <a:solidFill>
                  <a:srgbClr val="007C83"/>
                </a:solidFill>
                <a:latin typeface="Arial"/>
                <a:ea typeface="Arial"/>
                <a:cs typeface="Arial"/>
              </a:rPr>
              <a:t>This lesson uses unique keys and rejects duplicates.</a:t>
            </a:r>
          </a:p>
        </p:txBody>
      </p:sp>
    </p:spTree>
    <p:extLst>
      <p:ext uri="{BB962C8B-B14F-4D97-AF65-F5344CB8AC3E}">
        <p14:creationId xmlns:p14="http://schemas.microsoft.com/office/powerpoint/2010/main" val="2133418448"/>
      </p:ext>
    </p:extLst>
  </p:cSld>
</p:sld>
</file>

<file path=ppt/slides/slide7.xml><?xml version="1.0" encoding="utf-8"?>
<p:sld xmlns:p="http://schemas.openxmlformats.org/presentationml/2006/main">
  <p:cSld>
    <p:bg>
      <p:bgPr>
        <a:solidFill xmlns:a="http://schemas.openxmlformats.org/drawingml/2006/main">
          <a:srgbClr val="FAFCFD"/>
        </a:solidFill>
      </p:bgPr>
    </p:bg>
    <p:spTree>
      <p:nvGrpSpPr>
        <p:cNvPr id="1" name=""/>
        <p:cNvGrpSpPr/>
        <p:nvPr/>
      </p:nvGrpSpPr>
      <p:grpSpPr>
        <a:xfrm xmlns:a="http://schemas.openxmlformats.org/drawingml/2006/main"/>
      </p:grpSpPr>
      <p:sp>
        <p:nvSpPr>
          <p:cNvPr id="19" name="text-0">
            <a:extLst xmlns:a="http://schemas.openxmlformats.org/drawingml/2006/main">
              <a:ext uri="{FF2B5EF4-FFF2-40B4-BE49-F238E27FC236}">
                <a16:creationId xmlns:a16="http://schemas.microsoft.com/office/drawing/2014/main" id="{F5D6AD35-6321-457E-84D5-5DD91E2E9C2B}"/>
              </a:ext>
            </a:extLst>
          </p:cNvPr>
          <p:cNvSpPr>
            <a:spLocks xmlns:a="http://schemas.openxmlformats.org/drawingml/2006/main" noGrp="1"/>
          </p:cNvSpPr>
          <p:nvPr/>
        </p:nvSpPr>
        <p:spPr>
          <a:xfrm xmlns:a="http://schemas.openxmlformats.org/drawingml/2006/main">
            <a:off x="609600" y="419100"/>
            <a:ext cx="10953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lgn="l">
              <a:defRPr sz="3150" b="1">
                <a:solidFill>
                  <a:srgbClr val="142E42"/>
                </a:solidFill>
                <a:latin typeface="Arial"/>
                <a:ea typeface="Arial"/>
                <a:cs typeface="Arial"/>
              </a:defRPr>
            </a:defPPr>
            <a:lvl1pPr algn="l">
              <a:buNone/>
              <a:defRPr sz="3150" b="1">
                <a:solidFill>
                  <a:srgbClr val="142E42"/>
                </a:solidFill>
                <a:latin typeface="Arial"/>
                <a:ea typeface="Arial"/>
                <a:cs typeface="Arial"/>
              </a:defRPr>
            </a:lvl1pPr>
            <a:lvl2pPr algn="l">
              <a:buNone/>
              <a:defRPr sz="3150" b="1">
                <a:solidFill>
                  <a:srgbClr val="142E42"/>
                </a:solidFill>
                <a:latin typeface="Arial"/>
                <a:ea typeface="Arial"/>
                <a:cs typeface="Arial"/>
              </a:defRPr>
            </a:lvl2pPr>
            <a:lvl3pPr algn="l">
              <a:buNone/>
              <a:defRPr sz="3150" b="1">
                <a:solidFill>
                  <a:srgbClr val="142E42"/>
                </a:solidFill>
                <a:latin typeface="Arial"/>
                <a:ea typeface="Arial"/>
                <a:cs typeface="Arial"/>
              </a:defRPr>
            </a:lvl3pPr>
            <a:lvl4pPr algn="l">
              <a:buNone/>
              <a:defRPr sz="3150" b="1">
                <a:solidFill>
                  <a:srgbClr val="142E42"/>
                </a:solidFill>
                <a:latin typeface="Arial"/>
                <a:ea typeface="Arial"/>
                <a:cs typeface="Arial"/>
              </a:defRPr>
            </a:lvl4pPr>
            <a:lvl5pPr algn="l">
              <a:buNone/>
              <a:defRPr sz="3150" b="1">
                <a:solidFill>
                  <a:srgbClr val="142E42"/>
                </a:solidFill>
                <a:latin typeface="Arial"/>
                <a:ea typeface="Arial"/>
                <a:cs typeface="Arial"/>
              </a:defRPr>
            </a:lvl5pPr>
            <a:lvl6pPr algn="l">
              <a:buNone/>
              <a:defRPr sz="3150" b="1">
                <a:solidFill>
                  <a:srgbClr val="142E42"/>
                </a:solidFill>
                <a:latin typeface="Arial"/>
                <a:ea typeface="Arial"/>
                <a:cs typeface="Arial"/>
              </a:defRPr>
            </a:lvl6pPr>
            <a:lvl7pPr algn="l">
              <a:buNone/>
              <a:defRPr sz="3150" b="1">
                <a:solidFill>
                  <a:srgbClr val="142E42"/>
                </a:solidFill>
                <a:latin typeface="Arial"/>
                <a:ea typeface="Arial"/>
                <a:cs typeface="Arial"/>
              </a:defRPr>
            </a:lvl7pPr>
            <a:lvl8pPr algn="l">
              <a:buNone/>
              <a:defRPr sz="3150" b="1">
                <a:solidFill>
                  <a:srgbClr val="142E42"/>
                </a:solidFill>
                <a:latin typeface="Arial"/>
                <a:ea typeface="Arial"/>
                <a:cs typeface="Arial"/>
              </a:defRPr>
            </a:lvl8pPr>
            <a:lvl9pPr algn="l">
              <a:buNone/>
              <a:defRPr sz="3150" b="1">
                <a:solidFill>
                  <a:srgbClr val="142E42"/>
                </a:solidFill>
                <a:latin typeface="Arial"/>
                <a:ea typeface="Arial"/>
                <a:cs typeface="Arial"/>
              </a:defRPr>
            </a:lvl9pPr>
          </a:lstStyle>
          <a:p xmlns:a="http://schemas.openxmlformats.org/drawingml/2006/main">
            <a:pPr algn="l">
              <a:buNone/>
              <a:defRPr sz="3150" b="1">
                <a:solidFill>
                  <a:srgbClr val="142E42"/>
                </a:solidFill>
                <a:latin typeface="Arial"/>
                <a:ea typeface="Arial"/>
                <a:cs typeface="Arial"/>
              </a:defRPr>
            </a:pPr>
            <a:r>
              <a:rPr sz="3150" b="1">
                <a:solidFill>
                  <a:srgbClr val="142E42"/>
                </a:solidFill>
                <a:latin typeface="Arial"/>
                <a:ea typeface="Arial"/>
                <a:cs typeface="Arial"/>
              </a:rPr>
              <a:t>Depth, level, and height</a:t>
            </a:r>
          </a:p>
        </p:txBody>
      </p:sp>
      <p:sp>
        <p:nvSpPr>
          <p:cNvPr id="2" name="text-1">
            <a:extLst xmlns:a="http://schemas.openxmlformats.org/drawingml/2006/main">
              <a:ext uri="{FF2B5EF4-FFF2-40B4-BE49-F238E27FC236}">
                <a16:creationId xmlns:a16="http://schemas.microsoft.com/office/drawing/2014/main" id="{D21D47BC-FCDD-4197-8C58-58836D94DC03}"/>
              </a:ext>
            </a:extLst>
          </p:cNvPr>
          <p:cNvSpPr>
            <a:spLocks xmlns:a="http://schemas.openxmlformats.org/drawingml/2006/main" noGrp="1"/>
          </p:cNvSpPr>
          <p:nvPr/>
        </p:nvSpPr>
        <p:spPr>
          <a:xfrm xmlns:a="http://schemas.openxmlformats.org/drawingml/2006/main">
            <a:off x="11163300" y="6381750"/>
            <a:ext cx="476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lgn="l">
              <a:defRPr sz="1275" b="0">
                <a:solidFill>
                  <a:srgbClr val="4B6070"/>
                </a:solidFill>
                <a:latin typeface="Arial"/>
                <a:ea typeface="Arial"/>
                <a:cs typeface="Arial"/>
              </a:defRPr>
            </a:defPPr>
            <a:lvl1pPr algn="l">
              <a:buNone/>
              <a:defRPr sz="1275" b="0">
                <a:solidFill>
                  <a:srgbClr val="4B6070"/>
                </a:solidFill>
                <a:latin typeface="Arial"/>
                <a:ea typeface="Arial"/>
                <a:cs typeface="Arial"/>
              </a:defRPr>
            </a:lvl1pPr>
            <a:lvl2pPr algn="l">
              <a:buNone/>
              <a:defRPr sz="1275" b="0">
                <a:solidFill>
                  <a:srgbClr val="4B6070"/>
                </a:solidFill>
                <a:latin typeface="Arial"/>
                <a:ea typeface="Arial"/>
                <a:cs typeface="Arial"/>
              </a:defRPr>
            </a:lvl2pPr>
            <a:lvl3pPr algn="l">
              <a:buNone/>
              <a:defRPr sz="1275" b="0">
                <a:solidFill>
                  <a:srgbClr val="4B6070"/>
                </a:solidFill>
                <a:latin typeface="Arial"/>
                <a:ea typeface="Arial"/>
                <a:cs typeface="Arial"/>
              </a:defRPr>
            </a:lvl3pPr>
            <a:lvl4pPr algn="l">
              <a:buNone/>
              <a:defRPr sz="1275" b="0">
                <a:solidFill>
                  <a:srgbClr val="4B6070"/>
                </a:solidFill>
                <a:latin typeface="Arial"/>
                <a:ea typeface="Arial"/>
                <a:cs typeface="Arial"/>
              </a:defRPr>
            </a:lvl4pPr>
            <a:lvl5pPr algn="l">
              <a:buNone/>
              <a:defRPr sz="1275" b="0">
                <a:solidFill>
                  <a:srgbClr val="4B6070"/>
                </a:solidFill>
                <a:latin typeface="Arial"/>
                <a:ea typeface="Arial"/>
                <a:cs typeface="Arial"/>
              </a:defRPr>
            </a:lvl5pPr>
            <a:lvl6pPr algn="l">
              <a:buNone/>
              <a:defRPr sz="1275" b="0">
                <a:solidFill>
                  <a:srgbClr val="4B6070"/>
                </a:solidFill>
                <a:latin typeface="Arial"/>
                <a:ea typeface="Arial"/>
                <a:cs typeface="Arial"/>
              </a:defRPr>
            </a:lvl6pPr>
            <a:lvl7pPr algn="l">
              <a:buNone/>
              <a:defRPr sz="1275" b="0">
                <a:solidFill>
                  <a:srgbClr val="4B6070"/>
                </a:solidFill>
                <a:latin typeface="Arial"/>
                <a:ea typeface="Arial"/>
                <a:cs typeface="Arial"/>
              </a:defRPr>
            </a:lvl7pPr>
            <a:lvl8pPr algn="l">
              <a:buNone/>
              <a:defRPr sz="1275" b="0">
                <a:solidFill>
                  <a:srgbClr val="4B6070"/>
                </a:solidFill>
                <a:latin typeface="Arial"/>
                <a:ea typeface="Arial"/>
                <a:cs typeface="Arial"/>
              </a:defRPr>
            </a:lvl8pPr>
            <a:lvl9pPr algn="l">
              <a:buNone/>
              <a:defRPr sz="1275" b="0">
                <a:solidFill>
                  <a:srgbClr val="4B6070"/>
                </a:solidFill>
                <a:latin typeface="Arial"/>
                <a:ea typeface="Arial"/>
                <a:cs typeface="Arial"/>
              </a:defRPr>
            </a:lvl9pPr>
          </a:lstStyle>
          <a:p xmlns:a="http://schemas.openxmlformats.org/drawingml/2006/main">
            <a:pPr algn="l">
              <a:buNone/>
              <a:defRPr sz="1275" b="0">
                <a:solidFill>
                  <a:srgbClr val="4B6070"/>
                </a:solidFill>
                <a:latin typeface="Arial"/>
                <a:ea typeface="Arial"/>
                <a:cs typeface="Arial"/>
              </a:defRPr>
            </a:pPr>
            <a:r>
              <a:rPr sz="1275" b="0">
                <a:solidFill>
                  <a:srgbClr val="4B6070"/>
                </a:solidFill>
                <a:latin typeface="Arial"/>
                <a:ea typeface="Arial"/>
                <a:cs typeface="Arial"/>
              </a:rPr>
              <a:t>07</a:t>
            </a:r>
          </a:p>
        </p:txBody>
      </p:sp>
      <p:sp>
        <p:nvSpPr>
          <p:cNvPr id="3" name="text-2">
            <a:extLst xmlns:a="http://schemas.openxmlformats.org/drawingml/2006/main">
              <a:ext uri="{FF2B5EF4-FFF2-40B4-BE49-F238E27FC236}">
                <a16:creationId xmlns:a16="http://schemas.microsoft.com/office/drawing/2014/main" id="{1C74EBF3-F4BD-402E-93EA-73962ADA36B0}"/>
              </a:ext>
            </a:extLst>
          </p:cNvPr>
          <p:cNvSpPr>
            <a:spLocks xmlns:a="http://schemas.openxmlformats.org/drawingml/2006/main" noGrp="1"/>
          </p:cNvSpPr>
          <p:nvPr/>
        </p:nvSpPr>
        <p:spPr>
          <a:xfrm xmlns:a="http://schemas.openxmlformats.org/drawingml/2006/main">
            <a:off x="609600" y="1571625"/>
            <a:ext cx="6191250" cy="419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lgn="l">
              <a:defRPr sz="2100" b="0">
                <a:solidFill>
                  <a:srgbClr val="142E42"/>
                </a:solidFill>
                <a:latin typeface="Arial"/>
                <a:ea typeface="Arial"/>
                <a:cs typeface="Arial"/>
              </a:defRPr>
            </a:defPPr>
            <a:lvl1pPr algn="l">
              <a:buNone/>
              <a:defRPr sz="2100" b="0">
                <a:solidFill>
                  <a:srgbClr val="142E42"/>
                </a:solidFill>
                <a:latin typeface="Arial"/>
                <a:ea typeface="Arial"/>
                <a:cs typeface="Arial"/>
              </a:defRPr>
            </a:lvl1pPr>
            <a:lvl2pPr algn="l">
              <a:buNone/>
              <a:defRPr sz="2100" b="0">
                <a:solidFill>
                  <a:srgbClr val="142E42"/>
                </a:solidFill>
                <a:latin typeface="Arial"/>
                <a:ea typeface="Arial"/>
                <a:cs typeface="Arial"/>
              </a:defRPr>
            </a:lvl2pPr>
            <a:lvl3pPr algn="l">
              <a:buNone/>
              <a:defRPr sz="2100" b="0">
                <a:solidFill>
                  <a:srgbClr val="142E42"/>
                </a:solidFill>
                <a:latin typeface="Arial"/>
                <a:ea typeface="Arial"/>
                <a:cs typeface="Arial"/>
              </a:defRPr>
            </a:lvl3pPr>
            <a:lvl4pPr algn="l">
              <a:buNone/>
              <a:defRPr sz="2100" b="0">
                <a:solidFill>
                  <a:srgbClr val="142E42"/>
                </a:solidFill>
                <a:latin typeface="Arial"/>
                <a:ea typeface="Arial"/>
                <a:cs typeface="Arial"/>
              </a:defRPr>
            </a:lvl4pPr>
            <a:lvl5pPr algn="l">
              <a:buNone/>
              <a:defRPr sz="2100" b="0">
                <a:solidFill>
                  <a:srgbClr val="142E42"/>
                </a:solidFill>
                <a:latin typeface="Arial"/>
                <a:ea typeface="Arial"/>
                <a:cs typeface="Arial"/>
              </a:defRPr>
            </a:lvl5pPr>
            <a:lvl6pPr algn="l">
              <a:buNone/>
              <a:defRPr sz="2100" b="0">
                <a:solidFill>
                  <a:srgbClr val="142E42"/>
                </a:solidFill>
                <a:latin typeface="Arial"/>
                <a:ea typeface="Arial"/>
                <a:cs typeface="Arial"/>
              </a:defRPr>
            </a:lvl6pPr>
            <a:lvl7pPr algn="l">
              <a:buNone/>
              <a:defRPr sz="2100" b="0">
                <a:solidFill>
                  <a:srgbClr val="142E42"/>
                </a:solidFill>
                <a:latin typeface="Arial"/>
                <a:ea typeface="Arial"/>
                <a:cs typeface="Arial"/>
              </a:defRPr>
            </a:lvl7pPr>
            <a:lvl8pPr algn="l">
              <a:buNone/>
              <a:defRPr sz="2100" b="0">
                <a:solidFill>
                  <a:srgbClr val="142E42"/>
                </a:solidFill>
                <a:latin typeface="Arial"/>
                <a:ea typeface="Arial"/>
                <a:cs typeface="Arial"/>
              </a:defRPr>
            </a:lvl8pPr>
            <a:lvl9pPr algn="l">
              <a:buNone/>
              <a:defRPr sz="2100" b="0">
                <a:solidFill>
                  <a:srgbClr val="142E42"/>
                </a:solidFill>
                <a:latin typeface="Arial"/>
                <a:ea typeface="Arial"/>
                <a:cs typeface="Arial"/>
              </a:defRPr>
            </a:lvl9pPr>
          </a:lstStyle>
          <a:p xmlns:a="http://schemas.openxmlformats.org/drawingml/2006/main">
            <a:pPr algn="l">
              <a:buNone/>
              <a:defRPr sz="2100" b="0">
                <a:solidFill>
                  <a:srgbClr val="142E42"/>
                </a:solidFill>
                <a:latin typeface="Arial"/>
                <a:ea typeface="Arial"/>
                <a:cs typeface="Arial"/>
              </a:defRPr>
            </a:pPr>
            <a:r>
              <a:rPr sz="2100" b="0">
                <a:solidFill>
                  <a:srgbClr val="142E42"/>
                </a:solidFill>
                <a:latin typeface="Arial"/>
                <a:ea typeface="Arial"/>
                <a:cs typeface="Arial"/>
              </a:rPr>
              <a:t>Depth counts edges from the root.</a:t>
            </a:r>
          </a:p>
          <a:p xmlns:a="http://schemas.openxmlformats.org/drawingml/2006/main">
            <a:pPr algn="l">
              <a:buNone/>
              <a:defRPr sz="2100" b="0">
                <a:solidFill>
                  <a:srgbClr val="142E42"/>
                </a:solidFill>
                <a:latin typeface="Arial"/>
                <a:ea typeface="Arial"/>
                <a:cs typeface="Arial"/>
              </a:defRPr>
            </a:pPr>
            <a:r>
              <a:rPr sz="2100" b="0">
                <a:solidFill>
                  <a:srgbClr val="142E42"/>
                </a:solidFill>
                <a:latin typeface="Arial"/>
                <a:ea typeface="Arial"/>
                <a:cs typeface="Arial"/>
              </a:rPr>
              <a:t>Root 30 has depth 0.</a:t>
            </a:r>
          </a:p>
          <a:p xmlns:a="http://schemas.openxmlformats.org/drawingml/2006/main">
            <a:pPr algn="l">
              <a:buNone/>
              <a:defRPr sz="2100" b="0">
                <a:solidFill>
                  <a:srgbClr val="142E42"/>
                </a:solidFill>
                <a:latin typeface="Arial"/>
                <a:ea typeface="Arial"/>
                <a:cs typeface="Arial"/>
              </a:defRPr>
            </a:pPr>
            <a:r>
              <a:rPr sz="2100" b="0">
                <a:solidFill>
                  <a:srgbClr val="142E42"/>
                </a:solidFill>
                <a:latin typeface="Arial"/>
                <a:ea typeface="Arial"/>
                <a:cs typeface="Arial"/>
              </a:rPr>
              <a:t>Node 40 has depth 3.</a:t>
            </a:r>
          </a:p>
          <a:p xmlns:a="http://schemas.openxmlformats.org/drawingml/2006/main">
            <a:endParaRPr sz="2100" b="0">
              <a:solidFill>
                <a:srgbClr val="142E42"/>
              </a:solidFill>
              <a:latin typeface="Arial"/>
              <a:ea typeface="Arial"/>
              <a:cs typeface="Arial"/>
            </a:endParaRPr>
          </a:p>
          <a:p xmlns:a="http://schemas.openxmlformats.org/drawingml/2006/main">
            <a:pPr algn="l">
              <a:buNone/>
              <a:defRPr sz="2100" b="0">
                <a:solidFill>
                  <a:srgbClr val="142E42"/>
                </a:solidFill>
                <a:latin typeface="Arial"/>
                <a:ea typeface="Arial"/>
                <a:cs typeface="Arial"/>
              </a:defRPr>
            </a:pPr>
            <a:r>
              <a:rPr sz="2100" b="0">
                <a:solidFill>
                  <a:srgbClr val="142E42"/>
                </a:solidFill>
                <a:latin typeface="Arial"/>
                <a:ea typeface="Arial"/>
                <a:cs typeface="Arial"/>
              </a:rPr>
              <a:t>Height is the maximum depth.</a:t>
            </a:r>
          </a:p>
          <a:p xmlns:a="http://schemas.openxmlformats.org/drawingml/2006/main">
            <a:pPr algn="l">
              <a:buNone/>
              <a:defRPr sz="2100" b="0">
                <a:solidFill>
                  <a:srgbClr val="142E42"/>
                </a:solidFill>
                <a:latin typeface="Arial"/>
                <a:ea typeface="Arial"/>
                <a:cs typeface="Arial"/>
              </a:defRPr>
            </a:pPr>
            <a:r>
              <a:rPr sz="2100" b="0">
                <a:solidFill>
                  <a:srgbClr val="142E42"/>
                </a:solidFill>
                <a:latin typeface="Arial"/>
                <a:ea typeface="Arial"/>
                <a:cs typeface="Arial"/>
              </a:rPr>
              <a:t>This tree has height 3 and 4 levels.</a:t>
            </a:r>
          </a:p>
          <a:p xmlns:a="http://schemas.openxmlformats.org/drawingml/2006/main">
            <a:endParaRPr sz="2100" b="0">
              <a:solidFill>
                <a:srgbClr val="142E42"/>
              </a:solidFill>
              <a:latin typeface="Arial"/>
              <a:ea typeface="Arial"/>
              <a:cs typeface="Arial"/>
            </a:endParaRPr>
          </a:p>
          <a:p xmlns:a="http://schemas.openxmlformats.org/drawingml/2006/main">
            <a:pPr algn="l">
              <a:buNone/>
              <a:defRPr sz="2100" b="0">
                <a:solidFill>
                  <a:srgbClr val="142E42"/>
                </a:solidFill>
                <a:latin typeface="Arial"/>
                <a:ea typeface="Arial"/>
                <a:cs typeface="Arial"/>
              </a:defRPr>
            </a:pPr>
            <a:r>
              <a:rPr sz="2100" b="0">
                <a:solidFill>
                  <a:srgbClr val="142E42"/>
                </a:solidFill>
                <a:latin typeface="Arial"/>
                <a:ea typeface="Arial"/>
                <a:cs typeface="Arial"/>
              </a:rPr>
              <a:t>Empty tree: height −1.</a:t>
            </a:r>
          </a:p>
          <a:p xmlns:a="http://schemas.openxmlformats.org/drawingml/2006/main">
            <a:pPr algn="l">
              <a:buNone/>
              <a:defRPr sz="2100" b="0">
                <a:solidFill>
                  <a:srgbClr val="142E42"/>
                </a:solidFill>
                <a:latin typeface="Arial"/>
                <a:ea typeface="Arial"/>
                <a:cs typeface="Arial"/>
              </a:defRPr>
            </a:pPr>
            <a:r>
              <a:rPr sz="2100" b="0">
                <a:solidFill>
                  <a:srgbClr val="142E42"/>
                </a:solidFill>
                <a:latin typeface="Arial"/>
                <a:ea typeface="Arial"/>
                <a:cs typeface="Arial"/>
              </a:rPr>
              <a:t>Single node: height 0.</a:t>
            </a:r>
          </a:p>
        </p:txBody>
      </p:sp>
      <p:sp>
        <p:nvSpPr>
          <p:cNvPr id="4" name="source-diagram-dg6-9">
            <a:extLst xmlns:a="http://schemas.openxmlformats.org/drawingml/2006/main">
              <a:ext uri="{FF2B5EF4-FFF2-40B4-BE49-F238E27FC236}">
                <a16:creationId xmlns:a16="http://schemas.microsoft.com/office/drawing/2014/main" id="{FF11148E-2A86-4B01-9BAE-A6B96EF3CB5D}"/>
              </a:ext>
            </a:extLst>
          </p:cNvPr>
          <p:cNvSpPr>
            <a:spLocks xmlns:a="http://schemas.openxmlformats.org/drawingml/2006/main" noGrp="1"/>
          </p:cNvSpPr>
          <p:nvPr/>
        </p:nvSpPr>
        <p:spPr>
          <a:xfrm xmlns:a="http://schemas.openxmlformats.org/drawingml/2006/main">
            <a:off x="8803972" y="1666875"/>
            <a:ext cx="648444" cy="682301"/>
          </a:xfrm>
          <a:prstGeom xmlns:a="http://schemas.openxmlformats.org/drawingml/2006/main" prst="ellipse">
            <a:avLst/>
          </a:prstGeom>
          <a:solidFill xmlns:a="http://schemas.openxmlformats.org/drawingml/2006/main">
            <a:srgbClr val="E5EEF2"/>
          </a:solidFill>
          <a:ln xmlns:a="http://schemas.openxmlformats.org/drawingml/2006/main" w="9525" cap="flat" cmpd="sng">
            <a:solidFill>
              <a:srgbClr val="142E42"/>
            </a:solidFill>
            <a:prstDash val="solid"/>
            <a:round/>
            <a:headEnd type="none" w="med" len="med"/>
            <a:tailEnd type="none" w="med" len="med"/>
          </a:l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500" b="0">
                <a:solidFill>
                  <a:srgbClr val="142E42"/>
                </a:solidFill>
                <a:latin typeface="Arial"/>
                <a:ea typeface="Arial"/>
                <a:cs typeface="Arial"/>
              </a:rPr>
              <a:t>30</a:t>
            </a:r>
          </a:p>
        </p:txBody>
      </p:sp>
      <p:sp>
        <p:nvSpPr>
          <p:cNvPr id="5" name="source-diagram-dg6-10">
            <a:extLst xmlns:a="http://schemas.openxmlformats.org/drawingml/2006/main">
              <a:ext uri="{FF2B5EF4-FFF2-40B4-BE49-F238E27FC236}">
                <a16:creationId xmlns:a16="http://schemas.microsoft.com/office/drawing/2014/main" id="{43CF427E-AE8C-4D22-AEE5-A7089D9B1E4F}"/>
              </a:ext>
            </a:extLst>
          </p:cNvPr>
          <p:cNvSpPr>
            <a:spLocks xmlns:a="http://schemas.openxmlformats.org/drawingml/2006/main" noGrp="1"/>
          </p:cNvSpPr>
          <p:nvPr/>
        </p:nvSpPr>
        <p:spPr>
          <a:xfrm xmlns:a="http://schemas.openxmlformats.org/drawingml/2006/main">
            <a:off x="8141544" y="2576610"/>
            <a:ext cx="648444" cy="682301"/>
          </a:xfrm>
          <a:prstGeom xmlns:a="http://schemas.openxmlformats.org/drawingml/2006/main" prst="ellipse">
            <a:avLst/>
          </a:prstGeom>
          <a:solidFill xmlns:a="http://schemas.openxmlformats.org/drawingml/2006/main">
            <a:srgbClr val="E5EEF2"/>
          </a:solidFill>
          <a:ln xmlns:a="http://schemas.openxmlformats.org/drawingml/2006/main" w="9525" cap="flat" cmpd="sng">
            <a:solidFill>
              <a:srgbClr val="142E42"/>
            </a:solidFill>
            <a:prstDash val="solid"/>
            <a:round/>
            <a:headEnd type="none" w="med" len="med"/>
            <a:tailEnd type="none" w="med" len="med"/>
          </a:l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500" b="0">
                <a:solidFill>
                  <a:srgbClr val="142E42"/>
                </a:solidFill>
                <a:latin typeface="Arial"/>
                <a:ea typeface="Arial"/>
                <a:cs typeface="Arial"/>
              </a:rPr>
              <a:t>20</a:t>
            </a:r>
          </a:p>
        </p:txBody>
      </p:sp>
      <p:sp>
        <p:nvSpPr>
          <p:cNvPr id="6" name="source-diagram-dg6-11">
            <a:extLst xmlns:a="http://schemas.openxmlformats.org/drawingml/2006/main">
              <a:ext uri="{FF2B5EF4-FFF2-40B4-BE49-F238E27FC236}">
                <a16:creationId xmlns:a16="http://schemas.microsoft.com/office/drawing/2014/main" id="{E6911813-4A65-40DF-854E-C0316D3C5702}"/>
              </a:ext>
            </a:extLst>
          </p:cNvPr>
          <p:cNvSpPr>
            <a:spLocks xmlns:a="http://schemas.openxmlformats.org/drawingml/2006/main" noGrp="1"/>
          </p:cNvSpPr>
          <p:nvPr/>
        </p:nvSpPr>
        <p:spPr>
          <a:xfrm xmlns:a="http://schemas.openxmlformats.org/drawingml/2006/main">
            <a:off x="9679849" y="2576610"/>
            <a:ext cx="648444" cy="682301"/>
          </a:xfrm>
          <a:prstGeom xmlns:a="http://schemas.openxmlformats.org/drawingml/2006/main" prst="ellipse">
            <a:avLst/>
          </a:prstGeom>
          <a:solidFill xmlns:a="http://schemas.openxmlformats.org/drawingml/2006/main">
            <a:srgbClr val="E5EEF2"/>
          </a:solidFill>
          <a:ln xmlns:a="http://schemas.openxmlformats.org/drawingml/2006/main" w="9525" cap="flat" cmpd="sng">
            <a:solidFill>
              <a:srgbClr val="142E42"/>
            </a:solidFill>
            <a:prstDash val="solid"/>
            <a:round/>
            <a:headEnd type="none" w="med" len="med"/>
            <a:tailEnd type="none" w="med" len="med"/>
          </a:l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500" b="0">
                <a:solidFill>
                  <a:srgbClr val="142E42"/>
                </a:solidFill>
                <a:latin typeface="Arial"/>
                <a:ea typeface="Arial"/>
                <a:cs typeface="Arial"/>
              </a:rPr>
              <a:t>70</a:t>
            </a:r>
          </a:p>
        </p:txBody>
      </p:sp>
      <p:sp>
        <p:nvSpPr>
          <p:cNvPr id="7" name="source-diagram-dg6-12">
            <a:extLst xmlns:a="http://schemas.openxmlformats.org/drawingml/2006/main">
              <a:ext uri="{FF2B5EF4-FFF2-40B4-BE49-F238E27FC236}">
                <a16:creationId xmlns:a16="http://schemas.microsoft.com/office/drawing/2014/main" id="{99F89124-3696-43AE-9BA4-9B6B3DF5156E}"/>
              </a:ext>
            </a:extLst>
          </p:cNvPr>
          <p:cNvSpPr>
            <a:spLocks xmlns:a="http://schemas.openxmlformats.org/drawingml/2006/main" noGrp="1"/>
          </p:cNvSpPr>
          <p:nvPr/>
        </p:nvSpPr>
        <p:spPr>
          <a:xfrm xmlns:a="http://schemas.openxmlformats.org/drawingml/2006/main">
            <a:off x="7524750" y="3562157"/>
            <a:ext cx="648444" cy="682301"/>
          </a:xfrm>
          <a:prstGeom xmlns:a="http://schemas.openxmlformats.org/drawingml/2006/main" prst="ellipse">
            <a:avLst/>
          </a:prstGeom>
          <a:solidFill xmlns:a="http://schemas.openxmlformats.org/drawingml/2006/main">
            <a:srgbClr val="E5EEF2"/>
          </a:solidFill>
          <a:ln xmlns:a="http://schemas.openxmlformats.org/drawingml/2006/main" w="9525" cap="flat" cmpd="sng">
            <a:solidFill>
              <a:srgbClr val="142E42"/>
            </a:solidFill>
            <a:prstDash val="solid"/>
            <a:round/>
            <a:headEnd type="none" w="med" len="med"/>
            <a:tailEnd type="none" w="med" len="med"/>
          </a:l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500" b="0">
                <a:solidFill>
                  <a:srgbClr val="142E42"/>
                </a:solidFill>
                <a:latin typeface="Arial"/>
                <a:ea typeface="Arial"/>
                <a:cs typeface="Arial"/>
              </a:rPr>
              <a:t>10</a:t>
            </a:r>
          </a:p>
        </p:txBody>
      </p:sp>
      <p:sp>
        <p:nvSpPr>
          <p:cNvPr id="8" name="source-diagram-dg6-13">
            <a:extLst xmlns:a="http://schemas.openxmlformats.org/drawingml/2006/main">
              <a:ext uri="{FF2B5EF4-FFF2-40B4-BE49-F238E27FC236}">
                <a16:creationId xmlns:a16="http://schemas.microsoft.com/office/drawing/2014/main" id="{EEC602B6-0593-4160-A5F9-217F794B49CA}"/>
              </a:ext>
            </a:extLst>
          </p:cNvPr>
          <p:cNvSpPr>
            <a:spLocks xmlns:a="http://schemas.openxmlformats.org/drawingml/2006/main" noGrp="1"/>
          </p:cNvSpPr>
          <p:nvPr/>
        </p:nvSpPr>
        <p:spPr>
          <a:xfrm xmlns:a="http://schemas.openxmlformats.org/drawingml/2006/main">
            <a:off x="9031406" y="3562157"/>
            <a:ext cx="648444" cy="682301"/>
          </a:xfrm>
          <a:prstGeom xmlns:a="http://schemas.openxmlformats.org/drawingml/2006/main" prst="ellipse">
            <a:avLst/>
          </a:prstGeom>
          <a:solidFill xmlns:a="http://schemas.openxmlformats.org/drawingml/2006/main">
            <a:srgbClr val="E5EEF2"/>
          </a:solidFill>
          <a:ln xmlns:a="http://schemas.openxmlformats.org/drawingml/2006/main" w="9525" cap="flat" cmpd="sng">
            <a:solidFill>
              <a:srgbClr val="142E42"/>
            </a:solidFill>
            <a:prstDash val="solid"/>
            <a:round/>
            <a:headEnd type="none" w="med" len="med"/>
            <a:tailEnd type="none" w="med" len="med"/>
          </a:l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500" b="0">
                <a:solidFill>
                  <a:srgbClr val="142E42"/>
                </a:solidFill>
                <a:latin typeface="Arial"/>
                <a:ea typeface="Arial"/>
                <a:cs typeface="Arial"/>
              </a:rPr>
              <a:t>50</a:t>
            </a:r>
          </a:p>
        </p:txBody>
      </p:sp>
      <p:sp>
        <p:nvSpPr>
          <p:cNvPr id="9" name="source-diagram-dg6-14">
            <a:extLst xmlns:a="http://schemas.openxmlformats.org/drawingml/2006/main">
              <a:ext uri="{FF2B5EF4-FFF2-40B4-BE49-F238E27FC236}">
                <a16:creationId xmlns:a16="http://schemas.microsoft.com/office/drawing/2014/main" id="{4BEFCF26-F58E-4FF3-9A73-066EB3D12F26}"/>
              </a:ext>
            </a:extLst>
          </p:cNvPr>
          <p:cNvSpPr>
            <a:spLocks xmlns:a="http://schemas.openxmlformats.org/drawingml/2006/main" noGrp="1"/>
          </p:cNvSpPr>
          <p:nvPr/>
        </p:nvSpPr>
        <p:spPr>
          <a:xfrm xmlns:a="http://schemas.openxmlformats.org/drawingml/2006/main">
            <a:off x="10437961" y="3532148"/>
            <a:ext cx="648444" cy="682301"/>
          </a:xfrm>
          <a:prstGeom xmlns:a="http://schemas.openxmlformats.org/drawingml/2006/main" prst="ellipse">
            <a:avLst/>
          </a:prstGeom>
          <a:solidFill xmlns:a="http://schemas.openxmlformats.org/drawingml/2006/main">
            <a:srgbClr val="E5EEF2"/>
          </a:solidFill>
          <a:ln xmlns:a="http://schemas.openxmlformats.org/drawingml/2006/main" w="9525" cap="flat" cmpd="sng">
            <a:solidFill>
              <a:srgbClr val="142E42"/>
            </a:solidFill>
            <a:prstDash val="solid"/>
            <a:round/>
            <a:headEnd type="none" w="med" len="med"/>
            <a:tailEnd type="none" w="med" len="med"/>
          </a:l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500" b="0">
                <a:solidFill>
                  <a:srgbClr val="142E42"/>
                </a:solidFill>
                <a:latin typeface="Arial"/>
                <a:ea typeface="Arial"/>
                <a:cs typeface="Arial"/>
              </a:rPr>
              <a:t>90</a:t>
            </a:r>
          </a:p>
        </p:txBody>
      </p:sp>
      <p:sp>
        <p:nvSpPr>
          <p:cNvPr id="10" name="source-diagram-dg6-15">
            <a:extLst xmlns:a="http://schemas.openxmlformats.org/drawingml/2006/main">
              <a:ext uri="{FF2B5EF4-FFF2-40B4-BE49-F238E27FC236}">
                <a16:creationId xmlns:a16="http://schemas.microsoft.com/office/drawing/2014/main" id="{968A41B9-F715-42B4-B977-DE1DB392135B}"/>
              </a:ext>
            </a:extLst>
          </p:cNvPr>
          <p:cNvSpPr>
            <a:spLocks xmlns:a="http://schemas.openxmlformats.org/drawingml/2006/main" noGrp="1"/>
          </p:cNvSpPr>
          <p:nvPr/>
        </p:nvSpPr>
        <p:spPr>
          <a:xfrm xmlns:a="http://schemas.openxmlformats.org/drawingml/2006/main">
            <a:off x="8465765" y="4699324"/>
            <a:ext cx="648444" cy="682301"/>
          </a:xfrm>
          <a:prstGeom xmlns:a="http://schemas.openxmlformats.org/drawingml/2006/main" prst="ellipse">
            <a:avLst/>
          </a:prstGeom>
          <a:solidFill xmlns:a="http://schemas.openxmlformats.org/drawingml/2006/main">
            <a:srgbClr val="E5EEF2"/>
          </a:solidFill>
          <a:ln xmlns:a="http://schemas.openxmlformats.org/drawingml/2006/main" w="9525" cap="flat" cmpd="sng">
            <a:solidFill>
              <a:srgbClr val="142E42"/>
            </a:solidFill>
            <a:prstDash val="solid"/>
            <a:round/>
            <a:headEnd type="none" w="med" len="med"/>
            <a:tailEnd type="none" w="med" len="med"/>
          </a:l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500" b="0">
                <a:solidFill>
                  <a:srgbClr val="142E42"/>
                </a:solidFill>
                <a:latin typeface="Arial"/>
                <a:ea typeface="Arial"/>
                <a:cs typeface="Arial"/>
              </a:rPr>
              <a:t>40</a:t>
            </a:r>
          </a:p>
        </p:txBody>
      </p:sp>
      <p:sp>
        <p:nvSpPr>
          <p:cNvPr id="11" name="source-diagram-dg6-16">
            <a:extLst xmlns:a="http://schemas.openxmlformats.org/drawingml/2006/main">
              <a:ext uri="{FF2B5EF4-FFF2-40B4-BE49-F238E27FC236}">
                <a16:creationId xmlns:a16="http://schemas.microsoft.com/office/drawing/2014/main" id="{39DC8F62-68EE-41F3-9D31-54F8D26E03B4}"/>
              </a:ext>
            </a:extLst>
          </p:cNvPr>
          <p:cNvSpPr>
            <a:spLocks xmlns:a="http://schemas.openxmlformats.org/drawingml/2006/main" noGrp="1"/>
          </p:cNvSpPr>
          <p:nvPr/>
        </p:nvSpPr>
        <p:spPr>
          <a:xfrm xmlns:a="http://schemas.openxmlformats.org/drawingml/2006/main">
            <a:off x="9679849" y="4688567"/>
            <a:ext cx="648444" cy="682301"/>
          </a:xfrm>
          <a:prstGeom xmlns:a="http://schemas.openxmlformats.org/drawingml/2006/main" prst="ellipse">
            <a:avLst/>
          </a:prstGeom>
          <a:solidFill xmlns:a="http://schemas.openxmlformats.org/drawingml/2006/main">
            <a:srgbClr val="E5EEF2"/>
          </a:solidFill>
          <a:ln xmlns:a="http://schemas.openxmlformats.org/drawingml/2006/main" w="9525" cap="flat" cmpd="sng">
            <a:solidFill>
              <a:srgbClr val="142E42"/>
            </a:solidFill>
            <a:prstDash val="solid"/>
            <a:round/>
            <a:headEnd type="none" w="med" len="med"/>
            <a:tailEnd type="none" w="med" len="med"/>
          </a:l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500" b="0">
                <a:solidFill>
                  <a:srgbClr val="142E42"/>
                </a:solidFill>
                <a:latin typeface="Arial"/>
                <a:ea typeface="Arial"/>
                <a:cs typeface="Arial"/>
              </a:rPr>
              <a:t>60</a:t>
            </a:r>
          </a:p>
        </p:txBody>
      </p:sp>
      <p:sp>
        <p:nvSpPr>
          <p:cNvPr id="12" name="source-diagram-dg6-18">
            <a:extLst xmlns:a="http://schemas.openxmlformats.org/drawingml/2006/main">
              <a:ext uri="{FF2B5EF4-FFF2-40B4-BE49-F238E27FC236}">
                <a16:creationId xmlns:a16="http://schemas.microsoft.com/office/drawing/2014/main" id="{6B63FADE-7D3E-43FD-8DF5-2DCD577DF2E5}"/>
              </a:ext>
            </a:extLst>
          </p:cNvPr>
          <p:cNvSpPr>
            <a:spLocks xmlns:a="http://schemas.openxmlformats.org/drawingml/2006/main" noGrp="1"/>
          </p:cNvSpPr>
          <p:nvPr/>
        </p:nvSpPr>
        <p:spPr>
          <a:xfrm xmlns:a="http://schemas.openxmlformats.org/drawingml/2006/main" flipH="1">
            <a:off x="8542681" y="2249255"/>
            <a:ext cx="356253" cy="365261"/>
          </a:xfrm>
          <a:prstGeom xmlns:a="http://schemas.openxmlformats.org/drawingml/2006/main" prst="line">
            <a:avLst/>
          </a:prstGeom>
          <a:solidFill xmlns:a="http://schemas.openxmlformats.org/drawingml/2006/main">
            <a:srgbClr val="E5EEF2"/>
          </a:solidFill>
          <a:ln xmlns:a="http://schemas.openxmlformats.org/drawingml/2006/main">
            <a:headEnd type="none" w="med" len="med"/>
            <a:tailEnd type="none" w="med" len="med"/>
          </a:ln>
        </p:spPr>
        <p:style>
          <a:lnRef xmlns:a="http://schemas.openxmlformats.org/drawingml/2006/main" idx="1">
            <a:schemeClr val="dk1"/>
          </a:lnRef>
          <a:fillRef xmlns:a="http://schemas.openxmlformats.org/drawingml/2006/main" idx="0">
            <a:schemeClr val="dk1"/>
          </a:fillRef>
          <a:effectRef xmlns:a="http://schemas.openxmlformats.org/drawingml/2006/main" idx="0">
            <a:schemeClr val="dk1"/>
          </a:effectRef>
          <a:fontRef xmlns:a="http://schemas.openxmlformats.org/drawingml/2006/main" idx="minor">
            <a:schemeClr val="tx1"/>
          </a:fontRef>
        </p:style>
        <p:txBody>
          <a:bodyPr xmlns:a="http://schemas.openxmlformats.org/drawingml/2006/main" wrap="square" lIns="0" tIns="0" rIns="0" bIns="0" anchor="ctr"/>
          <a:lstStyle xmlns:a="http://schemas.openxmlformats.org/drawingml/2006/main"/>
          <a:p xmlns:a="http://schemas.openxmlformats.org/drawingml/2006/main">
            <a:endParaRPr/>
          </a:p>
        </p:txBody>
      </p:sp>
      <p:sp>
        <p:nvSpPr>
          <p:cNvPr id="13" name="source-diagram-dg6-20">
            <a:extLst xmlns:a="http://schemas.openxmlformats.org/drawingml/2006/main">
              <a:ext uri="{FF2B5EF4-FFF2-40B4-BE49-F238E27FC236}">
                <a16:creationId xmlns:a16="http://schemas.microsoft.com/office/drawing/2014/main" id="{21EEF36D-A451-463B-89F5-3F5509C335FD}"/>
              </a:ext>
            </a:extLst>
          </p:cNvPr>
          <p:cNvSpPr>
            <a:spLocks xmlns:a="http://schemas.openxmlformats.org/drawingml/2006/main" noGrp="1"/>
          </p:cNvSpPr>
          <p:nvPr/>
        </p:nvSpPr>
        <p:spPr>
          <a:xfrm xmlns:a="http://schemas.openxmlformats.org/drawingml/2006/main">
            <a:off x="9357454" y="2249255"/>
            <a:ext cx="417358" cy="427275"/>
          </a:xfrm>
          <a:prstGeom xmlns:a="http://schemas.openxmlformats.org/drawingml/2006/main" prst="line">
            <a:avLst/>
          </a:prstGeom>
          <a:solidFill xmlns:a="http://schemas.openxmlformats.org/drawingml/2006/main">
            <a:srgbClr val="E5EEF2"/>
          </a:solidFill>
          <a:ln xmlns:a="http://schemas.openxmlformats.org/drawingml/2006/main" w="9525">
            <a:solidFill>
              <a:srgbClr val="142E42"/>
            </a:solidFill>
            <a:prstDash val="solid"/>
            <a:headEnd type="none" w="med" len="med"/>
            <a:tailEnd type="none" w="med" len="med"/>
          </a:ln>
        </p:spPr>
        <p:txBody>
          <a:bodyPr xmlns:a="http://schemas.openxmlformats.org/drawingml/2006/main" wrap="square" lIns="0" tIns="0" rIns="0" bIns="0" anchor="ctr"/>
          <a:lstStyle xmlns:a="http://schemas.openxmlformats.org/drawingml/2006/main"/>
          <a:p xmlns:a="http://schemas.openxmlformats.org/drawingml/2006/main">
            <a:endParaRPr/>
          </a:p>
        </p:txBody>
      </p:sp>
      <p:sp>
        <p:nvSpPr>
          <p:cNvPr id="14" name="source-diagram-dg6-22">
            <a:extLst xmlns:a="http://schemas.openxmlformats.org/drawingml/2006/main">
              <a:ext uri="{FF2B5EF4-FFF2-40B4-BE49-F238E27FC236}">
                <a16:creationId xmlns:a16="http://schemas.microsoft.com/office/drawing/2014/main" id="{67262CE6-1316-4445-969E-2735D0ACBE3F}"/>
              </a:ext>
            </a:extLst>
          </p:cNvPr>
          <p:cNvSpPr>
            <a:spLocks xmlns:a="http://schemas.openxmlformats.org/drawingml/2006/main" noGrp="1"/>
          </p:cNvSpPr>
          <p:nvPr/>
        </p:nvSpPr>
        <p:spPr>
          <a:xfrm xmlns:a="http://schemas.openxmlformats.org/drawingml/2006/main" flipH="1">
            <a:off x="7848972" y="3158990"/>
            <a:ext cx="387534" cy="403166"/>
          </a:xfrm>
          <a:prstGeom xmlns:a="http://schemas.openxmlformats.org/drawingml/2006/main" prst="line">
            <a:avLst/>
          </a:prstGeom>
          <a:solidFill xmlns:a="http://schemas.openxmlformats.org/drawingml/2006/main">
            <a:srgbClr val="E5EEF2"/>
          </a:solidFill>
          <a:ln xmlns:a="http://schemas.openxmlformats.org/drawingml/2006/main" w="9525">
            <a:solidFill>
              <a:srgbClr val="142E42"/>
            </a:solidFill>
            <a:prstDash val="solid"/>
            <a:headEnd type="none" w="med" len="med"/>
            <a:tailEnd type="none" w="med" len="med"/>
          </a:ln>
        </p:spPr>
        <p:txBody>
          <a:bodyPr xmlns:a="http://schemas.openxmlformats.org/drawingml/2006/main" wrap="square" lIns="0" tIns="0" rIns="0" bIns="0" anchor="ctr"/>
          <a:lstStyle xmlns:a="http://schemas.openxmlformats.org/drawingml/2006/main"/>
          <a:p xmlns:a="http://schemas.openxmlformats.org/drawingml/2006/main">
            <a:endParaRPr/>
          </a:p>
        </p:txBody>
      </p:sp>
      <p:sp>
        <p:nvSpPr>
          <p:cNvPr id="15" name="source-diagram-dg6-24">
            <a:extLst xmlns:a="http://schemas.openxmlformats.org/drawingml/2006/main">
              <a:ext uri="{FF2B5EF4-FFF2-40B4-BE49-F238E27FC236}">
                <a16:creationId xmlns:a16="http://schemas.microsoft.com/office/drawing/2014/main" id="{DBF1D2AE-7CD6-4B9C-BFFF-68BBE942C0ED}"/>
              </a:ext>
            </a:extLst>
          </p:cNvPr>
          <p:cNvSpPr>
            <a:spLocks xmlns:a="http://schemas.openxmlformats.org/drawingml/2006/main" noGrp="1"/>
          </p:cNvSpPr>
          <p:nvPr/>
        </p:nvSpPr>
        <p:spPr>
          <a:xfrm xmlns:a="http://schemas.openxmlformats.org/drawingml/2006/main" flipH="1">
            <a:off x="9355628" y="3158990"/>
            <a:ext cx="419183" cy="403166"/>
          </a:xfrm>
          <a:prstGeom xmlns:a="http://schemas.openxmlformats.org/drawingml/2006/main" prst="line">
            <a:avLst/>
          </a:prstGeom>
          <a:solidFill xmlns:a="http://schemas.openxmlformats.org/drawingml/2006/main">
            <a:srgbClr val="E5EEF2"/>
          </a:solidFill>
          <a:ln xmlns:a="http://schemas.openxmlformats.org/drawingml/2006/main" w="9525">
            <a:solidFill>
              <a:srgbClr val="142E42"/>
            </a:solidFill>
            <a:prstDash val="solid"/>
            <a:headEnd type="none" w="med" len="med"/>
            <a:tailEnd type="none" w="med" len="med"/>
          </a:ln>
        </p:spPr>
        <p:txBody>
          <a:bodyPr xmlns:a="http://schemas.openxmlformats.org/drawingml/2006/main" wrap="square" lIns="0" tIns="0" rIns="0" bIns="0" anchor="ctr"/>
          <a:lstStyle xmlns:a="http://schemas.openxmlformats.org/drawingml/2006/main"/>
          <a:p xmlns:a="http://schemas.openxmlformats.org/drawingml/2006/main">
            <a:endParaRPr/>
          </a:p>
        </p:txBody>
      </p:sp>
      <p:sp>
        <p:nvSpPr>
          <p:cNvPr id="16" name="source-diagram-dg6-26">
            <a:extLst xmlns:a="http://schemas.openxmlformats.org/drawingml/2006/main">
              <a:ext uri="{FF2B5EF4-FFF2-40B4-BE49-F238E27FC236}">
                <a16:creationId xmlns:a16="http://schemas.microsoft.com/office/drawing/2014/main" id="{4958D6BA-EC86-4526-ADB5-E183E2084064}"/>
              </a:ext>
            </a:extLst>
          </p:cNvPr>
          <p:cNvSpPr>
            <a:spLocks xmlns:a="http://schemas.openxmlformats.org/drawingml/2006/main" noGrp="1"/>
          </p:cNvSpPr>
          <p:nvPr/>
        </p:nvSpPr>
        <p:spPr>
          <a:xfrm xmlns:a="http://schemas.openxmlformats.org/drawingml/2006/main">
            <a:off x="10233331" y="3158990"/>
            <a:ext cx="528852" cy="373157"/>
          </a:xfrm>
          <a:prstGeom xmlns:a="http://schemas.openxmlformats.org/drawingml/2006/main" prst="line">
            <a:avLst/>
          </a:prstGeom>
          <a:solidFill xmlns:a="http://schemas.openxmlformats.org/drawingml/2006/main">
            <a:srgbClr val="E5EEF2"/>
          </a:solidFill>
          <a:ln xmlns:a="http://schemas.openxmlformats.org/drawingml/2006/main" w="9525">
            <a:solidFill>
              <a:srgbClr val="142E42"/>
            </a:solidFill>
            <a:prstDash val="solid"/>
            <a:headEnd type="none" w="med" len="med"/>
            <a:tailEnd type="none" w="med" len="med"/>
          </a:ln>
        </p:spPr>
        <p:txBody>
          <a:bodyPr xmlns:a="http://schemas.openxmlformats.org/drawingml/2006/main" wrap="square" lIns="0" tIns="0" rIns="0" bIns="0" anchor="ctr"/>
          <a:lstStyle xmlns:a="http://schemas.openxmlformats.org/drawingml/2006/main"/>
          <a:p xmlns:a="http://schemas.openxmlformats.org/drawingml/2006/main">
            <a:endParaRPr/>
          </a:p>
        </p:txBody>
      </p:sp>
      <p:sp>
        <p:nvSpPr>
          <p:cNvPr id="17" name="source-diagram-dg6-28">
            <a:extLst xmlns:a="http://schemas.openxmlformats.org/drawingml/2006/main">
              <a:ext uri="{FF2B5EF4-FFF2-40B4-BE49-F238E27FC236}">
                <a16:creationId xmlns:a16="http://schemas.microsoft.com/office/drawing/2014/main" id="{8EF4E62E-955B-4736-B857-9A3DB5F455A6}"/>
              </a:ext>
            </a:extLst>
          </p:cNvPr>
          <p:cNvSpPr>
            <a:spLocks xmlns:a="http://schemas.openxmlformats.org/drawingml/2006/main" noGrp="1"/>
          </p:cNvSpPr>
          <p:nvPr/>
        </p:nvSpPr>
        <p:spPr>
          <a:xfrm xmlns:a="http://schemas.openxmlformats.org/drawingml/2006/main" flipH="1">
            <a:off x="8789988" y="4144537"/>
            <a:ext cx="336380" cy="554787"/>
          </a:xfrm>
          <a:prstGeom xmlns:a="http://schemas.openxmlformats.org/drawingml/2006/main" prst="line">
            <a:avLst/>
          </a:prstGeom>
          <a:solidFill xmlns:a="http://schemas.openxmlformats.org/drawingml/2006/main">
            <a:srgbClr val="E5EEF2"/>
          </a:solidFill>
          <a:ln xmlns:a="http://schemas.openxmlformats.org/drawingml/2006/main" w="9525">
            <a:solidFill>
              <a:srgbClr val="142E42"/>
            </a:solidFill>
            <a:prstDash val="solid"/>
            <a:headEnd type="none" w="med" len="med"/>
            <a:tailEnd type="none" w="med" len="med"/>
          </a:ln>
        </p:spPr>
        <p:txBody>
          <a:bodyPr xmlns:a="http://schemas.openxmlformats.org/drawingml/2006/main" wrap="square" lIns="0" tIns="0" rIns="0" bIns="0" anchor="ctr"/>
          <a:lstStyle xmlns:a="http://schemas.openxmlformats.org/drawingml/2006/main"/>
          <a:p xmlns:a="http://schemas.openxmlformats.org/drawingml/2006/main">
            <a:endParaRPr/>
          </a:p>
        </p:txBody>
      </p:sp>
      <p:sp>
        <p:nvSpPr>
          <p:cNvPr id="18" name="source-diagram-dg6-30">
            <a:extLst xmlns:a="http://schemas.openxmlformats.org/drawingml/2006/main">
              <a:ext uri="{FF2B5EF4-FFF2-40B4-BE49-F238E27FC236}">
                <a16:creationId xmlns:a16="http://schemas.microsoft.com/office/drawing/2014/main" id="{FCBC95FD-762B-4169-81C9-2628893758EA}"/>
              </a:ext>
            </a:extLst>
          </p:cNvPr>
          <p:cNvSpPr>
            <a:spLocks xmlns:a="http://schemas.openxmlformats.org/drawingml/2006/main" noGrp="1"/>
          </p:cNvSpPr>
          <p:nvPr/>
        </p:nvSpPr>
        <p:spPr>
          <a:xfrm xmlns:a="http://schemas.openxmlformats.org/drawingml/2006/main">
            <a:off x="9584887" y="4144537"/>
            <a:ext cx="419184" cy="544030"/>
          </a:xfrm>
          <a:prstGeom xmlns:a="http://schemas.openxmlformats.org/drawingml/2006/main" prst="line">
            <a:avLst/>
          </a:prstGeom>
          <a:solidFill xmlns:a="http://schemas.openxmlformats.org/drawingml/2006/main">
            <a:srgbClr val="E5EEF2"/>
          </a:solidFill>
          <a:ln xmlns:a="http://schemas.openxmlformats.org/drawingml/2006/main" w="9525">
            <a:solidFill>
              <a:srgbClr val="142E42"/>
            </a:solidFill>
            <a:prstDash val="solid"/>
            <a:headEnd type="none" w="med" len="med"/>
            <a:tailEnd type="none" w="med" len="med"/>
          </a:ln>
        </p:spPr>
        <p:txBody>
          <a:bodyPr xmlns:a="http://schemas.openxmlformats.org/drawingml/2006/main" wrap="square" lIns="0" tIns="0" rIns="0" bIns="0" anchor="ctr"/>
          <a:lstStyle xmlns:a="http://schemas.openxmlformats.org/drawingml/2006/main"/>
          <a:p xmlns:a="http://schemas.openxmlformats.org/drawingml/2006/main">
            <a:endParaRPr/>
          </a:p>
        </p:txBody>
      </p:sp>
      <p:sp>
        <p:nvSpPr>
          <p:cNvPr id="20" name="local-java-TraversalDemo">
            <a:extLst xmlns:a="http://schemas.openxmlformats.org/drawingml/2006/main">
              <a:ext uri="{FF2B5EF4-FFF2-40B4-BE49-F238E27FC236}">
                <a16:creationId xmlns:a16="http://schemas.microsoft.com/office/drawing/2014/main" id="{9A717EBC-4F19-4040-ABF4-34CAC2936947}"/>
              </a:ext>
            </a:extLst>
          </p:cNvPr>
          <p:cNvSpPr>
            <a:spLocks xmlns:a="http://schemas.openxmlformats.org/drawingml/2006/main" noGrp="1"/>
          </p:cNvSpPr>
          <p:nvPr/>
        </p:nvSpPr>
        <p:spPr>
          <a:xfrm xmlns:a="http://schemas.openxmlformats.org/drawingml/2006/main">
            <a:off x="609600" y="6134100"/>
            <a:ext cx="357187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350" b="0">
                <a:solidFill>
                  <a:srgbClr val="007D89"/>
                </a:solidFill>
                <a:latin typeface="Arial"/>
                <a:ea typeface="Arial"/>
                <a:cs typeface="Arial"/>
              </a:defRPr>
            </a:defPPr>
            <a:lvl1pPr>
              <a:defRPr sz="1350" b="0">
                <a:solidFill>
                  <a:srgbClr val="007D89"/>
                </a:solidFill>
                <a:latin typeface="Arial"/>
                <a:ea typeface="Arial"/>
                <a:cs typeface="Arial"/>
              </a:defRPr>
            </a:lvl1pPr>
            <a:lvl2pPr>
              <a:defRPr sz="1350" b="0">
                <a:solidFill>
                  <a:srgbClr val="007D89"/>
                </a:solidFill>
                <a:latin typeface="Arial"/>
                <a:ea typeface="Arial"/>
                <a:cs typeface="Arial"/>
              </a:defRPr>
            </a:lvl2pPr>
            <a:lvl3pPr>
              <a:defRPr sz="1350" b="0">
                <a:solidFill>
                  <a:srgbClr val="007D89"/>
                </a:solidFill>
                <a:latin typeface="Arial"/>
                <a:ea typeface="Arial"/>
                <a:cs typeface="Arial"/>
              </a:defRPr>
            </a:lvl3pPr>
            <a:lvl4pPr>
              <a:defRPr sz="1350" b="0">
                <a:solidFill>
                  <a:srgbClr val="007D89"/>
                </a:solidFill>
                <a:latin typeface="Arial"/>
                <a:ea typeface="Arial"/>
                <a:cs typeface="Arial"/>
              </a:defRPr>
            </a:lvl4pPr>
            <a:lvl5pPr>
              <a:defRPr sz="1350" b="0">
                <a:solidFill>
                  <a:srgbClr val="007D89"/>
                </a:solidFill>
                <a:latin typeface="Arial"/>
                <a:ea typeface="Arial"/>
                <a:cs typeface="Arial"/>
              </a:defRPr>
            </a:lvl5pPr>
            <a:lvl6pPr>
              <a:defRPr sz="1350" b="0">
                <a:solidFill>
                  <a:srgbClr val="007D89"/>
                </a:solidFill>
                <a:latin typeface="Arial"/>
                <a:ea typeface="Arial"/>
                <a:cs typeface="Arial"/>
              </a:defRPr>
            </a:lvl6pPr>
            <a:lvl7pPr>
              <a:defRPr sz="1350" b="0">
                <a:solidFill>
                  <a:srgbClr val="007D89"/>
                </a:solidFill>
                <a:latin typeface="Arial"/>
                <a:ea typeface="Arial"/>
                <a:cs typeface="Arial"/>
              </a:defRPr>
            </a:lvl7pPr>
            <a:lvl8pPr>
              <a:defRPr sz="1350" b="0">
                <a:solidFill>
                  <a:srgbClr val="007D89"/>
                </a:solidFill>
                <a:latin typeface="Arial"/>
                <a:ea typeface="Arial"/>
                <a:cs typeface="Arial"/>
              </a:defRPr>
            </a:lvl8pPr>
            <a:lvl9pPr>
              <a:defRPr sz="1350" b="0">
                <a:solidFill>
                  <a:srgbClr val="007D89"/>
                </a:solidFill>
                <a:latin typeface="Arial"/>
                <a:ea typeface="Arial"/>
                <a:cs typeface="Arial"/>
              </a:defRPr>
            </a:lvl9pPr>
          </a:lstStyle>
          <a:p xmlns:a="http://schemas.openxmlformats.org/drawingml/2006/main">
            <a:pPr>
              <a:defRPr sz="1350" b="0">
                <a:solidFill>
                  <a:srgbClr val="007D89"/>
                </a:solidFill>
                <a:latin typeface="Arial"/>
                <a:ea typeface="Arial"/>
                <a:cs typeface="Arial"/>
              </a:defRPr>
            </a:pPr>
            <a:r>
              <a:rPr sz="1350" u="sng">
                <a:solidFill>
                  <a:srgbClr val="007D89"/>
                </a:solidFill>
                <a:latin typeface="Arial"/>
                <a:ea typeface="Arial"/>
                <a:cs typeface="Arial"/>
                <a:hlinkClick xmlns:r="http://schemas.openxmlformats.org/officeDocument/2006/relationships" r:id="R91faaab5dba74d37"/>
              </a:rPr>
              <a:t>Java: TraversalDemo.java</a:t>
            </a:r>
          </a:p>
        </p:txBody>
      </p:sp>
      <p:sp>
        <p:nvSpPr>
          <p:cNvPr id="21" name="local-java-HeightDemo">
            <a:extLst xmlns:a="http://schemas.openxmlformats.org/drawingml/2006/main">
              <a:ext uri="{FF2B5EF4-FFF2-40B4-BE49-F238E27FC236}">
                <a16:creationId xmlns:a16="http://schemas.microsoft.com/office/drawing/2014/main" id="{C0F98FA2-1C5E-4471-AFC8-10287DE677F3}"/>
              </a:ext>
            </a:extLst>
          </p:cNvPr>
          <p:cNvSpPr>
            <a:spLocks xmlns:a="http://schemas.openxmlformats.org/drawingml/2006/main" noGrp="1"/>
          </p:cNvSpPr>
          <p:nvPr/>
        </p:nvSpPr>
        <p:spPr>
          <a:xfrm xmlns:a="http://schemas.openxmlformats.org/drawingml/2006/main">
            <a:off x="4229100" y="6134100"/>
            <a:ext cx="357187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350" b="0">
                <a:solidFill>
                  <a:srgbClr val="007D89"/>
                </a:solidFill>
                <a:latin typeface="Arial"/>
                <a:ea typeface="Arial"/>
                <a:cs typeface="Arial"/>
              </a:defRPr>
            </a:defPPr>
            <a:lvl1pPr>
              <a:defRPr sz="1350" b="0">
                <a:solidFill>
                  <a:srgbClr val="007D89"/>
                </a:solidFill>
                <a:latin typeface="Arial"/>
                <a:ea typeface="Arial"/>
                <a:cs typeface="Arial"/>
              </a:defRPr>
            </a:lvl1pPr>
            <a:lvl2pPr>
              <a:defRPr sz="1350" b="0">
                <a:solidFill>
                  <a:srgbClr val="007D89"/>
                </a:solidFill>
                <a:latin typeface="Arial"/>
                <a:ea typeface="Arial"/>
                <a:cs typeface="Arial"/>
              </a:defRPr>
            </a:lvl2pPr>
            <a:lvl3pPr>
              <a:defRPr sz="1350" b="0">
                <a:solidFill>
                  <a:srgbClr val="007D89"/>
                </a:solidFill>
                <a:latin typeface="Arial"/>
                <a:ea typeface="Arial"/>
                <a:cs typeface="Arial"/>
              </a:defRPr>
            </a:lvl3pPr>
            <a:lvl4pPr>
              <a:defRPr sz="1350" b="0">
                <a:solidFill>
                  <a:srgbClr val="007D89"/>
                </a:solidFill>
                <a:latin typeface="Arial"/>
                <a:ea typeface="Arial"/>
                <a:cs typeface="Arial"/>
              </a:defRPr>
            </a:lvl4pPr>
            <a:lvl5pPr>
              <a:defRPr sz="1350" b="0">
                <a:solidFill>
                  <a:srgbClr val="007D89"/>
                </a:solidFill>
                <a:latin typeface="Arial"/>
                <a:ea typeface="Arial"/>
                <a:cs typeface="Arial"/>
              </a:defRPr>
            </a:lvl5pPr>
            <a:lvl6pPr>
              <a:defRPr sz="1350" b="0">
                <a:solidFill>
                  <a:srgbClr val="007D89"/>
                </a:solidFill>
                <a:latin typeface="Arial"/>
                <a:ea typeface="Arial"/>
                <a:cs typeface="Arial"/>
              </a:defRPr>
            </a:lvl6pPr>
            <a:lvl7pPr>
              <a:defRPr sz="1350" b="0">
                <a:solidFill>
                  <a:srgbClr val="007D89"/>
                </a:solidFill>
                <a:latin typeface="Arial"/>
                <a:ea typeface="Arial"/>
                <a:cs typeface="Arial"/>
              </a:defRPr>
            </a:lvl7pPr>
            <a:lvl8pPr>
              <a:defRPr sz="1350" b="0">
                <a:solidFill>
                  <a:srgbClr val="007D89"/>
                </a:solidFill>
                <a:latin typeface="Arial"/>
                <a:ea typeface="Arial"/>
                <a:cs typeface="Arial"/>
              </a:defRPr>
            </a:lvl8pPr>
            <a:lvl9pPr>
              <a:defRPr sz="1350" b="0">
                <a:solidFill>
                  <a:srgbClr val="007D89"/>
                </a:solidFill>
                <a:latin typeface="Arial"/>
                <a:ea typeface="Arial"/>
                <a:cs typeface="Arial"/>
              </a:defRPr>
            </a:lvl9pPr>
          </a:lstStyle>
          <a:p xmlns:a="http://schemas.openxmlformats.org/drawingml/2006/main">
            <a:pPr>
              <a:defRPr sz="1350" b="0">
                <a:solidFill>
                  <a:srgbClr val="007D89"/>
                </a:solidFill>
                <a:latin typeface="Arial"/>
                <a:ea typeface="Arial"/>
                <a:cs typeface="Arial"/>
              </a:defRPr>
            </a:pPr>
            <a:r>
              <a:rPr sz="1350" u="sng">
                <a:solidFill>
                  <a:srgbClr val="007D89"/>
                </a:solidFill>
                <a:latin typeface="Arial"/>
                <a:ea typeface="Arial"/>
                <a:cs typeface="Arial"/>
                <a:hlinkClick xmlns:r="http://schemas.openxmlformats.org/officeDocument/2006/relationships" r:id="R718b3cc6f2914496"/>
              </a:rPr>
              <a:t>Java: HeightDemo.java</a:t>
            </a:r>
          </a:p>
        </p:txBody>
      </p:sp>
    </p:spTree>
    <p:extLst>
      <p:ext uri="{BB962C8B-B14F-4D97-AF65-F5344CB8AC3E}">
        <p14:creationId xmlns:p14="http://schemas.microsoft.com/office/powerpoint/2010/main" val="928817113"/>
      </p:ext>
    </p:extLst>
  </p:cSld>
</p:sld>
</file>

<file path=ppt/slides/slide8.xml><?xml version="1.0" encoding="utf-8"?>
<p:sld xmlns:p="http://schemas.openxmlformats.org/presentationml/2006/main">
  <p:cSld>
    <p:bg>
      <p:bgPr>
        <a:solidFill xmlns:a="http://schemas.openxmlformats.org/drawingml/2006/main">
          <a:srgbClr val="FAFCFD"/>
        </a:solidFill>
      </p:bgPr>
    </p:bg>
    <p:spTree>
      <p:nvGrpSpPr>
        <p:cNvPr id="1" name=""/>
        <p:cNvGrpSpPr/>
        <p:nvPr/>
      </p:nvGrpSpPr>
      <p:grpSpPr>
        <a:xfrm xmlns:a="http://schemas.openxmlformats.org/drawingml/2006/main"/>
      </p:grpSpPr>
      <p:sp>
        <p:nvSpPr>
          <p:cNvPr id="5" name="text-0">
            <a:extLst xmlns:a="http://schemas.openxmlformats.org/drawingml/2006/main">
              <a:ext uri="{FF2B5EF4-FFF2-40B4-BE49-F238E27FC236}">
                <a16:creationId xmlns:a16="http://schemas.microsoft.com/office/drawing/2014/main" id="{CE6BFF48-7B30-4F81-A95F-7F3DF2098036}"/>
              </a:ext>
            </a:extLst>
          </p:cNvPr>
          <p:cNvSpPr>
            <a:spLocks xmlns:a="http://schemas.openxmlformats.org/drawingml/2006/main" noGrp="1"/>
          </p:cNvSpPr>
          <p:nvPr/>
        </p:nvSpPr>
        <p:spPr>
          <a:xfrm xmlns:a="http://schemas.openxmlformats.org/drawingml/2006/main">
            <a:off x="609600" y="419100"/>
            <a:ext cx="10953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lgn="l">
              <a:defRPr sz="3150" b="1">
                <a:solidFill>
                  <a:srgbClr val="142E42"/>
                </a:solidFill>
                <a:latin typeface="Arial"/>
                <a:ea typeface="Arial"/>
                <a:cs typeface="Arial"/>
              </a:defRPr>
            </a:defPPr>
            <a:lvl1pPr algn="l">
              <a:buNone/>
              <a:defRPr sz="3150" b="1">
                <a:solidFill>
                  <a:srgbClr val="142E42"/>
                </a:solidFill>
                <a:latin typeface="Arial"/>
                <a:ea typeface="Arial"/>
                <a:cs typeface="Arial"/>
              </a:defRPr>
            </a:lvl1pPr>
            <a:lvl2pPr algn="l">
              <a:buNone/>
              <a:defRPr sz="3150" b="1">
                <a:solidFill>
                  <a:srgbClr val="142E42"/>
                </a:solidFill>
                <a:latin typeface="Arial"/>
                <a:ea typeface="Arial"/>
                <a:cs typeface="Arial"/>
              </a:defRPr>
            </a:lvl2pPr>
            <a:lvl3pPr algn="l">
              <a:buNone/>
              <a:defRPr sz="3150" b="1">
                <a:solidFill>
                  <a:srgbClr val="142E42"/>
                </a:solidFill>
                <a:latin typeface="Arial"/>
                <a:ea typeface="Arial"/>
                <a:cs typeface="Arial"/>
              </a:defRPr>
            </a:lvl3pPr>
            <a:lvl4pPr algn="l">
              <a:buNone/>
              <a:defRPr sz="3150" b="1">
                <a:solidFill>
                  <a:srgbClr val="142E42"/>
                </a:solidFill>
                <a:latin typeface="Arial"/>
                <a:ea typeface="Arial"/>
                <a:cs typeface="Arial"/>
              </a:defRPr>
            </a:lvl4pPr>
            <a:lvl5pPr algn="l">
              <a:buNone/>
              <a:defRPr sz="3150" b="1">
                <a:solidFill>
                  <a:srgbClr val="142E42"/>
                </a:solidFill>
                <a:latin typeface="Arial"/>
                <a:ea typeface="Arial"/>
                <a:cs typeface="Arial"/>
              </a:defRPr>
            </a:lvl5pPr>
            <a:lvl6pPr algn="l">
              <a:buNone/>
              <a:defRPr sz="3150" b="1">
                <a:solidFill>
                  <a:srgbClr val="142E42"/>
                </a:solidFill>
                <a:latin typeface="Arial"/>
                <a:ea typeface="Arial"/>
                <a:cs typeface="Arial"/>
              </a:defRPr>
            </a:lvl6pPr>
            <a:lvl7pPr algn="l">
              <a:buNone/>
              <a:defRPr sz="3150" b="1">
                <a:solidFill>
                  <a:srgbClr val="142E42"/>
                </a:solidFill>
                <a:latin typeface="Arial"/>
                <a:ea typeface="Arial"/>
                <a:cs typeface="Arial"/>
              </a:defRPr>
            </a:lvl7pPr>
            <a:lvl8pPr algn="l">
              <a:buNone/>
              <a:defRPr sz="3150" b="1">
                <a:solidFill>
                  <a:srgbClr val="142E42"/>
                </a:solidFill>
                <a:latin typeface="Arial"/>
                <a:ea typeface="Arial"/>
                <a:cs typeface="Arial"/>
              </a:defRPr>
            </a:lvl8pPr>
            <a:lvl9pPr algn="l">
              <a:buNone/>
              <a:defRPr sz="3150" b="1">
                <a:solidFill>
                  <a:srgbClr val="142E42"/>
                </a:solidFill>
                <a:latin typeface="Arial"/>
                <a:ea typeface="Arial"/>
                <a:cs typeface="Arial"/>
              </a:defRPr>
            </a:lvl9pPr>
          </a:lstStyle>
          <a:p xmlns:a="http://schemas.openxmlformats.org/drawingml/2006/main">
            <a:pPr algn="l">
              <a:buNone/>
              <a:defRPr sz="3150" b="1">
                <a:solidFill>
                  <a:srgbClr val="142E42"/>
                </a:solidFill>
                <a:latin typeface="Arial"/>
                <a:ea typeface="Arial"/>
                <a:cs typeface="Arial"/>
              </a:defRPr>
            </a:pPr>
            <a:r>
              <a:rPr sz="3150" b="1">
                <a:solidFill>
                  <a:srgbClr val="142E42"/>
                </a:solidFill>
                <a:latin typeface="Arial"/>
                <a:ea typeface="Arial"/>
                <a:cs typeface="Arial"/>
              </a:rPr>
              <a:t>Full, perfect, complete, and balanced</a:t>
            </a:r>
          </a:p>
        </p:txBody>
      </p:sp>
      <p:sp>
        <p:nvSpPr>
          <p:cNvPr id="2" name="text-1">
            <a:extLst xmlns:a="http://schemas.openxmlformats.org/drawingml/2006/main">
              <a:ext uri="{FF2B5EF4-FFF2-40B4-BE49-F238E27FC236}">
                <a16:creationId xmlns:a16="http://schemas.microsoft.com/office/drawing/2014/main" id="{2E1217AD-4A5C-4AC2-9BA9-B3A1A88D2D05}"/>
              </a:ext>
            </a:extLst>
          </p:cNvPr>
          <p:cNvSpPr>
            <a:spLocks xmlns:a="http://schemas.openxmlformats.org/drawingml/2006/main" noGrp="1"/>
          </p:cNvSpPr>
          <p:nvPr/>
        </p:nvSpPr>
        <p:spPr>
          <a:xfrm xmlns:a="http://schemas.openxmlformats.org/drawingml/2006/main">
            <a:off x="11163300" y="6381750"/>
            <a:ext cx="476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lgn="l">
              <a:defRPr sz="1275" b="0">
                <a:solidFill>
                  <a:srgbClr val="4B6070"/>
                </a:solidFill>
                <a:latin typeface="Arial"/>
                <a:ea typeface="Arial"/>
                <a:cs typeface="Arial"/>
              </a:defRPr>
            </a:defPPr>
            <a:lvl1pPr algn="l">
              <a:buNone/>
              <a:defRPr sz="1275" b="0">
                <a:solidFill>
                  <a:srgbClr val="4B6070"/>
                </a:solidFill>
                <a:latin typeface="Arial"/>
                <a:ea typeface="Arial"/>
                <a:cs typeface="Arial"/>
              </a:defRPr>
            </a:lvl1pPr>
            <a:lvl2pPr algn="l">
              <a:buNone/>
              <a:defRPr sz="1275" b="0">
                <a:solidFill>
                  <a:srgbClr val="4B6070"/>
                </a:solidFill>
                <a:latin typeface="Arial"/>
                <a:ea typeface="Arial"/>
                <a:cs typeface="Arial"/>
              </a:defRPr>
            </a:lvl2pPr>
            <a:lvl3pPr algn="l">
              <a:buNone/>
              <a:defRPr sz="1275" b="0">
                <a:solidFill>
                  <a:srgbClr val="4B6070"/>
                </a:solidFill>
                <a:latin typeface="Arial"/>
                <a:ea typeface="Arial"/>
                <a:cs typeface="Arial"/>
              </a:defRPr>
            </a:lvl3pPr>
            <a:lvl4pPr algn="l">
              <a:buNone/>
              <a:defRPr sz="1275" b="0">
                <a:solidFill>
                  <a:srgbClr val="4B6070"/>
                </a:solidFill>
                <a:latin typeface="Arial"/>
                <a:ea typeface="Arial"/>
                <a:cs typeface="Arial"/>
              </a:defRPr>
            </a:lvl4pPr>
            <a:lvl5pPr algn="l">
              <a:buNone/>
              <a:defRPr sz="1275" b="0">
                <a:solidFill>
                  <a:srgbClr val="4B6070"/>
                </a:solidFill>
                <a:latin typeface="Arial"/>
                <a:ea typeface="Arial"/>
                <a:cs typeface="Arial"/>
              </a:defRPr>
            </a:lvl5pPr>
            <a:lvl6pPr algn="l">
              <a:buNone/>
              <a:defRPr sz="1275" b="0">
                <a:solidFill>
                  <a:srgbClr val="4B6070"/>
                </a:solidFill>
                <a:latin typeface="Arial"/>
                <a:ea typeface="Arial"/>
                <a:cs typeface="Arial"/>
              </a:defRPr>
            </a:lvl6pPr>
            <a:lvl7pPr algn="l">
              <a:buNone/>
              <a:defRPr sz="1275" b="0">
                <a:solidFill>
                  <a:srgbClr val="4B6070"/>
                </a:solidFill>
                <a:latin typeface="Arial"/>
                <a:ea typeface="Arial"/>
                <a:cs typeface="Arial"/>
              </a:defRPr>
            </a:lvl7pPr>
            <a:lvl8pPr algn="l">
              <a:buNone/>
              <a:defRPr sz="1275" b="0">
                <a:solidFill>
                  <a:srgbClr val="4B6070"/>
                </a:solidFill>
                <a:latin typeface="Arial"/>
                <a:ea typeface="Arial"/>
                <a:cs typeface="Arial"/>
              </a:defRPr>
            </a:lvl8pPr>
            <a:lvl9pPr algn="l">
              <a:buNone/>
              <a:defRPr sz="1275" b="0">
                <a:solidFill>
                  <a:srgbClr val="4B6070"/>
                </a:solidFill>
                <a:latin typeface="Arial"/>
                <a:ea typeface="Arial"/>
                <a:cs typeface="Arial"/>
              </a:defRPr>
            </a:lvl9pPr>
          </a:lstStyle>
          <a:p xmlns:a="http://schemas.openxmlformats.org/drawingml/2006/main">
            <a:pPr algn="l">
              <a:buNone/>
              <a:defRPr sz="1275" b="0">
                <a:solidFill>
                  <a:srgbClr val="4B6070"/>
                </a:solidFill>
                <a:latin typeface="Arial"/>
                <a:ea typeface="Arial"/>
                <a:cs typeface="Arial"/>
              </a:defRPr>
            </a:pPr>
            <a:r>
              <a:rPr sz="1275" b="0">
                <a:solidFill>
                  <a:srgbClr val="4B6070"/>
                </a:solidFill>
                <a:latin typeface="Arial"/>
                <a:ea typeface="Arial"/>
                <a:cs typeface="Arial"/>
              </a:rPr>
              <a:t>08</a:t>
            </a:r>
          </a:p>
        </p:txBody>
      </p:sp>
      <p:graphicFrame>
        <p:nvGraphicFramePr>
          <p:cNvPr id="3" name="Table 2">
            <a:extLst xmlns:a="http://schemas.openxmlformats.org/drawingml/2006/main">
              <a:ext uri="{FF2B5EF4-FFF2-40B4-BE49-F238E27FC236}">
                <a16:creationId xmlns:a16="http://schemas.microsoft.com/office/drawing/2014/main" id="{EB6F3DEA-B633-4D55-AF03-63FB36CF1409}"/>
              </a:ext>
            </a:extLst>
          </p:cNvPr>
          <p:cNvGraphicFramePr/>
          <p:nvPr/>
        </p:nvGraphicFramePr>
        <p:xfrm>
          <a:off xmlns:a="http://schemas.openxmlformats.org/drawingml/2006/main" x="609600" y="1524000"/>
          <a:ext xmlns:a="http://schemas.openxmlformats.org/drawingml/2006/main" cx="10972800" cy="3924300"/>
        </p:xfrm>
        <a:graphic xmlns:a="http://schemas.openxmlformats.org/drawingml/2006/main">
          <a:graphicData uri="http://schemas.openxmlformats.org/drawingml/2006/table">
            <a:tbl>
              <a:tblPr/>
              <a:tblGrid>
                <a:gridCol w="2857500"/>
                <a:gridCol w="8115300"/>
              </a:tblGrid>
              <a:tr h="784860">
                <a:tc>
                  <a:txBody>
                    <a:bodyPr/>
                    <a:lstStyle/>
                    <a:p>
                      <a:r>
                        <a:rPr sz="1800" b="1">
                          <a:solidFill>
                            <a:srgbClr val="FFFFFF"/>
                          </a:solidFill>
                          <a:latin typeface="Arial"/>
                          <a:ea typeface="Arial"/>
                          <a:cs typeface="Arial"/>
                        </a:rPr>
                        <a:t>Term</a:t>
                      </a:r>
                    </a:p>
                  </a:txBody>
                  <a:tcPr marL="91440" marR="91440" marT="45720" marB="45720">
                    <a:lnL w="9525">
                      <a:solidFill>
                        <a:srgbClr val="D6E1E6"/>
                      </a:solidFill>
                      <a:prstDash val="solid"/>
                    </a:lnL>
                    <a:lnR w="9525">
                      <a:solidFill>
                        <a:srgbClr val="D6E1E6"/>
                      </a:solidFill>
                      <a:prstDash val="solid"/>
                    </a:lnR>
                    <a:lnT w="9525">
                      <a:solidFill>
                        <a:srgbClr val="D6E1E6"/>
                      </a:solidFill>
                      <a:prstDash val="solid"/>
                    </a:lnT>
                    <a:lnB w="9525">
                      <a:solidFill>
                        <a:srgbClr val="D6E1E6"/>
                      </a:solidFill>
                      <a:prstDash val="solid"/>
                    </a:lnB>
                    <a:solidFill>
                      <a:srgbClr val="142E42"/>
                    </a:solidFill>
                  </a:tcPr>
                </a:tc>
                <a:tc>
                  <a:txBody>
                    <a:bodyPr/>
                    <a:lstStyle/>
                    <a:p>
                      <a:r>
                        <a:rPr sz="1800" b="1">
                          <a:solidFill>
                            <a:srgbClr val="FFFFFF"/>
                          </a:solidFill>
                          <a:latin typeface="Arial"/>
                          <a:ea typeface="Arial"/>
                          <a:cs typeface="Arial"/>
                        </a:rPr>
                        <a:t>Definition used in this lesson</a:t>
                      </a:r>
                    </a:p>
                  </a:txBody>
                  <a:tcPr marL="91440" marR="91440" marT="45720" marB="45720">
                    <a:lnL w="9525" cmpd="sng">
                      <a:solidFill>
                        <a:srgbClr val="D6E1E6"/>
                      </a:solidFill>
                      <a:prstDash val="solid"/>
                    </a:lnL>
                    <a:lnR w="9525">
                      <a:solidFill>
                        <a:srgbClr val="D6E1E6"/>
                      </a:solidFill>
                      <a:prstDash val="solid"/>
                    </a:lnR>
                    <a:lnT w="9525">
                      <a:solidFill>
                        <a:srgbClr val="D6E1E6"/>
                      </a:solidFill>
                      <a:prstDash val="solid"/>
                    </a:lnT>
                    <a:lnB w="9525">
                      <a:solidFill>
                        <a:srgbClr val="D6E1E6"/>
                      </a:solidFill>
                      <a:prstDash val="solid"/>
                    </a:lnB>
                    <a:solidFill>
                      <a:srgbClr val="142E42"/>
                    </a:solidFill>
                  </a:tcPr>
                </a:tc>
              </a:tr>
              <a:tr h="784860">
                <a:tc>
                  <a:txBody>
                    <a:bodyPr/>
                    <a:lstStyle/>
                    <a:p>
                      <a:r>
                        <a:rPr sz="1800" b="0">
                          <a:solidFill>
                            <a:srgbClr val="142E42"/>
                          </a:solidFill>
                          <a:latin typeface="Arial"/>
                          <a:ea typeface="Arial"/>
                          <a:cs typeface="Arial"/>
                        </a:rPr>
                        <a:t>Full (proper)</a:t>
                      </a:r>
                    </a:p>
                  </a:txBody>
                  <a:tcPr marL="91440" marR="91440" marT="45720" marB="45720">
                    <a:lnL w="9525">
                      <a:solidFill>
                        <a:srgbClr val="D6E1E6"/>
                      </a:solidFill>
                      <a:prstDash val="solid"/>
                    </a:lnL>
                    <a:lnR w="9525">
                      <a:solidFill>
                        <a:srgbClr val="D6E1E6"/>
                      </a:solidFill>
                      <a:prstDash val="solid"/>
                    </a:lnR>
                    <a:lnT w="9525" cmpd="sng">
                      <a:solidFill>
                        <a:srgbClr val="D6E1E6"/>
                      </a:solidFill>
                      <a:prstDash val="solid"/>
                    </a:lnT>
                    <a:lnB w="9525">
                      <a:solidFill>
                        <a:srgbClr val="D6E1E6"/>
                      </a:solidFill>
                      <a:prstDash val="solid"/>
                    </a:lnB>
                    <a:solidFill>
                      <a:srgbClr val="EDF4F6"/>
                    </a:solidFill>
                  </a:tcPr>
                </a:tc>
                <a:tc>
                  <a:txBody>
                    <a:bodyPr/>
                    <a:lstStyle/>
                    <a:p>
                      <a:r>
                        <a:rPr sz="1800" b="0">
                          <a:solidFill>
                            <a:srgbClr val="142E42"/>
                          </a:solidFill>
                          <a:latin typeface="Arial"/>
                          <a:ea typeface="Arial"/>
                          <a:cs typeface="Arial"/>
                        </a:rPr>
                        <a:t>Every node has 0 or 2 children</a:t>
                      </a:r>
                    </a:p>
                  </a:txBody>
                  <a:tcPr marL="91440" marR="91440" marT="45720" marB="45720">
                    <a:lnL w="9525" cmpd="sng">
                      <a:solidFill>
                        <a:srgbClr val="D6E1E6"/>
                      </a:solidFill>
                      <a:prstDash val="solid"/>
                    </a:lnL>
                    <a:lnR w="9525">
                      <a:solidFill>
                        <a:srgbClr val="D6E1E6"/>
                      </a:solidFill>
                      <a:prstDash val="solid"/>
                    </a:lnR>
                    <a:lnT w="9525" cmpd="sng">
                      <a:solidFill>
                        <a:srgbClr val="D6E1E6"/>
                      </a:solidFill>
                      <a:prstDash val="solid"/>
                    </a:lnT>
                    <a:lnB w="9525">
                      <a:solidFill>
                        <a:srgbClr val="D6E1E6"/>
                      </a:solidFill>
                      <a:prstDash val="solid"/>
                    </a:lnB>
                    <a:solidFill>
                      <a:srgbClr val="EDF4F6"/>
                    </a:solidFill>
                  </a:tcPr>
                </a:tc>
              </a:tr>
              <a:tr h="784860">
                <a:tc>
                  <a:txBody>
                    <a:bodyPr/>
                    <a:lstStyle/>
                    <a:p>
                      <a:r>
                        <a:rPr sz="1800" b="0">
                          <a:solidFill>
                            <a:srgbClr val="142E42"/>
                          </a:solidFill>
                          <a:latin typeface="Arial"/>
                          <a:ea typeface="Arial"/>
                          <a:cs typeface="Arial"/>
                        </a:rPr>
                        <a:t>Perfect</a:t>
                      </a:r>
                    </a:p>
                  </a:txBody>
                  <a:tcPr marL="91440" marR="91440" marT="45720" marB="45720">
                    <a:lnL w="9525">
                      <a:solidFill>
                        <a:srgbClr val="D6E1E6"/>
                      </a:solidFill>
                      <a:prstDash val="solid"/>
                    </a:lnL>
                    <a:lnR w="9525">
                      <a:solidFill>
                        <a:srgbClr val="D6E1E6"/>
                      </a:solidFill>
                      <a:prstDash val="solid"/>
                    </a:lnR>
                    <a:lnT w="9525" cmpd="sng">
                      <a:solidFill>
                        <a:srgbClr val="D6E1E6"/>
                      </a:solidFill>
                      <a:prstDash val="solid"/>
                    </a:lnT>
                    <a:lnB w="9525">
                      <a:solidFill>
                        <a:srgbClr val="D6E1E6"/>
                      </a:solidFill>
                      <a:prstDash val="solid"/>
                    </a:lnB>
                    <a:solidFill>
                      <a:srgbClr val="FFFFFF"/>
                    </a:solidFill>
                  </a:tcPr>
                </a:tc>
                <a:tc>
                  <a:txBody>
                    <a:bodyPr/>
                    <a:lstStyle/>
                    <a:p>
                      <a:r>
                        <a:rPr sz="1800" b="0">
                          <a:solidFill>
                            <a:srgbClr val="142E42"/>
                          </a:solidFill>
                          <a:latin typeface="Arial"/>
                          <a:ea typeface="Arial"/>
                          <a:cs typeface="Arial"/>
                        </a:rPr>
                        <a:t>Full, with all leaves at the same depth</a:t>
                      </a:r>
                    </a:p>
                  </a:txBody>
                  <a:tcPr marL="91440" marR="91440" marT="45720" marB="45720">
                    <a:lnL w="9525" cmpd="sng">
                      <a:solidFill>
                        <a:srgbClr val="D6E1E6"/>
                      </a:solidFill>
                      <a:prstDash val="solid"/>
                    </a:lnL>
                    <a:lnR w="9525">
                      <a:solidFill>
                        <a:srgbClr val="D6E1E6"/>
                      </a:solidFill>
                      <a:prstDash val="solid"/>
                    </a:lnR>
                    <a:lnT w="9525" cmpd="sng">
                      <a:solidFill>
                        <a:srgbClr val="D6E1E6"/>
                      </a:solidFill>
                      <a:prstDash val="solid"/>
                    </a:lnT>
                    <a:lnB w="9525">
                      <a:solidFill>
                        <a:srgbClr val="D6E1E6"/>
                      </a:solidFill>
                      <a:prstDash val="solid"/>
                    </a:lnB>
                    <a:solidFill>
                      <a:srgbClr val="FFFFFF"/>
                    </a:solidFill>
                  </a:tcPr>
                </a:tc>
              </a:tr>
              <a:tr h="784860">
                <a:tc>
                  <a:txBody>
                    <a:bodyPr/>
                    <a:lstStyle/>
                    <a:p>
                      <a:r>
                        <a:rPr sz="1800" b="0">
                          <a:solidFill>
                            <a:srgbClr val="142E42"/>
                          </a:solidFill>
                          <a:latin typeface="Arial"/>
                          <a:ea typeface="Arial"/>
                          <a:cs typeface="Arial"/>
                        </a:rPr>
                        <a:t>Complete</a:t>
                      </a:r>
                    </a:p>
                  </a:txBody>
                  <a:tcPr marL="91440" marR="91440" marT="45720" marB="45720">
                    <a:lnL w="9525">
                      <a:solidFill>
                        <a:srgbClr val="D6E1E6"/>
                      </a:solidFill>
                      <a:prstDash val="solid"/>
                    </a:lnL>
                    <a:lnR w="9525">
                      <a:solidFill>
                        <a:srgbClr val="D6E1E6"/>
                      </a:solidFill>
                      <a:prstDash val="solid"/>
                    </a:lnR>
                    <a:lnT w="9525" cmpd="sng">
                      <a:solidFill>
                        <a:srgbClr val="D6E1E6"/>
                      </a:solidFill>
                      <a:prstDash val="solid"/>
                    </a:lnT>
                    <a:lnB w="9525">
                      <a:solidFill>
                        <a:srgbClr val="D6E1E6"/>
                      </a:solidFill>
                      <a:prstDash val="solid"/>
                    </a:lnB>
                    <a:solidFill>
                      <a:srgbClr val="EDF4F6"/>
                    </a:solidFill>
                  </a:tcPr>
                </a:tc>
                <a:tc>
                  <a:txBody>
                    <a:bodyPr/>
                    <a:lstStyle/>
                    <a:p>
                      <a:r>
                        <a:rPr sz="1800" b="0">
                          <a:solidFill>
                            <a:srgbClr val="142E42"/>
                          </a:solidFill>
                          <a:latin typeface="Arial"/>
                          <a:ea typeface="Arial"/>
                          <a:cs typeface="Arial"/>
                        </a:rPr>
                        <a:t>Every level fills, except possibly the last,</a:t>
                      </a:r>
                    </a:p>
                    <a:p>
                      <a:r>
                        <a:rPr sz="1800" b="0">
                          <a:solidFill>
                            <a:srgbClr val="142E42"/>
                          </a:solidFill>
                          <a:latin typeface="Arial"/>
                          <a:ea typeface="Arial"/>
                          <a:cs typeface="Arial"/>
                        </a:rPr>
                        <a:t>which fills from left to right</a:t>
                      </a:r>
                    </a:p>
                  </a:txBody>
                  <a:tcPr marL="91440" marR="91440" marT="45720" marB="45720">
                    <a:lnL w="9525" cmpd="sng">
                      <a:solidFill>
                        <a:srgbClr val="D6E1E6"/>
                      </a:solidFill>
                      <a:prstDash val="solid"/>
                    </a:lnL>
                    <a:lnR w="9525">
                      <a:solidFill>
                        <a:srgbClr val="D6E1E6"/>
                      </a:solidFill>
                      <a:prstDash val="solid"/>
                    </a:lnR>
                    <a:lnT w="9525" cmpd="sng">
                      <a:solidFill>
                        <a:srgbClr val="D6E1E6"/>
                      </a:solidFill>
                      <a:prstDash val="solid"/>
                    </a:lnT>
                    <a:lnB w="9525">
                      <a:solidFill>
                        <a:srgbClr val="D6E1E6"/>
                      </a:solidFill>
                      <a:prstDash val="solid"/>
                    </a:lnB>
                    <a:solidFill>
                      <a:srgbClr val="EDF4F6"/>
                    </a:solidFill>
                  </a:tcPr>
                </a:tc>
              </a:tr>
              <a:tr h="784860">
                <a:tc>
                  <a:txBody>
                    <a:bodyPr/>
                    <a:lstStyle/>
                    <a:p>
                      <a:r>
                        <a:rPr sz="1800" b="0">
                          <a:solidFill>
                            <a:srgbClr val="142E42"/>
                          </a:solidFill>
                          <a:latin typeface="Arial"/>
                          <a:ea typeface="Arial"/>
                          <a:cs typeface="Arial"/>
                        </a:rPr>
                        <a:t>Height-balanced</a:t>
                      </a:r>
                    </a:p>
                  </a:txBody>
                  <a:tcPr marL="91440" marR="91440" marT="45720" marB="45720">
                    <a:lnL w="9525">
                      <a:solidFill>
                        <a:srgbClr val="D6E1E6"/>
                      </a:solidFill>
                      <a:prstDash val="solid"/>
                    </a:lnL>
                    <a:lnR w="9525">
                      <a:solidFill>
                        <a:srgbClr val="D6E1E6"/>
                      </a:solidFill>
                      <a:prstDash val="solid"/>
                    </a:lnR>
                    <a:lnT w="9525" cmpd="sng">
                      <a:solidFill>
                        <a:srgbClr val="D6E1E6"/>
                      </a:solidFill>
                      <a:prstDash val="solid"/>
                    </a:lnT>
                    <a:lnB w="9525">
                      <a:solidFill>
                        <a:srgbClr val="D6E1E6"/>
                      </a:solidFill>
                      <a:prstDash val="solid"/>
                    </a:lnB>
                    <a:solidFill>
                      <a:srgbClr val="FFFFFF"/>
                    </a:solidFill>
                  </a:tcPr>
                </a:tc>
                <a:tc>
                  <a:txBody>
                    <a:bodyPr/>
                    <a:lstStyle/>
                    <a:p>
                      <a:r>
                        <a:rPr sz="1800" b="0">
                          <a:solidFill>
                            <a:srgbClr val="142E42"/>
                          </a:solidFill>
                          <a:latin typeface="Arial"/>
                          <a:ea typeface="Arial"/>
                          <a:cs typeface="Arial"/>
                        </a:rPr>
                        <a:t>At every node, subtree heights differ by at most 1</a:t>
                      </a:r>
                    </a:p>
                  </a:txBody>
                  <a:tcPr marL="91440" marR="91440" marT="45720" marB="45720">
                    <a:lnL w="9525" cmpd="sng">
                      <a:solidFill>
                        <a:srgbClr val="D6E1E6"/>
                      </a:solidFill>
                      <a:prstDash val="solid"/>
                    </a:lnL>
                    <a:lnR w="9525">
                      <a:solidFill>
                        <a:srgbClr val="D6E1E6"/>
                      </a:solidFill>
                      <a:prstDash val="solid"/>
                    </a:lnR>
                    <a:lnT w="9525" cmpd="sng">
                      <a:solidFill>
                        <a:srgbClr val="D6E1E6"/>
                      </a:solidFill>
                      <a:prstDash val="solid"/>
                    </a:lnT>
                    <a:lnB w="9525">
                      <a:solidFill>
                        <a:srgbClr val="D6E1E6"/>
                      </a:solidFill>
                      <a:prstDash val="solid"/>
                    </a:lnB>
                    <a:solidFill>
                      <a:srgbClr val="FFFFFF"/>
                    </a:solidFill>
                  </a:tcPr>
                </a:tc>
              </a:tr>
            </a:tbl>
          </a:graphicData>
        </a:graphic>
      </p:graphicFrame>
      <p:sp>
        <p:nvSpPr>
          <p:cNvPr id="4" name="text-2">
            <a:extLst xmlns:a="http://schemas.openxmlformats.org/drawingml/2006/main">
              <a:ext uri="{FF2B5EF4-FFF2-40B4-BE49-F238E27FC236}">
                <a16:creationId xmlns:a16="http://schemas.microsoft.com/office/drawing/2014/main" id="{21A8C81A-FE49-4A70-ABA7-B49832817FD3}"/>
              </a:ext>
            </a:extLst>
          </p:cNvPr>
          <p:cNvSpPr>
            <a:spLocks xmlns:a="http://schemas.openxmlformats.org/drawingml/2006/main" noGrp="1"/>
          </p:cNvSpPr>
          <p:nvPr/>
        </p:nvSpPr>
        <p:spPr>
          <a:xfrm xmlns:a="http://schemas.openxmlformats.org/drawingml/2006/main">
            <a:off x="609600" y="5800725"/>
            <a:ext cx="104775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lgn="l">
              <a:defRPr sz="1800" b="1">
                <a:solidFill>
                  <a:srgbClr val="007C83"/>
                </a:solidFill>
                <a:latin typeface="Arial"/>
                <a:ea typeface="Arial"/>
                <a:cs typeface="Arial"/>
              </a:defRPr>
            </a:defPPr>
            <a:lvl1pPr algn="l">
              <a:buNone/>
              <a:defRPr sz="1800" b="1">
                <a:solidFill>
                  <a:srgbClr val="007C83"/>
                </a:solidFill>
                <a:latin typeface="Arial"/>
                <a:ea typeface="Arial"/>
                <a:cs typeface="Arial"/>
              </a:defRPr>
            </a:lvl1pPr>
            <a:lvl2pPr algn="l">
              <a:buNone/>
              <a:defRPr sz="1800" b="1">
                <a:solidFill>
                  <a:srgbClr val="007C83"/>
                </a:solidFill>
                <a:latin typeface="Arial"/>
                <a:ea typeface="Arial"/>
                <a:cs typeface="Arial"/>
              </a:defRPr>
            </a:lvl2pPr>
            <a:lvl3pPr algn="l">
              <a:buNone/>
              <a:defRPr sz="1800" b="1">
                <a:solidFill>
                  <a:srgbClr val="007C83"/>
                </a:solidFill>
                <a:latin typeface="Arial"/>
                <a:ea typeface="Arial"/>
                <a:cs typeface="Arial"/>
              </a:defRPr>
            </a:lvl3pPr>
            <a:lvl4pPr algn="l">
              <a:buNone/>
              <a:defRPr sz="1800" b="1">
                <a:solidFill>
                  <a:srgbClr val="007C83"/>
                </a:solidFill>
                <a:latin typeface="Arial"/>
                <a:ea typeface="Arial"/>
                <a:cs typeface="Arial"/>
              </a:defRPr>
            </a:lvl4pPr>
            <a:lvl5pPr algn="l">
              <a:buNone/>
              <a:defRPr sz="1800" b="1">
                <a:solidFill>
                  <a:srgbClr val="007C83"/>
                </a:solidFill>
                <a:latin typeface="Arial"/>
                <a:ea typeface="Arial"/>
                <a:cs typeface="Arial"/>
              </a:defRPr>
            </a:lvl5pPr>
            <a:lvl6pPr algn="l">
              <a:buNone/>
              <a:defRPr sz="1800" b="1">
                <a:solidFill>
                  <a:srgbClr val="007C83"/>
                </a:solidFill>
                <a:latin typeface="Arial"/>
                <a:ea typeface="Arial"/>
                <a:cs typeface="Arial"/>
              </a:defRPr>
            </a:lvl6pPr>
            <a:lvl7pPr algn="l">
              <a:buNone/>
              <a:defRPr sz="1800" b="1">
                <a:solidFill>
                  <a:srgbClr val="007C83"/>
                </a:solidFill>
                <a:latin typeface="Arial"/>
                <a:ea typeface="Arial"/>
                <a:cs typeface="Arial"/>
              </a:defRPr>
            </a:lvl7pPr>
            <a:lvl8pPr algn="l">
              <a:buNone/>
              <a:defRPr sz="1800" b="1">
                <a:solidFill>
                  <a:srgbClr val="007C83"/>
                </a:solidFill>
                <a:latin typeface="Arial"/>
                <a:ea typeface="Arial"/>
                <a:cs typeface="Arial"/>
              </a:defRPr>
            </a:lvl8pPr>
            <a:lvl9pPr algn="l">
              <a:buNone/>
              <a:defRPr sz="1800" b="1">
                <a:solidFill>
                  <a:srgbClr val="007C83"/>
                </a:solidFill>
                <a:latin typeface="Arial"/>
                <a:ea typeface="Arial"/>
                <a:cs typeface="Arial"/>
              </a:defRPr>
            </a:lvl9pPr>
          </a:lstStyle>
          <a:p xmlns:a="http://schemas.openxmlformats.org/drawingml/2006/main">
            <a:pPr algn="l">
              <a:buNone/>
              <a:defRPr sz="1800" b="1">
                <a:solidFill>
                  <a:srgbClr val="007C83"/>
                </a:solidFill>
                <a:latin typeface="Arial"/>
                <a:ea typeface="Arial"/>
                <a:cs typeface="Arial"/>
              </a:defRPr>
            </a:pPr>
            <a:r>
              <a:rPr sz="1800" b="1">
                <a:solidFill>
                  <a:srgbClr val="007C83"/>
                </a:solidFill>
                <a:latin typeface="Arial"/>
                <a:ea typeface="Arial"/>
                <a:cs typeface="Arial"/>
              </a:rPr>
              <a:t>Every perfect tree is complete. Every complete tree is height-balanced.</a:t>
            </a:r>
          </a:p>
        </p:txBody>
      </p:sp>
    </p:spTree>
    <p:extLst>
      <p:ext uri="{BB962C8B-B14F-4D97-AF65-F5344CB8AC3E}">
        <p14:creationId xmlns:p14="http://schemas.microsoft.com/office/powerpoint/2010/main" val="316345525"/>
      </p:ext>
    </p:extLst>
  </p:cSld>
</p:sld>
</file>

<file path=ppt/slides/slide9.xml><?xml version="1.0" encoding="utf-8"?>
<p:sld xmlns:p="http://schemas.openxmlformats.org/presentationml/2006/main">
  <p:cSld>
    <p:bg>
      <p:bgPr>
        <a:solidFill xmlns:a="http://schemas.openxmlformats.org/drawingml/2006/main">
          <a:srgbClr val="FAFCFD"/>
        </a:solidFill>
      </p:bgPr>
    </p:bg>
    <p:spTree>
      <p:nvGrpSpPr>
        <p:cNvPr id="1" name=""/>
        <p:cNvGrpSpPr/>
        <p:nvPr/>
      </p:nvGrpSpPr>
      <p:grpSpPr>
        <a:xfrm xmlns:a="http://schemas.openxmlformats.org/drawingml/2006/main"/>
      </p:grpSpPr>
      <p:sp>
        <p:nvSpPr>
          <p:cNvPr id="23" name="text-0">
            <a:extLst xmlns:a="http://schemas.openxmlformats.org/drawingml/2006/main">
              <a:ext uri="{FF2B5EF4-FFF2-40B4-BE49-F238E27FC236}">
                <a16:creationId xmlns:a16="http://schemas.microsoft.com/office/drawing/2014/main" id="{3DECC6DF-1918-4110-97D5-6148708FA7A1}"/>
              </a:ext>
            </a:extLst>
          </p:cNvPr>
          <p:cNvSpPr>
            <a:spLocks xmlns:a="http://schemas.openxmlformats.org/drawingml/2006/main" noGrp="1"/>
          </p:cNvSpPr>
          <p:nvPr/>
        </p:nvSpPr>
        <p:spPr>
          <a:xfrm xmlns:a="http://schemas.openxmlformats.org/drawingml/2006/main">
            <a:off x="609600" y="419100"/>
            <a:ext cx="10953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lgn="l">
              <a:defRPr sz="3150" b="1">
                <a:solidFill>
                  <a:srgbClr val="142E42"/>
                </a:solidFill>
                <a:latin typeface="Arial"/>
                <a:ea typeface="Arial"/>
                <a:cs typeface="Arial"/>
              </a:defRPr>
            </a:defPPr>
            <a:lvl1pPr algn="l">
              <a:buNone/>
              <a:defRPr sz="3150" b="1">
                <a:solidFill>
                  <a:srgbClr val="142E42"/>
                </a:solidFill>
                <a:latin typeface="Arial"/>
                <a:ea typeface="Arial"/>
                <a:cs typeface="Arial"/>
              </a:defRPr>
            </a:lvl1pPr>
            <a:lvl2pPr algn="l">
              <a:buNone/>
              <a:defRPr sz="3150" b="1">
                <a:solidFill>
                  <a:srgbClr val="142E42"/>
                </a:solidFill>
                <a:latin typeface="Arial"/>
                <a:ea typeface="Arial"/>
                <a:cs typeface="Arial"/>
              </a:defRPr>
            </a:lvl2pPr>
            <a:lvl3pPr algn="l">
              <a:buNone/>
              <a:defRPr sz="3150" b="1">
                <a:solidFill>
                  <a:srgbClr val="142E42"/>
                </a:solidFill>
                <a:latin typeface="Arial"/>
                <a:ea typeface="Arial"/>
                <a:cs typeface="Arial"/>
              </a:defRPr>
            </a:lvl3pPr>
            <a:lvl4pPr algn="l">
              <a:buNone/>
              <a:defRPr sz="3150" b="1">
                <a:solidFill>
                  <a:srgbClr val="142E42"/>
                </a:solidFill>
                <a:latin typeface="Arial"/>
                <a:ea typeface="Arial"/>
                <a:cs typeface="Arial"/>
              </a:defRPr>
            </a:lvl4pPr>
            <a:lvl5pPr algn="l">
              <a:buNone/>
              <a:defRPr sz="3150" b="1">
                <a:solidFill>
                  <a:srgbClr val="142E42"/>
                </a:solidFill>
                <a:latin typeface="Arial"/>
                <a:ea typeface="Arial"/>
                <a:cs typeface="Arial"/>
              </a:defRPr>
            </a:lvl5pPr>
            <a:lvl6pPr algn="l">
              <a:buNone/>
              <a:defRPr sz="3150" b="1">
                <a:solidFill>
                  <a:srgbClr val="142E42"/>
                </a:solidFill>
                <a:latin typeface="Arial"/>
                <a:ea typeface="Arial"/>
                <a:cs typeface="Arial"/>
              </a:defRPr>
            </a:lvl6pPr>
            <a:lvl7pPr algn="l">
              <a:buNone/>
              <a:defRPr sz="3150" b="1">
                <a:solidFill>
                  <a:srgbClr val="142E42"/>
                </a:solidFill>
                <a:latin typeface="Arial"/>
                <a:ea typeface="Arial"/>
                <a:cs typeface="Arial"/>
              </a:defRPr>
            </a:lvl7pPr>
            <a:lvl8pPr algn="l">
              <a:buNone/>
              <a:defRPr sz="3150" b="1">
                <a:solidFill>
                  <a:srgbClr val="142E42"/>
                </a:solidFill>
                <a:latin typeface="Arial"/>
                <a:ea typeface="Arial"/>
                <a:cs typeface="Arial"/>
              </a:defRPr>
            </a:lvl8pPr>
            <a:lvl9pPr algn="l">
              <a:buNone/>
              <a:defRPr sz="3150" b="1">
                <a:solidFill>
                  <a:srgbClr val="142E42"/>
                </a:solidFill>
                <a:latin typeface="Arial"/>
                <a:ea typeface="Arial"/>
                <a:cs typeface="Arial"/>
              </a:defRPr>
            </a:lvl9pPr>
          </a:lstStyle>
          <a:p xmlns:a="http://schemas.openxmlformats.org/drawingml/2006/main">
            <a:pPr algn="l">
              <a:buNone/>
              <a:defRPr sz="3150" b="1">
                <a:solidFill>
                  <a:srgbClr val="142E42"/>
                </a:solidFill>
                <a:latin typeface="Arial"/>
                <a:ea typeface="Arial"/>
                <a:cs typeface="Arial"/>
              </a:defRPr>
            </a:pPr>
            <a:r>
              <a:rPr sz="3150" b="1">
                <a:solidFill>
                  <a:srgbClr val="142E42"/>
                </a:solidFill>
                <a:latin typeface="Arial"/>
                <a:ea typeface="Arial"/>
                <a:cs typeface="Arial"/>
              </a:rPr>
              <a:t>The BST ordering rule applies to every descendant</a:t>
            </a:r>
          </a:p>
        </p:txBody>
      </p:sp>
      <p:sp>
        <p:nvSpPr>
          <p:cNvPr id="2" name="text-1">
            <a:extLst xmlns:a="http://schemas.openxmlformats.org/drawingml/2006/main">
              <a:ext uri="{FF2B5EF4-FFF2-40B4-BE49-F238E27FC236}">
                <a16:creationId xmlns:a16="http://schemas.microsoft.com/office/drawing/2014/main" id="{A5036237-86D8-4C0C-ADDF-91664B78B817}"/>
              </a:ext>
            </a:extLst>
          </p:cNvPr>
          <p:cNvSpPr>
            <a:spLocks xmlns:a="http://schemas.openxmlformats.org/drawingml/2006/main" noGrp="1"/>
          </p:cNvSpPr>
          <p:nvPr/>
        </p:nvSpPr>
        <p:spPr>
          <a:xfrm xmlns:a="http://schemas.openxmlformats.org/drawingml/2006/main">
            <a:off x="11163300" y="6381750"/>
            <a:ext cx="476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lgn="l">
              <a:defRPr sz="1275" b="0">
                <a:solidFill>
                  <a:srgbClr val="4B6070"/>
                </a:solidFill>
                <a:latin typeface="Arial"/>
                <a:ea typeface="Arial"/>
                <a:cs typeface="Arial"/>
              </a:defRPr>
            </a:defPPr>
            <a:lvl1pPr algn="l">
              <a:buNone/>
              <a:defRPr sz="1275" b="0">
                <a:solidFill>
                  <a:srgbClr val="4B6070"/>
                </a:solidFill>
                <a:latin typeface="Arial"/>
                <a:ea typeface="Arial"/>
                <a:cs typeface="Arial"/>
              </a:defRPr>
            </a:lvl1pPr>
            <a:lvl2pPr algn="l">
              <a:buNone/>
              <a:defRPr sz="1275" b="0">
                <a:solidFill>
                  <a:srgbClr val="4B6070"/>
                </a:solidFill>
                <a:latin typeface="Arial"/>
                <a:ea typeface="Arial"/>
                <a:cs typeface="Arial"/>
              </a:defRPr>
            </a:lvl2pPr>
            <a:lvl3pPr algn="l">
              <a:buNone/>
              <a:defRPr sz="1275" b="0">
                <a:solidFill>
                  <a:srgbClr val="4B6070"/>
                </a:solidFill>
                <a:latin typeface="Arial"/>
                <a:ea typeface="Arial"/>
                <a:cs typeface="Arial"/>
              </a:defRPr>
            </a:lvl3pPr>
            <a:lvl4pPr algn="l">
              <a:buNone/>
              <a:defRPr sz="1275" b="0">
                <a:solidFill>
                  <a:srgbClr val="4B6070"/>
                </a:solidFill>
                <a:latin typeface="Arial"/>
                <a:ea typeface="Arial"/>
                <a:cs typeface="Arial"/>
              </a:defRPr>
            </a:lvl4pPr>
            <a:lvl5pPr algn="l">
              <a:buNone/>
              <a:defRPr sz="1275" b="0">
                <a:solidFill>
                  <a:srgbClr val="4B6070"/>
                </a:solidFill>
                <a:latin typeface="Arial"/>
                <a:ea typeface="Arial"/>
                <a:cs typeface="Arial"/>
              </a:defRPr>
            </a:lvl5pPr>
            <a:lvl6pPr algn="l">
              <a:buNone/>
              <a:defRPr sz="1275" b="0">
                <a:solidFill>
                  <a:srgbClr val="4B6070"/>
                </a:solidFill>
                <a:latin typeface="Arial"/>
                <a:ea typeface="Arial"/>
                <a:cs typeface="Arial"/>
              </a:defRPr>
            </a:lvl6pPr>
            <a:lvl7pPr algn="l">
              <a:buNone/>
              <a:defRPr sz="1275" b="0">
                <a:solidFill>
                  <a:srgbClr val="4B6070"/>
                </a:solidFill>
                <a:latin typeface="Arial"/>
                <a:ea typeface="Arial"/>
                <a:cs typeface="Arial"/>
              </a:defRPr>
            </a:lvl7pPr>
            <a:lvl8pPr algn="l">
              <a:buNone/>
              <a:defRPr sz="1275" b="0">
                <a:solidFill>
                  <a:srgbClr val="4B6070"/>
                </a:solidFill>
                <a:latin typeface="Arial"/>
                <a:ea typeface="Arial"/>
                <a:cs typeface="Arial"/>
              </a:defRPr>
            </a:lvl8pPr>
            <a:lvl9pPr algn="l">
              <a:buNone/>
              <a:defRPr sz="1275" b="0">
                <a:solidFill>
                  <a:srgbClr val="4B6070"/>
                </a:solidFill>
                <a:latin typeface="Arial"/>
                <a:ea typeface="Arial"/>
                <a:cs typeface="Arial"/>
              </a:defRPr>
            </a:lvl9pPr>
          </a:lstStyle>
          <a:p xmlns:a="http://schemas.openxmlformats.org/drawingml/2006/main">
            <a:pPr algn="l">
              <a:buNone/>
              <a:defRPr sz="1275" b="0">
                <a:solidFill>
                  <a:srgbClr val="4B6070"/>
                </a:solidFill>
                <a:latin typeface="Arial"/>
                <a:ea typeface="Arial"/>
                <a:cs typeface="Arial"/>
              </a:defRPr>
            </a:pPr>
            <a:r>
              <a:rPr sz="1275" b="0">
                <a:solidFill>
                  <a:srgbClr val="4B6070"/>
                </a:solidFill>
                <a:latin typeface="Arial"/>
                <a:ea typeface="Arial"/>
                <a:cs typeface="Arial"/>
              </a:rPr>
              <a:t>09</a:t>
            </a:r>
          </a:p>
        </p:txBody>
      </p:sp>
      <p:sp>
        <p:nvSpPr>
          <p:cNvPr id="3" name="text-2">
            <a:extLst xmlns:a="http://schemas.openxmlformats.org/drawingml/2006/main">
              <a:ext uri="{FF2B5EF4-FFF2-40B4-BE49-F238E27FC236}">
                <a16:creationId xmlns:a16="http://schemas.microsoft.com/office/drawing/2014/main" id="{B052586A-C82F-4EA6-94E9-A70DAD571CA4}"/>
              </a:ext>
            </a:extLst>
          </p:cNvPr>
          <p:cNvSpPr>
            <a:spLocks xmlns:a="http://schemas.openxmlformats.org/drawingml/2006/main" noGrp="1"/>
          </p:cNvSpPr>
          <p:nvPr/>
        </p:nvSpPr>
        <p:spPr>
          <a:xfrm xmlns:a="http://schemas.openxmlformats.org/drawingml/2006/main">
            <a:off x="609600" y="1600200"/>
            <a:ext cx="5619750" cy="409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lgn="l">
              <a:defRPr sz="2100" b="0">
                <a:solidFill>
                  <a:srgbClr val="142E42"/>
                </a:solidFill>
                <a:latin typeface="Arial"/>
                <a:ea typeface="Arial"/>
                <a:cs typeface="Arial"/>
              </a:defRPr>
            </a:defPPr>
            <a:lvl1pPr algn="l">
              <a:buNone/>
              <a:defRPr sz="2100" b="0">
                <a:solidFill>
                  <a:srgbClr val="142E42"/>
                </a:solidFill>
                <a:latin typeface="Arial"/>
                <a:ea typeface="Arial"/>
                <a:cs typeface="Arial"/>
              </a:defRPr>
            </a:lvl1pPr>
            <a:lvl2pPr algn="l">
              <a:buNone/>
              <a:defRPr sz="2100" b="0">
                <a:solidFill>
                  <a:srgbClr val="142E42"/>
                </a:solidFill>
                <a:latin typeface="Arial"/>
                <a:ea typeface="Arial"/>
                <a:cs typeface="Arial"/>
              </a:defRPr>
            </a:lvl2pPr>
            <a:lvl3pPr algn="l">
              <a:buNone/>
              <a:defRPr sz="2100" b="0">
                <a:solidFill>
                  <a:srgbClr val="142E42"/>
                </a:solidFill>
                <a:latin typeface="Arial"/>
                <a:ea typeface="Arial"/>
                <a:cs typeface="Arial"/>
              </a:defRPr>
            </a:lvl3pPr>
            <a:lvl4pPr algn="l">
              <a:buNone/>
              <a:defRPr sz="2100" b="0">
                <a:solidFill>
                  <a:srgbClr val="142E42"/>
                </a:solidFill>
                <a:latin typeface="Arial"/>
                <a:ea typeface="Arial"/>
                <a:cs typeface="Arial"/>
              </a:defRPr>
            </a:lvl4pPr>
            <a:lvl5pPr algn="l">
              <a:buNone/>
              <a:defRPr sz="2100" b="0">
                <a:solidFill>
                  <a:srgbClr val="142E42"/>
                </a:solidFill>
                <a:latin typeface="Arial"/>
                <a:ea typeface="Arial"/>
                <a:cs typeface="Arial"/>
              </a:defRPr>
            </a:lvl5pPr>
            <a:lvl6pPr algn="l">
              <a:buNone/>
              <a:defRPr sz="2100" b="0">
                <a:solidFill>
                  <a:srgbClr val="142E42"/>
                </a:solidFill>
                <a:latin typeface="Arial"/>
                <a:ea typeface="Arial"/>
                <a:cs typeface="Arial"/>
              </a:defRPr>
            </a:lvl6pPr>
            <a:lvl7pPr algn="l">
              <a:buNone/>
              <a:defRPr sz="2100" b="0">
                <a:solidFill>
                  <a:srgbClr val="142E42"/>
                </a:solidFill>
                <a:latin typeface="Arial"/>
                <a:ea typeface="Arial"/>
                <a:cs typeface="Arial"/>
              </a:defRPr>
            </a:lvl7pPr>
            <a:lvl8pPr algn="l">
              <a:buNone/>
              <a:defRPr sz="2100" b="0">
                <a:solidFill>
                  <a:srgbClr val="142E42"/>
                </a:solidFill>
                <a:latin typeface="Arial"/>
                <a:ea typeface="Arial"/>
                <a:cs typeface="Arial"/>
              </a:defRPr>
            </a:lvl8pPr>
            <a:lvl9pPr algn="l">
              <a:buNone/>
              <a:defRPr sz="2100" b="0">
                <a:solidFill>
                  <a:srgbClr val="142E42"/>
                </a:solidFill>
                <a:latin typeface="Arial"/>
                <a:ea typeface="Arial"/>
                <a:cs typeface="Arial"/>
              </a:defRPr>
            </a:lvl9pPr>
          </a:lstStyle>
          <a:p xmlns:a="http://schemas.openxmlformats.org/drawingml/2006/main">
            <a:pPr algn="l">
              <a:buNone/>
              <a:defRPr sz="2100" b="0">
                <a:solidFill>
                  <a:srgbClr val="142E42"/>
                </a:solidFill>
                <a:latin typeface="Arial"/>
                <a:ea typeface="Arial"/>
                <a:cs typeface="Arial"/>
              </a:defRPr>
            </a:pPr>
            <a:r>
              <a:rPr sz="2100" b="0">
                <a:solidFill>
                  <a:srgbClr val="142E42"/>
                </a:solidFill>
                <a:latin typeface="Arial"/>
                <a:ea typeface="Arial"/>
                <a:cs typeface="Arial"/>
              </a:rPr>
              <a:t>At root 12:</a:t>
            </a:r>
          </a:p>
          <a:p xmlns:a="http://schemas.openxmlformats.org/drawingml/2006/main">
            <a:pPr algn="l">
              <a:buNone/>
              <a:defRPr sz="2100" b="0">
                <a:solidFill>
                  <a:srgbClr val="142E42"/>
                </a:solidFill>
                <a:latin typeface="Arial"/>
                <a:ea typeface="Arial"/>
                <a:cs typeface="Arial"/>
              </a:defRPr>
            </a:pPr>
            <a:r>
              <a:rPr sz="2100" b="0">
                <a:solidFill>
                  <a:srgbClr val="142E42"/>
                </a:solidFill>
                <a:latin typeface="Arial"/>
                <a:ea typeface="Arial"/>
                <a:cs typeface="Arial"/>
              </a:rPr>
              <a:t>all left keys are less than 12,</a:t>
            </a:r>
          </a:p>
          <a:p xmlns:a="http://schemas.openxmlformats.org/drawingml/2006/main">
            <a:pPr algn="l">
              <a:buNone/>
              <a:defRPr sz="2100" b="0">
                <a:solidFill>
                  <a:srgbClr val="142E42"/>
                </a:solidFill>
                <a:latin typeface="Arial"/>
                <a:ea typeface="Arial"/>
                <a:cs typeface="Arial"/>
              </a:defRPr>
            </a:pPr>
            <a:r>
              <a:rPr sz="2100" b="0">
                <a:solidFill>
                  <a:srgbClr val="142E42"/>
                </a:solidFill>
                <a:latin typeface="Arial"/>
                <a:ea typeface="Arial"/>
                <a:cs typeface="Arial"/>
              </a:rPr>
              <a:t>all right keys are greater than 12.</a:t>
            </a:r>
          </a:p>
          <a:p xmlns:a="http://schemas.openxmlformats.org/drawingml/2006/main">
            <a:endParaRPr sz="2100" b="0">
              <a:solidFill>
                <a:srgbClr val="142E42"/>
              </a:solidFill>
              <a:latin typeface="Arial"/>
              <a:ea typeface="Arial"/>
              <a:cs typeface="Arial"/>
            </a:endParaRPr>
          </a:p>
          <a:p xmlns:a="http://schemas.openxmlformats.org/drawingml/2006/main">
            <a:pPr algn="l">
              <a:buNone/>
              <a:defRPr sz="2100" b="0">
                <a:solidFill>
                  <a:srgbClr val="142E42"/>
                </a:solidFill>
                <a:latin typeface="Arial"/>
                <a:ea typeface="Arial"/>
                <a:cs typeface="Arial"/>
              </a:defRPr>
            </a:pPr>
            <a:r>
              <a:rPr sz="2100" b="0">
                <a:solidFill>
                  <a:srgbClr val="142E42"/>
                </a:solidFill>
                <a:latin typeface="Arial"/>
                <a:ea typeface="Arial"/>
                <a:cs typeface="Arial"/>
              </a:rPr>
              <a:t>At node 15:</a:t>
            </a:r>
          </a:p>
          <a:p xmlns:a="http://schemas.openxmlformats.org/drawingml/2006/main">
            <a:pPr algn="l">
              <a:buNone/>
              <a:defRPr sz="2100" b="0">
                <a:solidFill>
                  <a:srgbClr val="142E42"/>
                </a:solidFill>
                <a:latin typeface="Arial"/>
                <a:ea typeface="Arial"/>
                <a:cs typeface="Arial"/>
              </a:defRPr>
            </a:pPr>
            <a:r>
              <a:rPr sz="2100" b="0">
                <a:solidFill>
                  <a:srgbClr val="142E42"/>
                </a:solidFill>
                <a:latin typeface="Arial"/>
                <a:ea typeface="Arial"/>
                <a:cs typeface="Arial"/>
              </a:rPr>
              <a:t>all right keys are greater than 15.</a:t>
            </a:r>
          </a:p>
          <a:p xmlns:a="http://schemas.openxmlformats.org/drawingml/2006/main">
            <a:endParaRPr sz="2100" b="0">
              <a:solidFill>
                <a:srgbClr val="142E42"/>
              </a:solidFill>
              <a:latin typeface="Arial"/>
              <a:ea typeface="Arial"/>
              <a:cs typeface="Arial"/>
            </a:endParaRPr>
          </a:p>
          <a:p xmlns:a="http://schemas.openxmlformats.org/drawingml/2006/main">
            <a:pPr algn="l">
              <a:buNone/>
              <a:defRPr sz="2100" b="0">
                <a:solidFill>
                  <a:srgbClr val="142E42"/>
                </a:solidFill>
                <a:latin typeface="Arial"/>
                <a:ea typeface="Arial"/>
                <a:cs typeface="Arial"/>
              </a:defRPr>
            </a:pPr>
            <a:r>
              <a:rPr sz="2100" b="0">
                <a:solidFill>
                  <a:srgbClr val="142E42"/>
                </a:solidFill>
                <a:latin typeface="Arial"/>
                <a:ea typeface="Arial"/>
                <a:cs typeface="Arial"/>
              </a:rPr>
              <a:t>A parent–child check alone</a:t>
            </a:r>
          </a:p>
          <a:p xmlns:a="http://schemas.openxmlformats.org/drawingml/2006/main">
            <a:pPr algn="l">
              <a:buNone/>
              <a:defRPr sz="2100" b="0">
                <a:solidFill>
                  <a:srgbClr val="142E42"/>
                </a:solidFill>
                <a:latin typeface="Arial"/>
                <a:ea typeface="Arial"/>
                <a:cs typeface="Arial"/>
              </a:defRPr>
            </a:pPr>
            <a:r>
              <a:rPr sz="2100" b="0">
                <a:solidFill>
                  <a:srgbClr val="142E42"/>
                </a:solidFill>
                <a:latin typeface="Arial"/>
                <a:ea typeface="Arial"/>
                <a:cs typeface="Arial"/>
              </a:rPr>
              <a:t>cannot validate a whole BST.</a:t>
            </a:r>
          </a:p>
        </p:txBody>
      </p:sp>
      <p:sp>
        <p:nvSpPr>
          <p:cNvPr id="4" name="source-diagram-dg8-9">
            <a:extLst xmlns:a="http://schemas.openxmlformats.org/drawingml/2006/main">
              <a:ext uri="{FF2B5EF4-FFF2-40B4-BE49-F238E27FC236}">
                <a16:creationId xmlns:a16="http://schemas.microsoft.com/office/drawing/2014/main" id="{F62719C6-42B9-4309-881C-F8A52C06A62F}"/>
              </a:ext>
            </a:extLst>
          </p:cNvPr>
          <p:cNvSpPr>
            <a:spLocks xmlns:a="http://schemas.openxmlformats.org/drawingml/2006/main" noGrp="1"/>
          </p:cNvSpPr>
          <p:nvPr/>
        </p:nvSpPr>
        <p:spPr>
          <a:xfrm xmlns:a="http://schemas.openxmlformats.org/drawingml/2006/main">
            <a:off x="9481871" y="3952133"/>
            <a:ext cx="409017" cy="510109"/>
          </a:xfrm>
          <a:prstGeom xmlns:a="http://schemas.openxmlformats.org/drawingml/2006/main" prst="ellipse">
            <a:avLst/>
          </a:prstGeom>
          <a:solidFill xmlns:a="http://schemas.openxmlformats.org/drawingml/2006/main">
            <a:srgbClr val="E5EEF2"/>
          </a:solidFill>
          <a:ln xmlns:a="http://schemas.openxmlformats.org/drawingml/2006/main" w="38100">
            <a:solidFill>
              <a:srgbClr val="142E42"/>
            </a:solidFill>
            <a:round/>
          </a:l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224" b="0">
                <a:solidFill>
                  <a:srgbClr val="142E42"/>
                </a:solidFill>
                <a:latin typeface="Arial"/>
                <a:ea typeface="Arial"/>
                <a:cs typeface="Arial"/>
              </a:rPr>
              <a:t>20</a:t>
            </a:r>
          </a:p>
        </p:txBody>
      </p:sp>
      <p:sp>
        <p:nvSpPr>
          <p:cNvPr id="5" name="source-diagram-dg8-10">
            <a:extLst xmlns:a="http://schemas.openxmlformats.org/drawingml/2006/main">
              <a:ext uri="{FF2B5EF4-FFF2-40B4-BE49-F238E27FC236}">
                <a16:creationId xmlns:a16="http://schemas.microsoft.com/office/drawing/2014/main" id="{2567BE03-53D1-4EFC-BF61-319BBF18C597}"/>
              </a:ext>
            </a:extLst>
          </p:cNvPr>
          <p:cNvSpPr>
            <a:spLocks xmlns:a="http://schemas.openxmlformats.org/drawingml/2006/main" noGrp="1"/>
          </p:cNvSpPr>
          <p:nvPr/>
        </p:nvSpPr>
        <p:spPr>
          <a:xfrm xmlns:a="http://schemas.openxmlformats.org/drawingml/2006/main">
            <a:off x="8236073" y="3952133"/>
            <a:ext cx="409017" cy="510109"/>
          </a:xfrm>
          <a:prstGeom xmlns:a="http://schemas.openxmlformats.org/drawingml/2006/main" prst="ellipse">
            <a:avLst/>
          </a:prstGeom>
          <a:solidFill xmlns:a="http://schemas.openxmlformats.org/drawingml/2006/main">
            <a:srgbClr val="E5EEF2"/>
          </a:solidFill>
          <a:ln xmlns:a="http://schemas.openxmlformats.org/drawingml/2006/main" w="38100">
            <a:solidFill>
              <a:srgbClr val="142E42"/>
            </a:solidFill>
            <a:round/>
          </a:l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224" b="0">
                <a:solidFill>
                  <a:srgbClr val="142E42"/>
                </a:solidFill>
                <a:latin typeface="Arial"/>
                <a:ea typeface="Arial"/>
                <a:cs typeface="Arial"/>
              </a:rPr>
              <a:t>9</a:t>
            </a:r>
          </a:p>
        </p:txBody>
      </p:sp>
      <p:sp>
        <p:nvSpPr>
          <p:cNvPr id="6" name="source-diagram-dg8-11">
            <a:extLst xmlns:a="http://schemas.openxmlformats.org/drawingml/2006/main">
              <a:ext uri="{FF2B5EF4-FFF2-40B4-BE49-F238E27FC236}">
                <a16:creationId xmlns:a16="http://schemas.microsoft.com/office/drawing/2014/main" id="{DC55B831-7718-40A3-BA4F-1E8250BCAD60}"/>
              </a:ext>
            </a:extLst>
          </p:cNvPr>
          <p:cNvSpPr>
            <a:spLocks xmlns:a="http://schemas.openxmlformats.org/drawingml/2006/main" noGrp="1"/>
          </p:cNvSpPr>
          <p:nvPr/>
        </p:nvSpPr>
        <p:spPr>
          <a:xfrm xmlns:a="http://schemas.openxmlformats.org/drawingml/2006/main">
            <a:off x="7191375" y="3952133"/>
            <a:ext cx="409017" cy="510109"/>
          </a:xfrm>
          <a:prstGeom xmlns:a="http://schemas.openxmlformats.org/drawingml/2006/main" prst="ellipse">
            <a:avLst/>
          </a:prstGeom>
          <a:solidFill xmlns:a="http://schemas.openxmlformats.org/drawingml/2006/main">
            <a:srgbClr val="E5EEF2"/>
          </a:solidFill>
          <a:ln xmlns:a="http://schemas.openxmlformats.org/drawingml/2006/main" w="38100">
            <a:solidFill>
              <a:srgbClr val="142E42"/>
            </a:solidFill>
            <a:round/>
          </a:l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224" b="0">
                <a:solidFill>
                  <a:srgbClr val="142E42"/>
                </a:solidFill>
                <a:latin typeface="Arial"/>
                <a:ea typeface="Arial"/>
                <a:cs typeface="Arial"/>
              </a:rPr>
              <a:t>2</a:t>
            </a:r>
          </a:p>
        </p:txBody>
      </p:sp>
      <p:sp>
        <p:nvSpPr>
          <p:cNvPr id="7" name="source-diagram-dg8-12">
            <a:extLst xmlns:a="http://schemas.openxmlformats.org/drawingml/2006/main">
              <a:ext uri="{FF2B5EF4-FFF2-40B4-BE49-F238E27FC236}">
                <a16:creationId xmlns:a16="http://schemas.microsoft.com/office/drawing/2014/main" id="{9EC5A00A-53EB-4E99-B11F-FDF990A628BB}"/>
              </a:ext>
            </a:extLst>
          </p:cNvPr>
          <p:cNvSpPr>
            <a:spLocks xmlns:a="http://schemas.openxmlformats.org/drawingml/2006/main" noGrp="1"/>
          </p:cNvSpPr>
          <p:nvPr/>
        </p:nvSpPr>
        <p:spPr>
          <a:xfrm xmlns:a="http://schemas.openxmlformats.org/drawingml/2006/main">
            <a:off x="8909247" y="2761879"/>
            <a:ext cx="409017" cy="510109"/>
          </a:xfrm>
          <a:prstGeom xmlns:a="http://schemas.openxmlformats.org/drawingml/2006/main" prst="ellipse">
            <a:avLst/>
          </a:prstGeom>
          <a:solidFill xmlns:a="http://schemas.openxmlformats.org/drawingml/2006/main">
            <a:srgbClr val="007C83"/>
          </a:solidFill>
          <a:ln xmlns:a="http://schemas.openxmlformats.org/drawingml/2006/main" w="38100">
            <a:solidFill>
              <a:srgbClr val="142E42"/>
            </a:solidFill>
            <a:round/>
          </a:l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224" b="0">
                <a:solidFill>
                  <a:srgbClr val="FFFFFF"/>
                </a:solidFill>
                <a:latin typeface="Arial"/>
                <a:ea typeface="Arial"/>
                <a:cs typeface="Arial"/>
              </a:rPr>
              <a:t>15</a:t>
            </a:r>
          </a:p>
        </p:txBody>
      </p:sp>
      <p:sp>
        <p:nvSpPr>
          <p:cNvPr id="8" name="source-diagram-dg8-13">
            <a:extLst xmlns:a="http://schemas.openxmlformats.org/drawingml/2006/main">
              <a:ext uri="{FF2B5EF4-FFF2-40B4-BE49-F238E27FC236}">
                <a16:creationId xmlns:a16="http://schemas.microsoft.com/office/drawing/2014/main" id="{C2D074B4-8767-47E4-B269-88365596B3CF}"/>
              </a:ext>
            </a:extLst>
          </p:cNvPr>
          <p:cNvSpPr>
            <a:spLocks xmlns:a="http://schemas.openxmlformats.org/drawingml/2006/main" noGrp="1"/>
          </p:cNvSpPr>
          <p:nvPr/>
        </p:nvSpPr>
        <p:spPr>
          <a:xfrm xmlns:a="http://schemas.openxmlformats.org/drawingml/2006/main">
            <a:off x="7663448" y="2761879"/>
            <a:ext cx="409017" cy="510109"/>
          </a:xfrm>
          <a:prstGeom xmlns:a="http://schemas.openxmlformats.org/drawingml/2006/main" prst="ellipse">
            <a:avLst/>
          </a:prstGeom>
          <a:solidFill xmlns:a="http://schemas.openxmlformats.org/drawingml/2006/main">
            <a:srgbClr val="E5EEF2"/>
          </a:solidFill>
          <a:ln xmlns:a="http://schemas.openxmlformats.org/drawingml/2006/main" w="38100">
            <a:solidFill>
              <a:srgbClr val="142E42"/>
            </a:solidFill>
            <a:round/>
          </a:l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224" b="0">
                <a:solidFill>
                  <a:srgbClr val="142E42"/>
                </a:solidFill>
                <a:latin typeface="Arial"/>
                <a:ea typeface="Arial"/>
                <a:cs typeface="Arial"/>
              </a:rPr>
              <a:t>5</a:t>
            </a:r>
          </a:p>
        </p:txBody>
      </p:sp>
      <p:sp>
        <p:nvSpPr>
          <p:cNvPr id="9" name="source-diagram-dg8-14">
            <a:extLst xmlns:a="http://schemas.openxmlformats.org/drawingml/2006/main">
              <a:ext uri="{FF2B5EF4-FFF2-40B4-BE49-F238E27FC236}">
                <a16:creationId xmlns:a16="http://schemas.microsoft.com/office/drawing/2014/main" id="{D1FE3577-6037-4F40-9DBE-DE9DEBE7D726}"/>
              </a:ext>
            </a:extLst>
          </p:cNvPr>
          <p:cNvSpPr>
            <a:spLocks xmlns:a="http://schemas.openxmlformats.org/drawingml/2006/main" noGrp="1"/>
          </p:cNvSpPr>
          <p:nvPr/>
        </p:nvSpPr>
        <p:spPr>
          <a:xfrm xmlns:a="http://schemas.openxmlformats.org/drawingml/2006/main">
            <a:off x="8254820" y="1571625"/>
            <a:ext cx="409017" cy="510109"/>
          </a:xfrm>
          <a:prstGeom xmlns:a="http://schemas.openxmlformats.org/drawingml/2006/main" prst="ellipse">
            <a:avLst/>
          </a:prstGeom>
          <a:solidFill xmlns:a="http://schemas.openxmlformats.org/drawingml/2006/main">
            <a:srgbClr val="007C83"/>
          </a:solidFill>
          <a:ln xmlns:a="http://schemas.openxmlformats.org/drawingml/2006/main" w="38100">
            <a:solidFill>
              <a:srgbClr val="142E42"/>
            </a:solidFill>
            <a:round/>
          </a:l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224" b="0">
                <a:solidFill>
                  <a:srgbClr val="FFFFFF"/>
                </a:solidFill>
                <a:latin typeface="Arial"/>
                <a:ea typeface="Arial"/>
                <a:cs typeface="Arial"/>
              </a:rPr>
              <a:t>12</a:t>
            </a:r>
          </a:p>
        </p:txBody>
      </p:sp>
      <p:cxnSp>
        <p:nvCxnSpPr>
          <p:cNvPr id="10" name="source-diagram-dg8-15">
            <a:extLst xmlns:a="http://schemas.openxmlformats.org/drawingml/2006/main">
              <a:ext uri="{FF2B5EF4-FFF2-40B4-BE49-F238E27FC236}">
                <a16:creationId xmlns:a16="http://schemas.microsoft.com/office/drawing/2014/main" id="{A6C09E67-E260-4D75-90F1-F6479BEB1E61}"/>
              </a:ext>
            </a:extLst>
          </p:cNvPr>
          <p:cNvCxnSpPr/>
          <p:nvPr/>
        </p:nvCxnSpPr>
        <p:spPr>
          <a:xfrm xmlns:a="http://schemas.openxmlformats.org/drawingml/2006/main" rot="5400000">
            <a:off x="7788711" y="2105864"/>
            <a:ext cx="605255" cy="557181"/>
          </a:xfrm>
          <a:prstGeom xmlns:a="http://schemas.openxmlformats.org/drawingml/2006/main" prst="straightConnector1">
            <a:avLst/>
          </a:prstGeom>
          <a:ln xmlns:a="http://schemas.openxmlformats.org/drawingml/2006/main" w="9525">
            <a:solidFill>
              <a:srgbClr val="142E42"/>
            </a:solidFill>
            <a:round/>
            <a:headEnd type="none" w="med" len="med"/>
            <a:tailEnd type="none" w="med" len="med"/>
          </a:ln>
        </p:spPr>
      </p:cxnSp>
      <p:cxnSp>
        <p:nvCxnSpPr>
          <p:cNvPr id="11" name="source-diagram-dg8-16">
            <a:extLst xmlns:a="http://schemas.openxmlformats.org/drawingml/2006/main">
              <a:ext uri="{FF2B5EF4-FFF2-40B4-BE49-F238E27FC236}">
                <a16:creationId xmlns:a16="http://schemas.microsoft.com/office/drawing/2014/main" id="{B374ED6A-0469-4F2F-9C34-EC90AC807CCC}"/>
              </a:ext>
            </a:extLst>
          </p:cNvPr>
          <p:cNvCxnSpPr/>
          <p:nvPr/>
        </p:nvCxnSpPr>
        <p:spPr>
          <a:xfrm xmlns:a="http://schemas.openxmlformats.org/drawingml/2006/main" rot="16200000" flipH="1">
            <a:off x="8556219" y="2066543"/>
            <a:ext cx="605255" cy="635823"/>
          </a:xfrm>
          <a:prstGeom xmlns:a="http://schemas.openxmlformats.org/drawingml/2006/main" prst="straightConnector1">
            <a:avLst/>
          </a:prstGeom>
          <a:ln xmlns:a="http://schemas.openxmlformats.org/drawingml/2006/main" w="9525">
            <a:solidFill>
              <a:srgbClr val="142E42"/>
            </a:solidFill>
            <a:round/>
            <a:headEnd type="none" w="med" len="med"/>
            <a:tailEnd type="none" w="med" len="med"/>
          </a:ln>
        </p:spPr>
      </p:cxnSp>
      <p:cxnSp>
        <p:nvCxnSpPr>
          <p:cNvPr id="12" name="source-diagram-dg8-17">
            <a:extLst xmlns:a="http://schemas.openxmlformats.org/drawingml/2006/main">
              <a:ext uri="{FF2B5EF4-FFF2-40B4-BE49-F238E27FC236}">
                <a16:creationId xmlns:a16="http://schemas.microsoft.com/office/drawing/2014/main" id="{371D2A0E-68C7-4F45-973A-3ABE1ABD44E1}"/>
              </a:ext>
            </a:extLst>
          </p:cNvPr>
          <p:cNvCxnSpPr/>
          <p:nvPr/>
        </p:nvCxnSpPr>
        <p:spPr>
          <a:xfrm xmlns:a="http://schemas.openxmlformats.org/drawingml/2006/main">
            <a:off x="9258617" y="3223103"/>
            <a:ext cx="427763" cy="703525"/>
          </a:xfrm>
          <a:prstGeom xmlns:a="http://schemas.openxmlformats.org/drawingml/2006/main" prst="straightConnector1">
            <a:avLst/>
          </a:prstGeom>
          <a:ln xmlns:a="http://schemas.openxmlformats.org/drawingml/2006/main" w="9525">
            <a:solidFill>
              <a:srgbClr val="142E42"/>
            </a:solidFill>
            <a:round/>
            <a:headEnd type="none" w="med" len="med"/>
            <a:tailEnd type="none" w="med" len="med"/>
          </a:ln>
        </p:spPr>
      </p:cxnSp>
      <p:cxnSp>
        <p:nvCxnSpPr>
          <p:cNvPr id="13" name="source-diagram-dg8-18">
            <a:extLst xmlns:a="http://schemas.openxmlformats.org/drawingml/2006/main">
              <a:ext uri="{FF2B5EF4-FFF2-40B4-BE49-F238E27FC236}">
                <a16:creationId xmlns:a16="http://schemas.microsoft.com/office/drawing/2014/main" id="{3D1FF2B9-E60F-4961-B77A-57B75252A173}"/>
              </a:ext>
            </a:extLst>
          </p:cNvPr>
          <p:cNvCxnSpPr/>
          <p:nvPr/>
        </p:nvCxnSpPr>
        <p:spPr>
          <a:xfrm xmlns:a="http://schemas.openxmlformats.org/drawingml/2006/main" rot="5400000">
            <a:off x="7256988" y="3370511"/>
            <a:ext cx="605255" cy="408399"/>
          </a:xfrm>
          <a:prstGeom xmlns:a="http://schemas.openxmlformats.org/drawingml/2006/main" prst="straightConnector1">
            <a:avLst/>
          </a:prstGeom>
          <a:ln xmlns:a="http://schemas.openxmlformats.org/drawingml/2006/main" w="9525">
            <a:solidFill>
              <a:srgbClr val="142E42"/>
            </a:solidFill>
            <a:round/>
            <a:headEnd type="none" w="med" len="med"/>
            <a:tailEnd type="none" w="med" len="med"/>
          </a:ln>
        </p:spPr>
      </p:cxnSp>
      <p:cxnSp>
        <p:nvCxnSpPr>
          <p:cNvPr id="14" name="source-diagram-dg8-19">
            <a:extLst xmlns:a="http://schemas.openxmlformats.org/drawingml/2006/main">
              <a:ext uri="{FF2B5EF4-FFF2-40B4-BE49-F238E27FC236}">
                <a16:creationId xmlns:a16="http://schemas.microsoft.com/office/drawing/2014/main" id="{B14DE81F-882D-4A4A-B0A3-1FC05945337D}"/>
              </a:ext>
            </a:extLst>
          </p:cNvPr>
          <p:cNvCxnSpPr/>
          <p:nvPr/>
        </p:nvCxnSpPr>
        <p:spPr>
          <a:xfrm xmlns:a="http://schemas.openxmlformats.org/drawingml/2006/main">
            <a:off x="8012818" y="3223103"/>
            <a:ext cx="427763" cy="703525"/>
          </a:xfrm>
          <a:prstGeom xmlns:a="http://schemas.openxmlformats.org/drawingml/2006/main" prst="straightConnector1">
            <a:avLst/>
          </a:prstGeom>
          <a:ln xmlns:a="http://schemas.openxmlformats.org/drawingml/2006/main" w="9525">
            <a:solidFill>
              <a:srgbClr val="142E42"/>
            </a:solidFill>
            <a:round/>
            <a:headEnd type="none" w="med" len="med"/>
            <a:tailEnd type="none" w="med" len="med"/>
          </a:ln>
        </p:spPr>
      </p:cxnSp>
      <p:sp>
        <p:nvSpPr>
          <p:cNvPr id="15" name="source-diagram-dg8-20">
            <a:extLst xmlns:a="http://schemas.openxmlformats.org/drawingml/2006/main">
              <a:ext uri="{FF2B5EF4-FFF2-40B4-BE49-F238E27FC236}">
                <a16:creationId xmlns:a16="http://schemas.microsoft.com/office/drawing/2014/main" id="{253C63BB-6E59-4FCF-93C5-A2DC9E5CC886}"/>
              </a:ext>
            </a:extLst>
          </p:cNvPr>
          <p:cNvSpPr>
            <a:spLocks xmlns:a="http://schemas.openxmlformats.org/drawingml/2006/main" noGrp="1"/>
          </p:cNvSpPr>
          <p:nvPr/>
        </p:nvSpPr>
        <p:spPr>
          <a:xfrm xmlns:a="http://schemas.openxmlformats.org/drawingml/2006/main">
            <a:off x="9768183" y="5142388"/>
            <a:ext cx="409017" cy="510109"/>
          </a:xfrm>
          <a:prstGeom xmlns:a="http://schemas.openxmlformats.org/drawingml/2006/main" prst="ellipse">
            <a:avLst/>
          </a:prstGeom>
          <a:solidFill xmlns:a="http://schemas.openxmlformats.org/drawingml/2006/main">
            <a:srgbClr val="E5EEF2"/>
          </a:solidFill>
          <a:ln xmlns:a="http://schemas.openxmlformats.org/drawingml/2006/main" w="38100">
            <a:solidFill>
              <a:srgbClr val="142E42"/>
            </a:solidFill>
            <a:round/>
          </a:l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224" b="0">
                <a:solidFill>
                  <a:srgbClr val="142E42"/>
                </a:solidFill>
                <a:latin typeface="Arial"/>
                <a:ea typeface="Arial"/>
                <a:cs typeface="Arial"/>
              </a:rPr>
              <a:t>30</a:t>
            </a:r>
          </a:p>
        </p:txBody>
      </p:sp>
      <p:cxnSp>
        <p:nvCxnSpPr>
          <p:cNvPr id="16" name="source-diagram-dg8-21">
            <a:extLst xmlns:a="http://schemas.openxmlformats.org/drawingml/2006/main">
              <a:ext uri="{FF2B5EF4-FFF2-40B4-BE49-F238E27FC236}">
                <a16:creationId xmlns:a16="http://schemas.microsoft.com/office/drawing/2014/main" id="{7C072627-0CBF-4E6D-8B8D-35960269FF9A}"/>
              </a:ext>
            </a:extLst>
          </p:cNvPr>
          <p:cNvCxnSpPr/>
          <p:nvPr/>
        </p:nvCxnSpPr>
        <p:spPr>
          <a:xfrm xmlns:a="http://schemas.openxmlformats.org/drawingml/2006/main">
            <a:off x="9831241" y="4413357"/>
            <a:ext cx="141451" cy="703525"/>
          </a:xfrm>
          <a:prstGeom xmlns:a="http://schemas.openxmlformats.org/drawingml/2006/main" prst="straightConnector1">
            <a:avLst/>
          </a:prstGeom>
          <a:ln xmlns:a="http://schemas.openxmlformats.org/drawingml/2006/main" w="9525">
            <a:solidFill>
              <a:srgbClr val="142E42"/>
            </a:solidFill>
            <a:round/>
            <a:headEnd type="none" w="med" len="med"/>
            <a:tailEnd type="none" w="med" len="med"/>
          </a:ln>
        </p:spPr>
      </p:cxnSp>
      <p:sp>
        <p:nvSpPr>
          <p:cNvPr id="17" name="source-diagram-dg8-22">
            <a:extLst xmlns:a="http://schemas.openxmlformats.org/drawingml/2006/main">
              <a:ext uri="{FF2B5EF4-FFF2-40B4-BE49-F238E27FC236}">
                <a16:creationId xmlns:a16="http://schemas.microsoft.com/office/drawing/2014/main" id="{D8B88EEB-FAE2-4582-BDF1-B4D9F7C88079}"/>
              </a:ext>
            </a:extLst>
          </p:cNvPr>
          <p:cNvSpPr>
            <a:spLocks xmlns:a="http://schemas.openxmlformats.org/drawingml/2006/main" noGrp="1"/>
          </p:cNvSpPr>
          <p:nvPr/>
        </p:nvSpPr>
        <p:spPr>
          <a:xfrm xmlns:a="http://schemas.openxmlformats.org/drawingml/2006/main">
            <a:off x="7949761" y="5142388"/>
            <a:ext cx="409017" cy="510109"/>
          </a:xfrm>
          <a:prstGeom xmlns:a="http://schemas.openxmlformats.org/drawingml/2006/main" prst="ellipse">
            <a:avLst/>
          </a:prstGeom>
          <a:solidFill xmlns:a="http://schemas.openxmlformats.org/drawingml/2006/main">
            <a:srgbClr val="E5EEF2"/>
          </a:solidFill>
          <a:ln xmlns:a="http://schemas.openxmlformats.org/drawingml/2006/main" w="38100">
            <a:solidFill>
              <a:srgbClr val="142E42"/>
            </a:solidFill>
            <a:round/>
          </a:l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224" b="0">
                <a:solidFill>
                  <a:srgbClr val="142E42"/>
                </a:solidFill>
                <a:latin typeface="Arial"/>
                <a:ea typeface="Arial"/>
                <a:cs typeface="Arial"/>
              </a:rPr>
              <a:t>7</a:t>
            </a:r>
          </a:p>
        </p:txBody>
      </p:sp>
      <p:cxnSp>
        <p:nvCxnSpPr>
          <p:cNvPr id="18" name="source-diagram-dg8-23">
            <a:extLst xmlns:a="http://schemas.openxmlformats.org/drawingml/2006/main">
              <a:ext uri="{FF2B5EF4-FFF2-40B4-BE49-F238E27FC236}">
                <a16:creationId xmlns:a16="http://schemas.microsoft.com/office/drawing/2014/main" id="{401347D2-77EA-4EFC-AF24-A74BA23D5E15}"/>
              </a:ext>
            </a:extLst>
          </p:cNvPr>
          <p:cNvCxnSpPr/>
          <p:nvPr/>
        </p:nvCxnSpPr>
        <p:spPr>
          <a:xfrm xmlns:a="http://schemas.openxmlformats.org/drawingml/2006/main" flipH="1">
            <a:off x="8154269" y="4413357"/>
            <a:ext cx="141452" cy="703525"/>
          </a:xfrm>
          <a:prstGeom xmlns:a="http://schemas.openxmlformats.org/drawingml/2006/main" prst="straightConnector1">
            <a:avLst/>
          </a:prstGeom>
          <a:ln xmlns:a="http://schemas.openxmlformats.org/drawingml/2006/main" w="9525">
            <a:solidFill>
              <a:srgbClr val="142E42"/>
            </a:solidFill>
            <a:round/>
            <a:headEnd type="none" w="med" len="med"/>
            <a:tailEnd type="none" w="med" len="med"/>
          </a:ln>
        </p:spPr>
      </p:cxnSp>
      <p:sp>
        <p:nvSpPr>
          <p:cNvPr id="19" name="source-diagram-dg8-24">
            <a:extLst xmlns:a="http://schemas.openxmlformats.org/drawingml/2006/main">
              <a:ext uri="{FF2B5EF4-FFF2-40B4-BE49-F238E27FC236}">
                <a16:creationId xmlns:a16="http://schemas.microsoft.com/office/drawing/2014/main" id="{9CDD99C4-8213-4398-9DE9-1E7CE9A9C277}"/>
              </a:ext>
            </a:extLst>
          </p:cNvPr>
          <p:cNvSpPr>
            <a:spLocks xmlns:a="http://schemas.openxmlformats.org/drawingml/2006/main" noGrp="1"/>
          </p:cNvSpPr>
          <p:nvPr/>
        </p:nvSpPr>
        <p:spPr>
          <a:xfrm xmlns:a="http://schemas.openxmlformats.org/drawingml/2006/main">
            <a:off x="9195559" y="5131761"/>
            <a:ext cx="409017" cy="510109"/>
          </a:xfrm>
          <a:prstGeom xmlns:a="http://schemas.openxmlformats.org/drawingml/2006/main" prst="ellipse">
            <a:avLst/>
          </a:prstGeom>
          <a:solidFill xmlns:a="http://schemas.openxmlformats.org/drawingml/2006/main">
            <a:srgbClr val="E5EEF2"/>
          </a:solidFill>
          <a:ln xmlns:a="http://schemas.openxmlformats.org/drawingml/2006/main" w="38100">
            <a:solidFill>
              <a:srgbClr val="142E42"/>
            </a:solidFill>
            <a:round/>
          </a:l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224" b="0">
                <a:solidFill>
                  <a:srgbClr val="142E42"/>
                </a:solidFill>
                <a:latin typeface="Arial"/>
                <a:ea typeface="Arial"/>
                <a:cs typeface="Arial"/>
              </a:rPr>
              <a:t>17</a:t>
            </a:r>
          </a:p>
        </p:txBody>
      </p:sp>
      <p:cxnSp>
        <p:nvCxnSpPr>
          <p:cNvPr id="20" name="source-diagram-dg8-25">
            <a:extLst xmlns:a="http://schemas.openxmlformats.org/drawingml/2006/main">
              <a:ext uri="{FF2B5EF4-FFF2-40B4-BE49-F238E27FC236}">
                <a16:creationId xmlns:a16="http://schemas.microsoft.com/office/drawing/2014/main" id="{4155E805-0256-409B-B278-7F21C022F3B3}"/>
              </a:ext>
            </a:extLst>
          </p:cNvPr>
          <p:cNvCxnSpPr/>
          <p:nvPr/>
        </p:nvCxnSpPr>
        <p:spPr>
          <a:xfrm xmlns:a="http://schemas.openxmlformats.org/drawingml/2006/main" flipH="1">
            <a:off x="9400068" y="4413357"/>
            <a:ext cx="141452" cy="692898"/>
          </a:xfrm>
          <a:prstGeom xmlns:a="http://schemas.openxmlformats.org/drawingml/2006/main" prst="straightConnector1">
            <a:avLst/>
          </a:prstGeom>
          <a:ln xmlns:a="http://schemas.openxmlformats.org/drawingml/2006/main" w="9525">
            <a:solidFill>
              <a:srgbClr val="142E42"/>
            </a:solidFill>
            <a:round/>
            <a:headEnd type="none" w="med" len="med"/>
            <a:tailEnd type="none" w="med" len="med"/>
          </a:ln>
        </p:spPr>
      </p:cxnSp>
      <p:sp>
        <p:nvSpPr>
          <p:cNvPr id="21" name="source-diagram-dg8-26">
            <a:extLst xmlns:a="http://schemas.openxmlformats.org/drawingml/2006/main">
              <a:ext uri="{FF2B5EF4-FFF2-40B4-BE49-F238E27FC236}">
                <a16:creationId xmlns:a16="http://schemas.microsoft.com/office/drawing/2014/main" id="{99EF9087-4EEF-44CD-80C3-9E7ADE0CAF8A}"/>
              </a:ext>
            </a:extLst>
          </p:cNvPr>
          <p:cNvSpPr>
            <a:spLocks xmlns:a="http://schemas.openxmlformats.org/drawingml/2006/main" noGrp="1"/>
          </p:cNvSpPr>
          <p:nvPr/>
        </p:nvSpPr>
        <p:spPr>
          <a:xfrm xmlns:a="http://schemas.openxmlformats.org/drawingml/2006/main">
            <a:off x="8500230" y="5157266"/>
            <a:ext cx="409017" cy="510109"/>
          </a:xfrm>
          <a:prstGeom xmlns:a="http://schemas.openxmlformats.org/drawingml/2006/main" prst="ellipse">
            <a:avLst/>
          </a:prstGeom>
          <a:solidFill xmlns:a="http://schemas.openxmlformats.org/drawingml/2006/main">
            <a:srgbClr val="E5EEF2"/>
          </a:solidFill>
          <a:ln xmlns:a="http://schemas.openxmlformats.org/drawingml/2006/main" w="38100">
            <a:solidFill>
              <a:srgbClr val="142E42"/>
            </a:solidFill>
            <a:round/>
          </a:l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224" b="0">
                <a:solidFill>
                  <a:srgbClr val="142E42"/>
                </a:solidFill>
                <a:latin typeface="Arial"/>
                <a:ea typeface="Arial"/>
                <a:cs typeface="Arial"/>
              </a:rPr>
              <a:t>10</a:t>
            </a:r>
          </a:p>
        </p:txBody>
      </p:sp>
      <p:cxnSp>
        <p:nvCxnSpPr>
          <p:cNvPr id="22" name="source-diagram-dg8-27">
            <a:extLst xmlns:a="http://schemas.openxmlformats.org/drawingml/2006/main">
              <a:ext uri="{FF2B5EF4-FFF2-40B4-BE49-F238E27FC236}">
                <a16:creationId xmlns:a16="http://schemas.microsoft.com/office/drawing/2014/main" id="{34ED0DD4-B362-4D41-B3E5-EFAEC6D906C8}"/>
              </a:ext>
            </a:extLst>
          </p:cNvPr>
          <p:cNvCxnSpPr/>
          <p:nvPr/>
        </p:nvCxnSpPr>
        <p:spPr>
          <a:xfrm xmlns:a="http://schemas.openxmlformats.org/drawingml/2006/main">
            <a:off x="8563286" y="4428235"/>
            <a:ext cx="141452" cy="703526"/>
          </a:xfrm>
          <a:prstGeom xmlns:a="http://schemas.openxmlformats.org/drawingml/2006/main" prst="straightConnector1">
            <a:avLst/>
          </a:prstGeom>
          <a:ln xmlns:a="http://schemas.openxmlformats.org/drawingml/2006/main" w="9525">
            <a:solidFill>
              <a:srgbClr val="142E42"/>
            </a:solidFill>
            <a:round/>
            <a:headEnd type="none" w="med" len="med"/>
            <a:tailEnd type="none" w="med" len="med"/>
          </a:ln>
        </p:spPr>
      </p:cxnSp>
      <p:sp>
        <p:nvSpPr>
          <p:cNvPr id="24" name="local-java-TestBST">
            <a:extLst xmlns:a="http://schemas.openxmlformats.org/drawingml/2006/main">
              <a:ext uri="{FF2B5EF4-FFF2-40B4-BE49-F238E27FC236}">
                <a16:creationId xmlns:a16="http://schemas.microsoft.com/office/drawing/2014/main" id="{8BF03FC8-64AB-4D63-A902-3B291E22E1D0}"/>
              </a:ext>
            </a:extLst>
          </p:cNvPr>
          <p:cNvSpPr>
            <a:spLocks xmlns:a="http://schemas.openxmlformats.org/drawingml/2006/main" noGrp="1"/>
          </p:cNvSpPr>
          <p:nvPr/>
        </p:nvSpPr>
        <p:spPr>
          <a:xfrm xmlns:a="http://schemas.openxmlformats.org/drawingml/2006/main">
            <a:off x="609600" y="6134100"/>
            <a:ext cx="357187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350" b="0">
                <a:solidFill>
                  <a:srgbClr val="007D89"/>
                </a:solidFill>
                <a:latin typeface="Arial"/>
                <a:ea typeface="Arial"/>
                <a:cs typeface="Arial"/>
              </a:defRPr>
            </a:defPPr>
            <a:lvl1pPr>
              <a:defRPr sz="1350" b="0">
                <a:solidFill>
                  <a:srgbClr val="007D89"/>
                </a:solidFill>
                <a:latin typeface="Arial"/>
                <a:ea typeface="Arial"/>
                <a:cs typeface="Arial"/>
              </a:defRPr>
            </a:lvl1pPr>
            <a:lvl2pPr>
              <a:defRPr sz="1350" b="0">
                <a:solidFill>
                  <a:srgbClr val="007D89"/>
                </a:solidFill>
                <a:latin typeface="Arial"/>
                <a:ea typeface="Arial"/>
                <a:cs typeface="Arial"/>
              </a:defRPr>
            </a:lvl2pPr>
            <a:lvl3pPr>
              <a:defRPr sz="1350" b="0">
                <a:solidFill>
                  <a:srgbClr val="007D89"/>
                </a:solidFill>
                <a:latin typeface="Arial"/>
                <a:ea typeface="Arial"/>
                <a:cs typeface="Arial"/>
              </a:defRPr>
            </a:lvl3pPr>
            <a:lvl4pPr>
              <a:defRPr sz="1350" b="0">
                <a:solidFill>
                  <a:srgbClr val="007D89"/>
                </a:solidFill>
                <a:latin typeface="Arial"/>
                <a:ea typeface="Arial"/>
                <a:cs typeface="Arial"/>
              </a:defRPr>
            </a:lvl4pPr>
            <a:lvl5pPr>
              <a:defRPr sz="1350" b="0">
                <a:solidFill>
                  <a:srgbClr val="007D89"/>
                </a:solidFill>
                <a:latin typeface="Arial"/>
                <a:ea typeface="Arial"/>
                <a:cs typeface="Arial"/>
              </a:defRPr>
            </a:lvl5pPr>
            <a:lvl6pPr>
              <a:defRPr sz="1350" b="0">
                <a:solidFill>
                  <a:srgbClr val="007D89"/>
                </a:solidFill>
                <a:latin typeface="Arial"/>
                <a:ea typeface="Arial"/>
                <a:cs typeface="Arial"/>
              </a:defRPr>
            </a:lvl6pPr>
            <a:lvl7pPr>
              <a:defRPr sz="1350" b="0">
                <a:solidFill>
                  <a:srgbClr val="007D89"/>
                </a:solidFill>
                <a:latin typeface="Arial"/>
                <a:ea typeface="Arial"/>
                <a:cs typeface="Arial"/>
              </a:defRPr>
            </a:lvl7pPr>
            <a:lvl8pPr>
              <a:defRPr sz="1350" b="0">
                <a:solidFill>
                  <a:srgbClr val="007D89"/>
                </a:solidFill>
                <a:latin typeface="Arial"/>
                <a:ea typeface="Arial"/>
                <a:cs typeface="Arial"/>
              </a:defRPr>
            </a:lvl8pPr>
            <a:lvl9pPr>
              <a:defRPr sz="1350" b="0">
                <a:solidFill>
                  <a:srgbClr val="007D89"/>
                </a:solidFill>
                <a:latin typeface="Arial"/>
                <a:ea typeface="Arial"/>
                <a:cs typeface="Arial"/>
              </a:defRPr>
            </a:lvl9pPr>
          </a:lstStyle>
          <a:p xmlns:a="http://schemas.openxmlformats.org/drawingml/2006/main">
            <a:pPr>
              <a:defRPr sz="1350" b="0">
                <a:solidFill>
                  <a:srgbClr val="007D89"/>
                </a:solidFill>
                <a:latin typeface="Arial"/>
                <a:ea typeface="Arial"/>
                <a:cs typeface="Arial"/>
              </a:defRPr>
            </a:pPr>
            <a:r>
              <a:rPr sz="1350" u="sng">
                <a:solidFill>
                  <a:srgbClr val="007D89"/>
                </a:solidFill>
                <a:latin typeface="Arial"/>
                <a:ea typeface="Arial"/>
                <a:cs typeface="Arial"/>
                <a:hlinkClick xmlns:r="http://schemas.openxmlformats.org/officeDocument/2006/relationships" r:id="Rde8e6ef39e1a4d56"/>
              </a:rPr>
              <a:t>Java: TestBST.java</a:t>
            </a:r>
          </a:p>
        </p:txBody>
      </p:sp>
      <p:sp>
        <p:nvSpPr>
          <p:cNvPr id="25" name="local-java-BSTPractice">
            <a:extLst xmlns:a="http://schemas.openxmlformats.org/drawingml/2006/main">
              <a:ext uri="{FF2B5EF4-FFF2-40B4-BE49-F238E27FC236}">
                <a16:creationId xmlns:a16="http://schemas.microsoft.com/office/drawing/2014/main" id="{48064B45-FF62-4203-A03A-D581B3D80B22}"/>
              </a:ext>
            </a:extLst>
          </p:cNvPr>
          <p:cNvSpPr>
            <a:spLocks xmlns:a="http://schemas.openxmlformats.org/drawingml/2006/main" noGrp="1"/>
          </p:cNvSpPr>
          <p:nvPr/>
        </p:nvSpPr>
        <p:spPr>
          <a:xfrm xmlns:a="http://schemas.openxmlformats.org/drawingml/2006/main">
            <a:off x="4229100" y="6134100"/>
            <a:ext cx="357187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350" b="0">
                <a:solidFill>
                  <a:srgbClr val="007D89"/>
                </a:solidFill>
                <a:latin typeface="Arial"/>
                <a:ea typeface="Arial"/>
                <a:cs typeface="Arial"/>
              </a:defRPr>
            </a:defPPr>
            <a:lvl1pPr>
              <a:defRPr sz="1350" b="0">
                <a:solidFill>
                  <a:srgbClr val="007D89"/>
                </a:solidFill>
                <a:latin typeface="Arial"/>
                <a:ea typeface="Arial"/>
                <a:cs typeface="Arial"/>
              </a:defRPr>
            </a:lvl1pPr>
            <a:lvl2pPr>
              <a:defRPr sz="1350" b="0">
                <a:solidFill>
                  <a:srgbClr val="007D89"/>
                </a:solidFill>
                <a:latin typeface="Arial"/>
                <a:ea typeface="Arial"/>
                <a:cs typeface="Arial"/>
              </a:defRPr>
            </a:lvl2pPr>
            <a:lvl3pPr>
              <a:defRPr sz="1350" b="0">
                <a:solidFill>
                  <a:srgbClr val="007D89"/>
                </a:solidFill>
                <a:latin typeface="Arial"/>
                <a:ea typeface="Arial"/>
                <a:cs typeface="Arial"/>
              </a:defRPr>
            </a:lvl3pPr>
            <a:lvl4pPr>
              <a:defRPr sz="1350" b="0">
                <a:solidFill>
                  <a:srgbClr val="007D89"/>
                </a:solidFill>
                <a:latin typeface="Arial"/>
                <a:ea typeface="Arial"/>
                <a:cs typeface="Arial"/>
              </a:defRPr>
            </a:lvl4pPr>
            <a:lvl5pPr>
              <a:defRPr sz="1350" b="0">
                <a:solidFill>
                  <a:srgbClr val="007D89"/>
                </a:solidFill>
                <a:latin typeface="Arial"/>
                <a:ea typeface="Arial"/>
                <a:cs typeface="Arial"/>
              </a:defRPr>
            </a:lvl5pPr>
            <a:lvl6pPr>
              <a:defRPr sz="1350" b="0">
                <a:solidFill>
                  <a:srgbClr val="007D89"/>
                </a:solidFill>
                <a:latin typeface="Arial"/>
                <a:ea typeface="Arial"/>
                <a:cs typeface="Arial"/>
              </a:defRPr>
            </a:lvl6pPr>
            <a:lvl7pPr>
              <a:defRPr sz="1350" b="0">
                <a:solidFill>
                  <a:srgbClr val="007D89"/>
                </a:solidFill>
                <a:latin typeface="Arial"/>
                <a:ea typeface="Arial"/>
                <a:cs typeface="Arial"/>
              </a:defRPr>
            </a:lvl7pPr>
            <a:lvl8pPr>
              <a:defRPr sz="1350" b="0">
                <a:solidFill>
                  <a:srgbClr val="007D89"/>
                </a:solidFill>
                <a:latin typeface="Arial"/>
                <a:ea typeface="Arial"/>
                <a:cs typeface="Arial"/>
              </a:defRPr>
            </a:lvl8pPr>
            <a:lvl9pPr>
              <a:defRPr sz="1350" b="0">
                <a:solidFill>
                  <a:srgbClr val="007D89"/>
                </a:solidFill>
                <a:latin typeface="Arial"/>
                <a:ea typeface="Arial"/>
                <a:cs typeface="Arial"/>
              </a:defRPr>
            </a:lvl9pPr>
          </a:lstStyle>
          <a:p xmlns:a="http://schemas.openxmlformats.org/drawingml/2006/main">
            <a:pPr>
              <a:defRPr sz="1350" b="0">
                <a:solidFill>
                  <a:srgbClr val="007D89"/>
                </a:solidFill>
                <a:latin typeface="Arial"/>
                <a:ea typeface="Arial"/>
                <a:cs typeface="Arial"/>
              </a:defRPr>
            </a:pPr>
            <a:r>
              <a:rPr sz="1350" u="sng">
                <a:solidFill>
                  <a:srgbClr val="007D89"/>
                </a:solidFill>
                <a:latin typeface="Arial"/>
                <a:ea typeface="Arial"/>
                <a:cs typeface="Arial"/>
                <a:hlinkClick xmlns:r="http://schemas.openxmlformats.org/officeDocument/2006/relationships" r:id="R20a94296a9ef4682"/>
              </a:rPr>
              <a:t>Java: BSTPractice.java</a:t>
            </a:r>
          </a:p>
        </p:txBody>
      </p:sp>
    </p:spTree>
    <p:extLst>
      <p:ext uri="{BB962C8B-B14F-4D97-AF65-F5344CB8AC3E}">
        <p14:creationId xmlns:p14="http://schemas.microsoft.com/office/powerpoint/2010/main" val="1529169916"/>
      </p:ext>
    </p:extLst>
  </p:cSld>
</p:sld>
</file>

<file path=ppt/slides/slide10.xml><?xml version="1.0" encoding="utf-8"?>
<p:sld xmlns:p="http://schemas.openxmlformats.org/presentationml/2006/main">
  <p:cSld>
    <p:bg>
      <p:bgPr>
        <a:solidFill xmlns:a="http://schemas.openxmlformats.org/drawingml/2006/main">
          <a:srgbClr val="FAFCFD"/>
        </a:solidFill>
      </p:bgPr>
    </p:bg>
    <p:spTree>
      <p:nvGrpSpPr>
        <p:cNvPr id="1" name=""/>
        <p:cNvGrpSpPr/>
        <p:nvPr/>
      </p:nvGrpSpPr>
      <p:grpSpPr>
        <a:xfrm xmlns:a="http://schemas.openxmlformats.org/drawingml/2006/main"/>
      </p:grpSpPr>
      <p:sp>
        <p:nvSpPr>
          <p:cNvPr id="40" name="text-0">
            <a:extLst xmlns:a="http://schemas.openxmlformats.org/drawingml/2006/main">
              <a:ext uri="{FF2B5EF4-FFF2-40B4-BE49-F238E27FC236}">
                <a16:creationId xmlns:a16="http://schemas.microsoft.com/office/drawing/2014/main" id="{88CFBA58-822F-4707-AECC-390AF5B946B2}"/>
              </a:ext>
            </a:extLst>
          </p:cNvPr>
          <p:cNvSpPr>
            <a:spLocks xmlns:a="http://schemas.openxmlformats.org/drawingml/2006/main" noGrp="1"/>
          </p:cNvSpPr>
          <p:nvPr/>
        </p:nvSpPr>
        <p:spPr>
          <a:xfrm xmlns:a="http://schemas.openxmlformats.org/drawingml/2006/main">
            <a:off x="609600" y="419100"/>
            <a:ext cx="10953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lgn="l">
              <a:defRPr sz="3150" b="1">
                <a:solidFill>
                  <a:srgbClr val="142E42"/>
                </a:solidFill>
                <a:latin typeface="Arial"/>
                <a:ea typeface="Arial"/>
                <a:cs typeface="Arial"/>
              </a:defRPr>
            </a:defPPr>
            <a:lvl1pPr algn="l">
              <a:buNone/>
              <a:defRPr sz="3150" b="1">
                <a:solidFill>
                  <a:srgbClr val="142E42"/>
                </a:solidFill>
                <a:latin typeface="Arial"/>
                <a:ea typeface="Arial"/>
                <a:cs typeface="Arial"/>
              </a:defRPr>
            </a:lvl1pPr>
            <a:lvl2pPr algn="l">
              <a:buNone/>
              <a:defRPr sz="3150" b="1">
                <a:solidFill>
                  <a:srgbClr val="142E42"/>
                </a:solidFill>
                <a:latin typeface="Arial"/>
                <a:ea typeface="Arial"/>
                <a:cs typeface="Arial"/>
              </a:defRPr>
            </a:lvl2pPr>
            <a:lvl3pPr algn="l">
              <a:buNone/>
              <a:defRPr sz="3150" b="1">
                <a:solidFill>
                  <a:srgbClr val="142E42"/>
                </a:solidFill>
                <a:latin typeface="Arial"/>
                <a:ea typeface="Arial"/>
                <a:cs typeface="Arial"/>
              </a:defRPr>
            </a:lvl3pPr>
            <a:lvl4pPr algn="l">
              <a:buNone/>
              <a:defRPr sz="3150" b="1">
                <a:solidFill>
                  <a:srgbClr val="142E42"/>
                </a:solidFill>
                <a:latin typeface="Arial"/>
                <a:ea typeface="Arial"/>
                <a:cs typeface="Arial"/>
              </a:defRPr>
            </a:lvl4pPr>
            <a:lvl5pPr algn="l">
              <a:buNone/>
              <a:defRPr sz="3150" b="1">
                <a:solidFill>
                  <a:srgbClr val="142E42"/>
                </a:solidFill>
                <a:latin typeface="Arial"/>
                <a:ea typeface="Arial"/>
                <a:cs typeface="Arial"/>
              </a:defRPr>
            </a:lvl5pPr>
            <a:lvl6pPr algn="l">
              <a:buNone/>
              <a:defRPr sz="3150" b="1">
                <a:solidFill>
                  <a:srgbClr val="142E42"/>
                </a:solidFill>
                <a:latin typeface="Arial"/>
                <a:ea typeface="Arial"/>
                <a:cs typeface="Arial"/>
              </a:defRPr>
            </a:lvl6pPr>
            <a:lvl7pPr algn="l">
              <a:buNone/>
              <a:defRPr sz="3150" b="1">
                <a:solidFill>
                  <a:srgbClr val="142E42"/>
                </a:solidFill>
                <a:latin typeface="Arial"/>
                <a:ea typeface="Arial"/>
                <a:cs typeface="Arial"/>
              </a:defRPr>
            </a:lvl7pPr>
            <a:lvl8pPr algn="l">
              <a:buNone/>
              <a:defRPr sz="3150" b="1">
                <a:solidFill>
                  <a:srgbClr val="142E42"/>
                </a:solidFill>
                <a:latin typeface="Arial"/>
                <a:ea typeface="Arial"/>
                <a:cs typeface="Arial"/>
              </a:defRPr>
            </a:lvl8pPr>
            <a:lvl9pPr algn="l">
              <a:buNone/>
              <a:defRPr sz="3150" b="1">
                <a:solidFill>
                  <a:srgbClr val="142E42"/>
                </a:solidFill>
                <a:latin typeface="Arial"/>
                <a:ea typeface="Arial"/>
                <a:cs typeface="Arial"/>
              </a:defRPr>
            </a:lvl9pPr>
          </a:lstStyle>
          <a:p xmlns:a="http://schemas.openxmlformats.org/drawingml/2006/main">
            <a:pPr algn="l">
              <a:buNone/>
              <a:defRPr sz="3150" b="1">
                <a:solidFill>
                  <a:srgbClr val="142E42"/>
                </a:solidFill>
                <a:latin typeface="Arial"/>
                <a:ea typeface="Arial"/>
                <a:cs typeface="Arial"/>
              </a:defRPr>
            </a:pPr>
            <a:r>
              <a:rPr sz="3150" b="1">
                <a:solidFill>
                  <a:srgbClr val="142E42"/>
                </a:solidFill>
                <a:latin typeface="Arial"/>
                <a:ea typeface="Arial"/>
                <a:cs typeface="Arial"/>
              </a:rPr>
              <a:t>Checkpoint: which drawing is a valid BST?</a:t>
            </a:r>
          </a:p>
        </p:txBody>
      </p:sp>
      <p:sp>
        <p:nvSpPr>
          <p:cNvPr id="2" name="text-1">
            <a:extLst xmlns:a="http://schemas.openxmlformats.org/drawingml/2006/main">
              <a:ext uri="{FF2B5EF4-FFF2-40B4-BE49-F238E27FC236}">
                <a16:creationId xmlns:a16="http://schemas.microsoft.com/office/drawing/2014/main" id="{7C056F94-4483-453A-9E76-01BDD79F5C0D}"/>
              </a:ext>
            </a:extLst>
          </p:cNvPr>
          <p:cNvSpPr>
            <a:spLocks xmlns:a="http://schemas.openxmlformats.org/drawingml/2006/main" noGrp="1"/>
          </p:cNvSpPr>
          <p:nvPr/>
        </p:nvSpPr>
        <p:spPr>
          <a:xfrm xmlns:a="http://schemas.openxmlformats.org/drawingml/2006/main">
            <a:off x="11163300" y="6381750"/>
            <a:ext cx="476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lgn="l">
              <a:defRPr sz="1275" b="0">
                <a:solidFill>
                  <a:srgbClr val="4B6070"/>
                </a:solidFill>
                <a:latin typeface="Arial"/>
                <a:ea typeface="Arial"/>
                <a:cs typeface="Arial"/>
              </a:defRPr>
            </a:defPPr>
            <a:lvl1pPr algn="l">
              <a:buNone/>
              <a:defRPr sz="1275" b="0">
                <a:solidFill>
                  <a:srgbClr val="4B6070"/>
                </a:solidFill>
                <a:latin typeface="Arial"/>
                <a:ea typeface="Arial"/>
                <a:cs typeface="Arial"/>
              </a:defRPr>
            </a:lvl1pPr>
            <a:lvl2pPr algn="l">
              <a:buNone/>
              <a:defRPr sz="1275" b="0">
                <a:solidFill>
                  <a:srgbClr val="4B6070"/>
                </a:solidFill>
                <a:latin typeface="Arial"/>
                <a:ea typeface="Arial"/>
                <a:cs typeface="Arial"/>
              </a:defRPr>
            </a:lvl2pPr>
            <a:lvl3pPr algn="l">
              <a:buNone/>
              <a:defRPr sz="1275" b="0">
                <a:solidFill>
                  <a:srgbClr val="4B6070"/>
                </a:solidFill>
                <a:latin typeface="Arial"/>
                <a:ea typeface="Arial"/>
                <a:cs typeface="Arial"/>
              </a:defRPr>
            </a:lvl3pPr>
            <a:lvl4pPr algn="l">
              <a:buNone/>
              <a:defRPr sz="1275" b="0">
                <a:solidFill>
                  <a:srgbClr val="4B6070"/>
                </a:solidFill>
                <a:latin typeface="Arial"/>
                <a:ea typeface="Arial"/>
                <a:cs typeface="Arial"/>
              </a:defRPr>
            </a:lvl4pPr>
            <a:lvl5pPr algn="l">
              <a:buNone/>
              <a:defRPr sz="1275" b="0">
                <a:solidFill>
                  <a:srgbClr val="4B6070"/>
                </a:solidFill>
                <a:latin typeface="Arial"/>
                <a:ea typeface="Arial"/>
                <a:cs typeface="Arial"/>
              </a:defRPr>
            </a:lvl5pPr>
            <a:lvl6pPr algn="l">
              <a:buNone/>
              <a:defRPr sz="1275" b="0">
                <a:solidFill>
                  <a:srgbClr val="4B6070"/>
                </a:solidFill>
                <a:latin typeface="Arial"/>
                <a:ea typeface="Arial"/>
                <a:cs typeface="Arial"/>
              </a:defRPr>
            </a:lvl6pPr>
            <a:lvl7pPr algn="l">
              <a:buNone/>
              <a:defRPr sz="1275" b="0">
                <a:solidFill>
                  <a:srgbClr val="4B6070"/>
                </a:solidFill>
                <a:latin typeface="Arial"/>
                <a:ea typeface="Arial"/>
                <a:cs typeface="Arial"/>
              </a:defRPr>
            </a:lvl7pPr>
            <a:lvl8pPr algn="l">
              <a:buNone/>
              <a:defRPr sz="1275" b="0">
                <a:solidFill>
                  <a:srgbClr val="4B6070"/>
                </a:solidFill>
                <a:latin typeface="Arial"/>
                <a:ea typeface="Arial"/>
                <a:cs typeface="Arial"/>
              </a:defRPr>
            </a:lvl8pPr>
            <a:lvl9pPr algn="l">
              <a:buNone/>
              <a:defRPr sz="1275" b="0">
                <a:solidFill>
                  <a:srgbClr val="4B6070"/>
                </a:solidFill>
                <a:latin typeface="Arial"/>
                <a:ea typeface="Arial"/>
                <a:cs typeface="Arial"/>
              </a:defRPr>
            </a:lvl9pPr>
          </a:lstStyle>
          <a:p xmlns:a="http://schemas.openxmlformats.org/drawingml/2006/main">
            <a:pPr algn="l">
              <a:buNone/>
              <a:defRPr sz="1275" b="0">
                <a:solidFill>
                  <a:srgbClr val="4B6070"/>
                </a:solidFill>
                <a:latin typeface="Arial"/>
                <a:ea typeface="Arial"/>
                <a:cs typeface="Arial"/>
              </a:defRPr>
            </a:pPr>
            <a:r>
              <a:rPr sz="1275" b="0">
                <a:solidFill>
                  <a:srgbClr val="4B6070"/>
                </a:solidFill>
                <a:latin typeface="Arial"/>
                <a:ea typeface="Arial"/>
                <a:cs typeface="Arial"/>
              </a:rPr>
              <a:t>10</a:t>
            </a:r>
          </a:p>
        </p:txBody>
      </p:sp>
      <p:sp>
        <p:nvSpPr>
          <p:cNvPr id="3" name="text-2">
            <a:extLst xmlns:a="http://schemas.openxmlformats.org/drawingml/2006/main">
              <a:ext uri="{FF2B5EF4-FFF2-40B4-BE49-F238E27FC236}">
                <a16:creationId xmlns:a16="http://schemas.microsoft.com/office/drawing/2014/main" id="{BE40D33E-BDA0-466F-81A0-C68BDDCA9887}"/>
              </a:ext>
            </a:extLst>
          </p:cNvPr>
          <p:cNvSpPr>
            <a:spLocks xmlns:a="http://schemas.openxmlformats.org/drawingml/2006/main" noGrp="1"/>
          </p:cNvSpPr>
          <p:nvPr/>
        </p:nvSpPr>
        <p:spPr>
          <a:xfrm xmlns:a="http://schemas.openxmlformats.org/drawingml/2006/main">
            <a:off x="609600" y="5800725"/>
            <a:ext cx="104775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lgn="l">
              <a:defRPr sz="1800" b="1">
                <a:solidFill>
                  <a:srgbClr val="007C83"/>
                </a:solidFill>
                <a:latin typeface="Arial"/>
                <a:ea typeface="Arial"/>
                <a:cs typeface="Arial"/>
              </a:defRPr>
            </a:defPPr>
            <a:lvl1pPr algn="l">
              <a:buNone/>
              <a:defRPr sz="1800" b="1">
                <a:solidFill>
                  <a:srgbClr val="007C83"/>
                </a:solidFill>
                <a:latin typeface="Arial"/>
                <a:ea typeface="Arial"/>
                <a:cs typeface="Arial"/>
              </a:defRPr>
            </a:lvl1pPr>
            <a:lvl2pPr algn="l">
              <a:buNone/>
              <a:defRPr sz="1800" b="1">
                <a:solidFill>
                  <a:srgbClr val="007C83"/>
                </a:solidFill>
                <a:latin typeface="Arial"/>
                <a:ea typeface="Arial"/>
                <a:cs typeface="Arial"/>
              </a:defRPr>
            </a:lvl2pPr>
            <a:lvl3pPr algn="l">
              <a:buNone/>
              <a:defRPr sz="1800" b="1">
                <a:solidFill>
                  <a:srgbClr val="007C83"/>
                </a:solidFill>
                <a:latin typeface="Arial"/>
                <a:ea typeface="Arial"/>
                <a:cs typeface="Arial"/>
              </a:defRPr>
            </a:lvl3pPr>
            <a:lvl4pPr algn="l">
              <a:buNone/>
              <a:defRPr sz="1800" b="1">
                <a:solidFill>
                  <a:srgbClr val="007C83"/>
                </a:solidFill>
                <a:latin typeface="Arial"/>
                <a:ea typeface="Arial"/>
                <a:cs typeface="Arial"/>
              </a:defRPr>
            </a:lvl4pPr>
            <a:lvl5pPr algn="l">
              <a:buNone/>
              <a:defRPr sz="1800" b="1">
                <a:solidFill>
                  <a:srgbClr val="007C83"/>
                </a:solidFill>
                <a:latin typeface="Arial"/>
                <a:ea typeface="Arial"/>
                <a:cs typeface="Arial"/>
              </a:defRPr>
            </a:lvl5pPr>
            <a:lvl6pPr algn="l">
              <a:buNone/>
              <a:defRPr sz="1800" b="1">
                <a:solidFill>
                  <a:srgbClr val="007C83"/>
                </a:solidFill>
                <a:latin typeface="Arial"/>
                <a:ea typeface="Arial"/>
                <a:cs typeface="Arial"/>
              </a:defRPr>
            </a:lvl6pPr>
            <a:lvl7pPr algn="l">
              <a:buNone/>
              <a:defRPr sz="1800" b="1">
                <a:solidFill>
                  <a:srgbClr val="007C83"/>
                </a:solidFill>
                <a:latin typeface="Arial"/>
                <a:ea typeface="Arial"/>
                <a:cs typeface="Arial"/>
              </a:defRPr>
            </a:lvl7pPr>
            <a:lvl8pPr algn="l">
              <a:buNone/>
              <a:defRPr sz="1800" b="1">
                <a:solidFill>
                  <a:srgbClr val="007C83"/>
                </a:solidFill>
                <a:latin typeface="Arial"/>
                <a:ea typeface="Arial"/>
                <a:cs typeface="Arial"/>
              </a:defRPr>
            </a:lvl8pPr>
            <a:lvl9pPr algn="l">
              <a:buNone/>
              <a:defRPr sz="1800" b="1">
                <a:solidFill>
                  <a:srgbClr val="007C83"/>
                </a:solidFill>
                <a:latin typeface="Arial"/>
                <a:ea typeface="Arial"/>
                <a:cs typeface="Arial"/>
              </a:defRPr>
            </a:lvl9pPr>
          </a:lstStyle>
          <a:p xmlns:a="http://schemas.openxmlformats.org/drawingml/2006/main">
            <a:pPr algn="l">
              <a:buNone/>
              <a:defRPr sz="1800" b="1">
                <a:solidFill>
                  <a:srgbClr val="007C83"/>
                </a:solidFill>
                <a:latin typeface="Arial"/>
                <a:ea typeface="Arial"/>
                <a:cs typeface="Arial"/>
              </a:defRPr>
            </a:pPr>
            <a:r>
              <a:rPr sz="1800" b="1">
                <a:solidFill>
                  <a:srgbClr val="007C83"/>
                </a:solidFill>
                <a:latin typeface="Arial"/>
                <a:ea typeface="Arial"/>
                <a:cs typeface="Arial"/>
              </a:rPr>
              <a:t>For each node, carry the lower and upper bounds from its ancestors.</a:t>
            </a:r>
          </a:p>
        </p:txBody>
      </p:sp>
      <p:sp>
        <p:nvSpPr>
          <p:cNvPr id="4" name="source-diagram-dg9-16387">
            <a:extLst xmlns:a="http://schemas.openxmlformats.org/drawingml/2006/main">
              <a:ext uri="{FF2B5EF4-FFF2-40B4-BE49-F238E27FC236}">
                <a16:creationId xmlns:a16="http://schemas.microsoft.com/office/drawing/2014/main" id="{05DCF3E4-9F19-49B6-A90E-F34069FB405C}"/>
              </a:ext>
            </a:extLst>
          </p:cNvPr>
          <p:cNvSpPr>
            <a:spLocks xmlns:a="http://schemas.openxmlformats.org/drawingml/2006/main" noGrp="1"/>
          </p:cNvSpPr>
          <p:nvPr/>
        </p:nvSpPr>
        <p:spPr>
          <a:xfrm xmlns:a="http://schemas.openxmlformats.org/drawingml/2006/main">
            <a:off x="1157101" y="4189132"/>
            <a:ext cx="387537" cy="387537"/>
          </a:xfrm>
          <a:prstGeom xmlns:a="http://schemas.openxmlformats.org/drawingml/2006/main" prst="ellipse">
            <a:avLst/>
          </a:prstGeom>
          <a:solidFill xmlns:a="http://schemas.openxmlformats.org/drawingml/2006/main">
            <a:srgbClr val="E5EEF2"/>
          </a:solidFill>
          <a:ln xmlns:a="http://schemas.openxmlformats.org/drawingml/2006/main" w="38100">
            <a:solidFill>
              <a:srgbClr val="142E42"/>
            </a:solidFill>
            <a:round/>
          </a:l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160" b="0">
                <a:solidFill>
                  <a:srgbClr val="142E42"/>
                </a:solidFill>
                <a:latin typeface="Arial"/>
                <a:ea typeface="Arial"/>
                <a:cs typeface="Arial"/>
              </a:rPr>
              <a:t>3</a:t>
            </a:r>
          </a:p>
        </p:txBody>
      </p:sp>
      <p:sp>
        <p:nvSpPr>
          <p:cNvPr id="5" name="source-diagram-dg9-16388">
            <a:extLst xmlns:a="http://schemas.openxmlformats.org/drawingml/2006/main">
              <a:ext uri="{FF2B5EF4-FFF2-40B4-BE49-F238E27FC236}">
                <a16:creationId xmlns:a16="http://schemas.microsoft.com/office/drawing/2014/main" id="{A2A7FEAE-BE9E-4BDC-AF2C-82FF042346AB}"/>
              </a:ext>
            </a:extLst>
          </p:cNvPr>
          <p:cNvSpPr>
            <a:spLocks xmlns:a="http://schemas.openxmlformats.org/drawingml/2006/main" noGrp="1"/>
          </p:cNvSpPr>
          <p:nvPr/>
        </p:nvSpPr>
        <p:spPr>
          <a:xfrm xmlns:a="http://schemas.openxmlformats.org/drawingml/2006/main">
            <a:off x="4141134" y="3284880"/>
            <a:ext cx="387537" cy="387537"/>
          </a:xfrm>
          <a:prstGeom xmlns:a="http://schemas.openxmlformats.org/drawingml/2006/main" prst="ellipse">
            <a:avLst/>
          </a:prstGeom>
          <a:solidFill xmlns:a="http://schemas.openxmlformats.org/drawingml/2006/main">
            <a:srgbClr val="E5EEF2"/>
          </a:solidFill>
          <a:ln xmlns:a="http://schemas.openxmlformats.org/drawingml/2006/main" w="38100">
            <a:solidFill>
              <a:srgbClr val="142E42"/>
            </a:solidFill>
            <a:round/>
          </a:l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160" b="0">
                <a:solidFill>
                  <a:srgbClr val="142E42"/>
                </a:solidFill>
                <a:latin typeface="Arial"/>
                <a:ea typeface="Arial"/>
                <a:cs typeface="Arial"/>
              </a:rPr>
              <a:t>11</a:t>
            </a:r>
          </a:p>
        </p:txBody>
      </p:sp>
      <p:sp>
        <p:nvSpPr>
          <p:cNvPr id="6" name="source-diagram-dg9-16389">
            <a:extLst xmlns:a="http://schemas.openxmlformats.org/drawingml/2006/main">
              <a:ext uri="{FF2B5EF4-FFF2-40B4-BE49-F238E27FC236}">
                <a16:creationId xmlns:a16="http://schemas.microsoft.com/office/drawing/2014/main" id="{C4285117-C1D7-4B1E-BC5B-7E3584DF3DB1}"/>
              </a:ext>
            </a:extLst>
          </p:cNvPr>
          <p:cNvSpPr>
            <a:spLocks xmlns:a="http://schemas.openxmlformats.org/drawingml/2006/main" noGrp="1"/>
          </p:cNvSpPr>
          <p:nvPr/>
        </p:nvSpPr>
        <p:spPr>
          <a:xfrm xmlns:a="http://schemas.openxmlformats.org/drawingml/2006/main">
            <a:off x="3056031" y="3284880"/>
            <a:ext cx="387537" cy="387537"/>
          </a:xfrm>
          <a:prstGeom xmlns:a="http://schemas.openxmlformats.org/drawingml/2006/main" prst="ellipse">
            <a:avLst/>
          </a:prstGeom>
          <a:solidFill xmlns:a="http://schemas.openxmlformats.org/drawingml/2006/main">
            <a:srgbClr val="E5EEF2"/>
          </a:solidFill>
          <a:ln xmlns:a="http://schemas.openxmlformats.org/drawingml/2006/main" w="38100">
            <a:solidFill>
              <a:srgbClr val="142E42"/>
            </a:solidFill>
            <a:round/>
          </a:l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160" b="0">
                <a:solidFill>
                  <a:srgbClr val="142E42"/>
                </a:solidFill>
                <a:latin typeface="Arial"/>
                <a:ea typeface="Arial"/>
                <a:cs typeface="Arial"/>
              </a:rPr>
              <a:t>7</a:t>
            </a:r>
          </a:p>
        </p:txBody>
      </p:sp>
      <p:sp>
        <p:nvSpPr>
          <p:cNvPr id="7" name="source-diagram-dg9-16390">
            <a:extLst xmlns:a="http://schemas.openxmlformats.org/drawingml/2006/main">
              <a:ext uri="{FF2B5EF4-FFF2-40B4-BE49-F238E27FC236}">
                <a16:creationId xmlns:a16="http://schemas.microsoft.com/office/drawing/2014/main" id="{E4569835-02C5-450F-9C49-AB1A82FA5CC7}"/>
              </a:ext>
            </a:extLst>
          </p:cNvPr>
          <p:cNvSpPr>
            <a:spLocks xmlns:a="http://schemas.openxmlformats.org/drawingml/2006/main" noGrp="1"/>
          </p:cNvSpPr>
          <p:nvPr/>
        </p:nvSpPr>
        <p:spPr>
          <a:xfrm xmlns:a="http://schemas.openxmlformats.org/drawingml/2006/main">
            <a:off x="885825" y="3284880"/>
            <a:ext cx="387537" cy="387537"/>
          </a:xfrm>
          <a:prstGeom xmlns:a="http://schemas.openxmlformats.org/drawingml/2006/main" prst="ellipse">
            <a:avLst/>
          </a:prstGeom>
          <a:solidFill xmlns:a="http://schemas.openxmlformats.org/drawingml/2006/main">
            <a:srgbClr val="E5EEF2"/>
          </a:solidFill>
          <a:ln xmlns:a="http://schemas.openxmlformats.org/drawingml/2006/main" w="38100">
            <a:solidFill>
              <a:srgbClr val="142E42"/>
            </a:solidFill>
            <a:round/>
          </a:l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160" b="0">
                <a:solidFill>
                  <a:srgbClr val="142E42"/>
                </a:solidFill>
                <a:latin typeface="Arial"/>
                <a:ea typeface="Arial"/>
                <a:cs typeface="Arial"/>
              </a:rPr>
              <a:t>1</a:t>
            </a:r>
          </a:p>
        </p:txBody>
      </p:sp>
      <p:sp>
        <p:nvSpPr>
          <p:cNvPr id="8" name="source-diagram-dg9-16391">
            <a:extLst xmlns:a="http://schemas.openxmlformats.org/drawingml/2006/main">
              <a:ext uri="{FF2B5EF4-FFF2-40B4-BE49-F238E27FC236}">
                <a16:creationId xmlns:a16="http://schemas.microsoft.com/office/drawing/2014/main" id="{C690F0FE-7D79-4BE1-B5B2-8751986C7B2E}"/>
              </a:ext>
            </a:extLst>
          </p:cNvPr>
          <p:cNvSpPr>
            <a:spLocks xmlns:a="http://schemas.openxmlformats.org/drawingml/2006/main" noGrp="1"/>
          </p:cNvSpPr>
          <p:nvPr/>
        </p:nvSpPr>
        <p:spPr>
          <a:xfrm xmlns:a="http://schemas.openxmlformats.org/drawingml/2006/main">
            <a:off x="3598582" y="2380627"/>
            <a:ext cx="387537" cy="387537"/>
          </a:xfrm>
          <a:prstGeom xmlns:a="http://schemas.openxmlformats.org/drawingml/2006/main" prst="ellipse">
            <a:avLst/>
          </a:prstGeom>
          <a:solidFill xmlns:a="http://schemas.openxmlformats.org/drawingml/2006/main">
            <a:srgbClr val="E5EEF2"/>
          </a:solidFill>
          <a:ln xmlns:a="http://schemas.openxmlformats.org/drawingml/2006/main" w="38100">
            <a:solidFill>
              <a:srgbClr val="142E42"/>
            </a:solidFill>
            <a:round/>
          </a:l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160" b="0">
                <a:solidFill>
                  <a:srgbClr val="142E42"/>
                </a:solidFill>
                <a:latin typeface="Arial"/>
                <a:ea typeface="Arial"/>
                <a:cs typeface="Arial"/>
              </a:rPr>
              <a:t>8</a:t>
            </a:r>
          </a:p>
        </p:txBody>
      </p:sp>
      <p:sp>
        <p:nvSpPr>
          <p:cNvPr id="9" name="source-diagram-dg9-16392">
            <a:extLst xmlns:a="http://schemas.openxmlformats.org/drawingml/2006/main">
              <a:ext uri="{FF2B5EF4-FFF2-40B4-BE49-F238E27FC236}">
                <a16:creationId xmlns:a16="http://schemas.microsoft.com/office/drawing/2014/main" id="{7E828504-6C4A-44C9-AD3A-3450DAC0FCD2}"/>
              </a:ext>
            </a:extLst>
          </p:cNvPr>
          <p:cNvSpPr>
            <a:spLocks xmlns:a="http://schemas.openxmlformats.org/drawingml/2006/main" noGrp="1"/>
          </p:cNvSpPr>
          <p:nvPr/>
        </p:nvSpPr>
        <p:spPr>
          <a:xfrm xmlns:a="http://schemas.openxmlformats.org/drawingml/2006/main">
            <a:off x="1428376" y="2380627"/>
            <a:ext cx="387537" cy="387537"/>
          </a:xfrm>
          <a:prstGeom xmlns:a="http://schemas.openxmlformats.org/drawingml/2006/main" prst="ellipse">
            <a:avLst/>
          </a:prstGeom>
          <a:solidFill xmlns:a="http://schemas.openxmlformats.org/drawingml/2006/main">
            <a:srgbClr val="E5EEF2"/>
          </a:solidFill>
          <a:ln xmlns:a="http://schemas.openxmlformats.org/drawingml/2006/main" w="38100">
            <a:solidFill>
              <a:srgbClr val="142E42"/>
            </a:solidFill>
            <a:round/>
          </a:l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160" b="0">
                <a:solidFill>
                  <a:srgbClr val="142E42"/>
                </a:solidFill>
                <a:latin typeface="Arial"/>
                <a:ea typeface="Arial"/>
                <a:cs typeface="Arial"/>
              </a:rPr>
              <a:t>4</a:t>
            </a:r>
          </a:p>
        </p:txBody>
      </p:sp>
      <p:sp>
        <p:nvSpPr>
          <p:cNvPr id="10" name="source-diagram-dg9-16393">
            <a:extLst xmlns:a="http://schemas.openxmlformats.org/drawingml/2006/main">
              <a:ext uri="{FF2B5EF4-FFF2-40B4-BE49-F238E27FC236}">
                <a16:creationId xmlns:a16="http://schemas.microsoft.com/office/drawing/2014/main" id="{B02EE21C-5E11-4B9C-B836-B7B7EA7A10BA}"/>
              </a:ext>
            </a:extLst>
          </p:cNvPr>
          <p:cNvSpPr>
            <a:spLocks xmlns:a="http://schemas.openxmlformats.org/drawingml/2006/main" noGrp="1"/>
          </p:cNvSpPr>
          <p:nvPr/>
        </p:nvSpPr>
        <p:spPr>
          <a:xfrm xmlns:a="http://schemas.openxmlformats.org/drawingml/2006/main">
            <a:off x="2513479" y="1476375"/>
            <a:ext cx="387537" cy="387537"/>
          </a:xfrm>
          <a:prstGeom xmlns:a="http://schemas.openxmlformats.org/drawingml/2006/main" prst="ellipse">
            <a:avLst/>
          </a:prstGeom>
          <a:solidFill xmlns:a="http://schemas.openxmlformats.org/drawingml/2006/main">
            <a:srgbClr val="E5EEF2"/>
          </a:solidFill>
          <a:ln xmlns:a="http://schemas.openxmlformats.org/drawingml/2006/main" w="38100">
            <a:solidFill>
              <a:srgbClr val="142E42"/>
            </a:solidFill>
            <a:round/>
          </a:l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160" b="0">
                <a:solidFill>
                  <a:srgbClr val="142E42"/>
                </a:solidFill>
                <a:latin typeface="Arial"/>
                <a:ea typeface="Arial"/>
                <a:cs typeface="Arial"/>
              </a:rPr>
              <a:t>5</a:t>
            </a:r>
          </a:p>
        </p:txBody>
      </p:sp>
      <p:cxnSp>
        <p:nvCxnSpPr>
          <p:cNvPr id="11" name="source-diagram-dg9-16394">
            <a:extLst xmlns:a="http://schemas.openxmlformats.org/drawingml/2006/main">
              <a:ext uri="{FF2B5EF4-FFF2-40B4-BE49-F238E27FC236}">
                <a16:creationId xmlns:a16="http://schemas.microsoft.com/office/drawing/2014/main" id="{1991EC75-C26D-4438-BB30-5025CE516C05}"/>
              </a:ext>
            </a:extLst>
          </p:cNvPr>
          <p:cNvCxnSpPr/>
          <p:nvPr/>
        </p:nvCxnSpPr>
        <p:spPr>
          <a:xfrm xmlns:a="http://schemas.openxmlformats.org/drawingml/2006/main" flipH="1">
            <a:off x="1622145" y="1826773"/>
            <a:ext cx="947851" cy="534477"/>
          </a:xfrm>
          <a:prstGeom xmlns:a="http://schemas.openxmlformats.org/drawingml/2006/main" prst="straightConnector1">
            <a:avLst/>
          </a:prstGeom>
          <a:ln xmlns:a="http://schemas.openxmlformats.org/drawingml/2006/main" w="9525">
            <a:solidFill>
              <a:srgbClr val="142E42"/>
            </a:solidFill>
            <a:round/>
            <a:headEnd type="none" w="med" len="med"/>
            <a:tailEnd type="none" w="med" len="med"/>
          </a:ln>
        </p:spPr>
      </p:cxnSp>
      <p:cxnSp>
        <p:nvCxnSpPr>
          <p:cNvPr id="12" name="source-diagram-dg9-16395">
            <a:extLst xmlns:a="http://schemas.openxmlformats.org/drawingml/2006/main">
              <a:ext uri="{FF2B5EF4-FFF2-40B4-BE49-F238E27FC236}">
                <a16:creationId xmlns:a16="http://schemas.microsoft.com/office/drawing/2014/main" id="{1BED2AAC-BD58-45C3-B05F-616DBA0BDA4D}"/>
              </a:ext>
            </a:extLst>
          </p:cNvPr>
          <p:cNvCxnSpPr/>
          <p:nvPr/>
        </p:nvCxnSpPr>
        <p:spPr>
          <a:xfrm xmlns:a="http://schemas.openxmlformats.org/drawingml/2006/main">
            <a:off x="2844501" y="1826773"/>
            <a:ext cx="947850" cy="534477"/>
          </a:xfrm>
          <a:prstGeom xmlns:a="http://schemas.openxmlformats.org/drawingml/2006/main" prst="straightConnector1">
            <a:avLst/>
          </a:prstGeom>
          <a:ln xmlns:a="http://schemas.openxmlformats.org/drawingml/2006/main" w="9525">
            <a:solidFill>
              <a:srgbClr val="142E42"/>
            </a:solidFill>
            <a:round/>
            <a:headEnd type="none" w="med" len="med"/>
            <a:tailEnd type="none" w="med" len="med"/>
          </a:ln>
        </p:spPr>
      </p:cxnSp>
      <p:cxnSp>
        <p:nvCxnSpPr>
          <p:cNvPr id="13" name="source-diagram-dg9-16396">
            <a:extLst xmlns:a="http://schemas.openxmlformats.org/drawingml/2006/main">
              <a:ext uri="{FF2B5EF4-FFF2-40B4-BE49-F238E27FC236}">
                <a16:creationId xmlns:a16="http://schemas.microsoft.com/office/drawing/2014/main" id="{198921EB-B138-4C6A-B1C9-5B322EBFB83E}"/>
              </a:ext>
            </a:extLst>
          </p:cNvPr>
          <p:cNvCxnSpPr/>
          <p:nvPr/>
        </p:nvCxnSpPr>
        <p:spPr>
          <a:xfrm xmlns:a="http://schemas.openxmlformats.org/drawingml/2006/main" flipH="1">
            <a:off x="3249799" y="2731026"/>
            <a:ext cx="405299" cy="534477"/>
          </a:xfrm>
          <a:prstGeom xmlns:a="http://schemas.openxmlformats.org/drawingml/2006/main" prst="straightConnector1">
            <a:avLst/>
          </a:prstGeom>
          <a:ln xmlns:a="http://schemas.openxmlformats.org/drawingml/2006/main" w="9525">
            <a:solidFill>
              <a:srgbClr val="142E42"/>
            </a:solidFill>
            <a:round/>
            <a:headEnd type="none" w="med" len="med"/>
            <a:tailEnd type="none" w="med" len="med"/>
          </a:ln>
        </p:spPr>
      </p:cxnSp>
      <p:cxnSp>
        <p:nvCxnSpPr>
          <p:cNvPr id="14" name="source-diagram-dg9-16397">
            <a:extLst xmlns:a="http://schemas.openxmlformats.org/drawingml/2006/main">
              <a:ext uri="{FF2B5EF4-FFF2-40B4-BE49-F238E27FC236}">
                <a16:creationId xmlns:a16="http://schemas.microsoft.com/office/drawing/2014/main" id="{43B98043-7AC0-4ADC-84BA-2D2DE4D0504D}"/>
              </a:ext>
            </a:extLst>
          </p:cNvPr>
          <p:cNvCxnSpPr/>
          <p:nvPr/>
        </p:nvCxnSpPr>
        <p:spPr>
          <a:xfrm xmlns:a="http://schemas.openxmlformats.org/drawingml/2006/main">
            <a:off x="3929604" y="2731026"/>
            <a:ext cx="405298" cy="534477"/>
          </a:xfrm>
          <a:prstGeom xmlns:a="http://schemas.openxmlformats.org/drawingml/2006/main" prst="straightConnector1">
            <a:avLst/>
          </a:prstGeom>
          <a:ln xmlns:a="http://schemas.openxmlformats.org/drawingml/2006/main" w="9525">
            <a:solidFill>
              <a:srgbClr val="142E42"/>
            </a:solidFill>
            <a:round/>
            <a:headEnd type="none" w="med" len="med"/>
            <a:tailEnd type="none" w="med" len="med"/>
          </a:ln>
        </p:spPr>
      </p:cxnSp>
      <p:cxnSp>
        <p:nvCxnSpPr>
          <p:cNvPr id="15" name="source-diagram-dg9-16398">
            <a:extLst xmlns:a="http://schemas.openxmlformats.org/drawingml/2006/main">
              <a:ext uri="{FF2B5EF4-FFF2-40B4-BE49-F238E27FC236}">
                <a16:creationId xmlns:a16="http://schemas.microsoft.com/office/drawing/2014/main" id="{2E94637F-A114-4E66-B9D4-F698B42ABAF6}"/>
              </a:ext>
            </a:extLst>
          </p:cNvPr>
          <p:cNvCxnSpPr/>
          <p:nvPr/>
        </p:nvCxnSpPr>
        <p:spPr>
          <a:xfrm xmlns:a="http://schemas.openxmlformats.org/drawingml/2006/main" flipH="1">
            <a:off x="1079593" y="2731026"/>
            <a:ext cx="405299" cy="534477"/>
          </a:xfrm>
          <a:prstGeom xmlns:a="http://schemas.openxmlformats.org/drawingml/2006/main" prst="straightConnector1">
            <a:avLst/>
          </a:prstGeom>
          <a:ln xmlns:a="http://schemas.openxmlformats.org/drawingml/2006/main" w="9525">
            <a:solidFill>
              <a:srgbClr val="142E42"/>
            </a:solidFill>
            <a:round/>
            <a:headEnd type="none" w="med" len="med"/>
            <a:tailEnd type="none" w="med" len="med"/>
          </a:ln>
        </p:spPr>
      </p:cxnSp>
      <p:cxnSp>
        <p:nvCxnSpPr>
          <p:cNvPr id="16" name="source-diagram-dg9-16399">
            <a:extLst xmlns:a="http://schemas.openxmlformats.org/drawingml/2006/main">
              <a:ext uri="{FF2B5EF4-FFF2-40B4-BE49-F238E27FC236}">
                <a16:creationId xmlns:a16="http://schemas.microsoft.com/office/drawing/2014/main" id="{24CA95F1-218D-495C-9694-5BB14E98086E}"/>
              </a:ext>
            </a:extLst>
          </p:cNvPr>
          <p:cNvCxnSpPr/>
          <p:nvPr/>
        </p:nvCxnSpPr>
        <p:spPr>
          <a:xfrm xmlns:a="http://schemas.openxmlformats.org/drawingml/2006/main">
            <a:off x="1216846" y="3635278"/>
            <a:ext cx="134023" cy="534477"/>
          </a:xfrm>
          <a:prstGeom xmlns:a="http://schemas.openxmlformats.org/drawingml/2006/main" prst="straightConnector1">
            <a:avLst/>
          </a:prstGeom>
          <a:ln xmlns:a="http://schemas.openxmlformats.org/drawingml/2006/main" w="9525">
            <a:solidFill>
              <a:srgbClr val="142E42"/>
            </a:solidFill>
            <a:round/>
            <a:headEnd type="none" w="med" len="med"/>
            <a:tailEnd type="none" w="med" len="med"/>
          </a:ln>
        </p:spPr>
      </p:cxnSp>
      <p:sp>
        <p:nvSpPr>
          <p:cNvPr id="17" name="source-diagram-dg9-15376">
            <a:extLst xmlns:a="http://schemas.openxmlformats.org/drawingml/2006/main">
              <a:ext uri="{FF2B5EF4-FFF2-40B4-BE49-F238E27FC236}">
                <a16:creationId xmlns:a16="http://schemas.microsoft.com/office/drawing/2014/main" id="{C2CE23FC-F308-4B39-8290-E61A1A2FC1AB}"/>
              </a:ext>
            </a:extLst>
          </p:cNvPr>
          <p:cNvSpPr>
            <a:spLocks xmlns:a="http://schemas.openxmlformats.org/drawingml/2006/main" noGrp="1"/>
          </p:cNvSpPr>
          <p:nvPr/>
        </p:nvSpPr>
        <p:spPr>
          <a:xfrm xmlns:a="http://schemas.openxmlformats.org/drawingml/2006/main">
            <a:off x="5458759" y="4189132"/>
            <a:ext cx="387537" cy="387537"/>
          </a:xfrm>
          <a:prstGeom xmlns:a="http://schemas.openxmlformats.org/drawingml/2006/main" prst="ellipse">
            <a:avLst/>
          </a:prstGeom>
          <a:solidFill xmlns:a="http://schemas.openxmlformats.org/drawingml/2006/main">
            <a:srgbClr val="E5EEF2"/>
          </a:solidFill>
          <a:ln xmlns:a="http://schemas.openxmlformats.org/drawingml/2006/main" w="38100">
            <a:solidFill>
              <a:srgbClr val="142E42"/>
            </a:solidFill>
            <a:round/>
          </a:l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160" b="0">
                <a:solidFill>
                  <a:srgbClr val="142E42"/>
                </a:solidFill>
                <a:latin typeface="Arial"/>
                <a:ea typeface="Arial"/>
                <a:cs typeface="Arial"/>
              </a:rPr>
              <a:t>4</a:t>
            </a:r>
          </a:p>
        </p:txBody>
      </p:sp>
      <p:sp>
        <p:nvSpPr>
          <p:cNvPr id="18" name="source-diagram-dg9-15377">
            <a:extLst xmlns:a="http://schemas.openxmlformats.org/drawingml/2006/main">
              <a:ext uri="{FF2B5EF4-FFF2-40B4-BE49-F238E27FC236}">
                <a16:creationId xmlns:a16="http://schemas.microsoft.com/office/drawing/2014/main" id="{D8522FE1-8466-4108-AB74-1AEABDC71505}"/>
              </a:ext>
            </a:extLst>
          </p:cNvPr>
          <p:cNvSpPr>
            <a:spLocks xmlns:a="http://schemas.openxmlformats.org/drawingml/2006/main" noGrp="1"/>
          </p:cNvSpPr>
          <p:nvPr/>
        </p:nvSpPr>
        <p:spPr>
          <a:xfrm xmlns:a="http://schemas.openxmlformats.org/drawingml/2006/main">
            <a:off x="8442792" y="3284880"/>
            <a:ext cx="387537" cy="387537"/>
          </a:xfrm>
          <a:prstGeom xmlns:a="http://schemas.openxmlformats.org/drawingml/2006/main" prst="ellipse">
            <a:avLst/>
          </a:prstGeom>
          <a:solidFill xmlns:a="http://schemas.openxmlformats.org/drawingml/2006/main">
            <a:srgbClr val="E5EEF2"/>
          </a:solidFill>
          <a:ln xmlns:a="http://schemas.openxmlformats.org/drawingml/2006/main" w="38100">
            <a:solidFill>
              <a:srgbClr val="142E42"/>
            </a:solidFill>
            <a:round/>
          </a:l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160" b="0">
                <a:solidFill>
                  <a:srgbClr val="142E42"/>
                </a:solidFill>
                <a:latin typeface="Arial"/>
                <a:ea typeface="Arial"/>
                <a:cs typeface="Arial"/>
              </a:rPr>
              <a:t>18</a:t>
            </a:r>
          </a:p>
        </p:txBody>
      </p:sp>
      <p:sp>
        <p:nvSpPr>
          <p:cNvPr id="19" name="source-diagram-dg9-15378">
            <a:extLst xmlns:a="http://schemas.openxmlformats.org/drawingml/2006/main">
              <a:ext uri="{FF2B5EF4-FFF2-40B4-BE49-F238E27FC236}">
                <a16:creationId xmlns:a16="http://schemas.microsoft.com/office/drawing/2014/main" id="{B9B4C003-495C-4563-9881-7A3C8716C283}"/>
              </a:ext>
            </a:extLst>
          </p:cNvPr>
          <p:cNvSpPr>
            <a:spLocks xmlns:a="http://schemas.openxmlformats.org/drawingml/2006/main" noGrp="1"/>
          </p:cNvSpPr>
          <p:nvPr/>
        </p:nvSpPr>
        <p:spPr>
          <a:xfrm xmlns:a="http://schemas.openxmlformats.org/drawingml/2006/main">
            <a:off x="7357689" y="3284880"/>
            <a:ext cx="387537" cy="387537"/>
          </a:xfrm>
          <a:prstGeom xmlns:a="http://schemas.openxmlformats.org/drawingml/2006/main" prst="ellipse">
            <a:avLst/>
          </a:prstGeom>
          <a:solidFill xmlns:a="http://schemas.openxmlformats.org/drawingml/2006/main">
            <a:srgbClr val="E5EEF2"/>
          </a:solidFill>
          <a:ln xmlns:a="http://schemas.openxmlformats.org/drawingml/2006/main" w="38100">
            <a:solidFill>
              <a:srgbClr val="142E42"/>
            </a:solidFill>
            <a:round/>
          </a:l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160" b="0">
                <a:solidFill>
                  <a:srgbClr val="142E42"/>
                </a:solidFill>
                <a:latin typeface="Arial"/>
                <a:ea typeface="Arial"/>
                <a:cs typeface="Arial"/>
              </a:rPr>
              <a:t>10</a:t>
            </a:r>
          </a:p>
        </p:txBody>
      </p:sp>
      <p:sp>
        <p:nvSpPr>
          <p:cNvPr id="20" name="source-diagram-dg9-15379">
            <a:extLst xmlns:a="http://schemas.openxmlformats.org/drawingml/2006/main">
              <a:ext uri="{FF2B5EF4-FFF2-40B4-BE49-F238E27FC236}">
                <a16:creationId xmlns:a16="http://schemas.microsoft.com/office/drawing/2014/main" id="{A8ED7D51-27AC-4B9B-A981-E3DC475D5238}"/>
              </a:ext>
            </a:extLst>
          </p:cNvPr>
          <p:cNvSpPr>
            <a:spLocks xmlns:a="http://schemas.openxmlformats.org/drawingml/2006/main" noGrp="1"/>
          </p:cNvSpPr>
          <p:nvPr/>
        </p:nvSpPr>
        <p:spPr>
          <a:xfrm xmlns:a="http://schemas.openxmlformats.org/drawingml/2006/main">
            <a:off x="6272586" y="3284880"/>
            <a:ext cx="387537" cy="387537"/>
          </a:xfrm>
          <a:prstGeom xmlns:a="http://schemas.openxmlformats.org/drawingml/2006/main" prst="ellipse">
            <a:avLst/>
          </a:prstGeom>
          <a:solidFill xmlns:a="http://schemas.openxmlformats.org/drawingml/2006/main">
            <a:srgbClr val="E5EEF2"/>
          </a:solidFill>
          <a:ln xmlns:a="http://schemas.openxmlformats.org/drawingml/2006/main" w="38100">
            <a:solidFill>
              <a:srgbClr val="142E42"/>
            </a:solidFill>
            <a:round/>
          </a:l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160" b="0">
                <a:solidFill>
                  <a:srgbClr val="142E42"/>
                </a:solidFill>
                <a:latin typeface="Arial"/>
                <a:ea typeface="Arial"/>
                <a:cs typeface="Arial"/>
              </a:rPr>
              <a:t>6</a:t>
            </a:r>
          </a:p>
        </p:txBody>
      </p:sp>
      <p:sp>
        <p:nvSpPr>
          <p:cNvPr id="21" name="source-diagram-dg9-15380">
            <a:extLst xmlns:a="http://schemas.openxmlformats.org/drawingml/2006/main">
              <a:ext uri="{FF2B5EF4-FFF2-40B4-BE49-F238E27FC236}">
                <a16:creationId xmlns:a16="http://schemas.microsoft.com/office/drawing/2014/main" id="{F05BB9A7-6E49-4849-982D-6A9CDE8AC034}"/>
              </a:ext>
            </a:extLst>
          </p:cNvPr>
          <p:cNvSpPr>
            <a:spLocks xmlns:a="http://schemas.openxmlformats.org/drawingml/2006/main" noGrp="1"/>
          </p:cNvSpPr>
          <p:nvPr/>
        </p:nvSpPr>
        <p:spPr>
          <a:xfrm xmlns:a="http://schemas.openxmlformats.org/drawingml/2006/main">
            <a:off x="5187483" y="3284880"/>
            <a:ext cx="387537" cy="387537"/>
          </a:xfrm>
          <a:prstGeom xmlns:a="http://schemas.openxmlformats.org/drawingml/2006/main" prst="ellipse">
            <a:avLst/>
          </a:prstGeom>
          <a:solidFill xmlns:a="http://schemas.openxmlformats.org/drawingml/2006/main">
            <a:srgbClr val="E5EEF2"/>
          </a:solidFill>
          <a:ln xmlns:a="http://schemas.openxmlformats.org/drawingml/2006/main" w="38100">
            <a:solidFill>
              <a:srgbClr val="142E42"/>
            </a:solidFill>
            <a:round/>
          </a:l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160" b="0">
                <a:solidFill>
                  <a:srgbClr val="142E42"/>
                </a:solidFill>
                <a:latin typeface="Arial"/>
                <a:ea typeface="Arial"/>
                <a:cs typeface="Arial"/>
              </a:rPr>
              <a:t>2</a:t>
            </a:r>
          </a:p>
        </p:txBody>
      </p:sp>
      <p:sp>
        <p:nvSpPr>
          <p:cNvPr id="22" name="source-diagram-dg9-15381">
            <a:extLst xmlns:a="http://schemas.openxmlformats.org/drawingml/2006/main">
              <a:ext uri="{FF2B5EF4-FFF2-40B4-BE49-F238E27FC236}">
                <a16:creationId xmlns:a16="http://schemas.microsoft.com/office/drawing/2014/main" id="{8A3B3F99-A152-49E8-B38F-AC5531660BF4}"/>
              </a:ext>
            </a:extLst>
          </p:cNvPr>
          <p:cNvSpPr>
            <a:spLocks xmlns:a="http://schemas.openxmlformats.org/drawingml/2006/main" noGrp="1"/>
          </p:cNvSpPr>
          <p:nvPr/>
        </p:nvSpPr>
        <p:spPr>
          <a:xfrm xmlns:a="http://schemas.openxmlformats.org/drawingml/2006/main">
            <a:off x="7900240" y="2380627"/>
            <a:ext cx="387537" cy="387537"/>
          </a:xfrm>
          <a:prstGeom xmlns:a="http://schemas.openxmlformats.org/drawingml/2006/main" prst="ellipse">
            <a:avLst/>
          </a:prstGeom>
          <a:solidFill xmlns:a="http://schemas.openxmlformats.org/drawingml/2006/main">
            <a:srgbClr val="E5EEF2"/>
          </a:solidFill>
          <a:ln xmlns:a="http://schemas.openxmlformats.org/drawingml/2006/main" w="38100">
            <a:solidFill>
              <a:srgbClr val="142E42"/>
            </a:solidFill>
            <a:round/>
          </a:l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160" b="0">
                <a:solidFill>
                  <a:srgbClr val="142E42"/>
                </a:solidFill>
                <a:latin typeface="Arial"/>
                <a:ea typeface="Arial"/>
                <a:cs typeface="Arial"/>
              </a:rPr>
              <a:t>11</a:t>
            </a:r>
          </a:p>
        </p:txBody>
      </p:sp>
      <p:sp>
        <p:nvSpPr>
          <p:cNvPr id="23" name="source-diagram-dg9-15382">
            <a:extLst xmlns:a="http://schemas.openxmlformats.org/drawingml/2006/main">
              <a:ext uri="{FF2B5EF4-FFF2-40B4-BE49-F238E27FC236}">
                <a16:creationId xmlns:a16="http://schemas.microsoft.com/office/drawing/2014/main" id="{E6AEDF8E-177F-492C-A5D5-1C85C8226FFE}"/>
              </a:ext>
            </a:extLst>
          </p:cNvPr>
          <p:cNvSpPr>
            <a:spLocks xmlns:a="http://schemas.openxmlformats.org/drawingml/2006/main" noGrp="1"/>
          </p:cNvSpPr>
          <p:nvPr/>
        </p:nvSpPr>
        <p:spPr>
          <a:xfrm xmlns:a="http://schemas.openxmlformats.org/drawingml/2006/main">
            <a:off x="5730035" y="2380627"/>
            <a:ext cx="387537" cy="387537"/>
          </a:xfrm>
          <a:prstGeom xmlns:a="http://schemas.openxmlformats.org/drawingml/2006/main" prst="ellipse">
            <a:avLst/>
          </a:prstGeom>
          <a:solidFill xmlns:a="http://schemas.openxmlformats.org/drawingml/2006/main">
            <a:srgbClr val="E5EEF2"/>
          </a:solidFill>
          <a:ln xmlns:a="http://schemas.openxmlformats.org/drawingml/2006/main" w="38100">
            <a:solidFill>
              <a:srgbClr val="142E42"/>
            </a:solidFill>
            <a:round/>
          </a:l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160" b="0">
                <a:solidFill>
                  <a:srgbClr val="142E42"/>
                </a:solidFill>
                <a:latin typeface="Arial"/>
                <a:ea typeface="Arial"/>
                <a:cs typeface="Arial"/>
              </a:rPr>
              <a:t>5</a:t>
            </a:r>
          </a:p>
        </p:txBody>
      </p:sp>
      <p:sp>
        <p:nvSpPr>
          <p:cNvPr id="24" name="source-diagram-dg9-15383">
            <a:extLst xmlns:a="http://schemas.openxmlformats.org/drawingml/2006/main">
              <a:ext uri="{FF2B5EF4-FFF2-40B4-BE49-F238E27FC236}">
                <a16:creationId xmlns:a16="http://schemas.microsoft.com/office/drawing/2014/main" id="{797E79B2-5568-42ED-A330-9FD54138172A}"/>
              </a:ext>
            </a:extLst>
          </p:cNvPr>
          <p:cNvSpPr>
            <a:spLocks xmlns:a="http://schemas.openxmlformats.org/drawingml/2006/main" noGrp="1"/>
          </p:cNvSpPr>
          <p:nvPr/>
        </p:nvSpPr>
        <p:spPr>
          <a:xfrm xmlns:a="http://schemas.openxmlformats.org/drawingml/2006/main">
            <a:off x="6815138" y="1476375"/>
            <a:ext cx="387537" cy="387537"/>
          </a:xfrm>
          <a:prstGeom xmlns:a="http://schemas.openxmlformats.org/drawingml/2006/main" prst="ellipse">
            <a:avLst/>
          </a:prstGeom>
          <a:solidFill xmlns:a="http://schemas.openxmlformats.org/drawingml/2006/main">
            <a:srgbClr val="E5EEF2"/>
          </a:solidFill>
          <a:ln xmlns:a="http://schemas.openxmlformats.org/drawingml/2006/main" w="38100">
            <a:solidFill>
              <a:srgbClr val="142E42"/>
            </a:solidFill>
            <a:round/>
          </a:l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160" b="0">
                <a:solidFill>
                  <a:srgbClr val="142E42"/>
                </a:solidFill>
                <a:latin typeface="Arial"/>
                <a:ea typeface="Arial"/>
                <a:cs typeface="Arial"/>
              </a:rPr>
              <a:t>8</a:t>
            </a:r>
          </a:p>
        </p:txBody>
      </p:sp>
      <p:cxnSp>
        <p:nvCxnSpPr>
          <p:cNvPr id="25" name="source-diagram-dg9-15384">
            <a:extLst xmlns:a="http://schemas.openxmlformats.org/drawingml/2006/main">
              <a:ext uri="{FF2B5EF4-FFF2-40B4-BE49-F238E27FC236}">
                <a16:creationId xmlns:a16="http://schemas.microsoft.com/office/drawing/2014/main" id="{717B5660-A1ED-4C2A-996A-5176F1551943}"/>
              </a:ext>
            </a:extLst>
          </p:cNvPr>
          <p:cNvCxnSpPr/>
          <p:nvPr/>
        </p:nvCxnSpPr>
        <p:spPr>
          <a:xfrm xmlns:a="http://schemas.openxmlformats.org/drawingml/2006/main" flipH="1">
            <a:off x="5923803" y="1826773"/>
            <a:ext cx="947851" cy="534477"/>
          </a:xfrm>
          <a:prstGeom xmlns:a="http://schemas.openxmlformats.org/drawingml/2006/main" prst="straightConnector1">
            <a:avLst/>
          </a:prstGeom>
          <a:ln xmlns:a="http://schemas.openxmlformats.org/drawingml/2006/main" w="9525">
            <a:solidFill>
              <a:srgbClr val="142E42"/>
            </a:solidFill>
            <a:round/>
            <a:headEnd type="none" w="med" len="med"/>
            <a:tailEnd type="none" w="med" len="med"/>
          </a:ln>
        </p:spPr>
      </p:cxnSp>
      <p:cxnSp>
        <p:nvCxnSpPr>
          <p:cNvPr id="26" name="source-diagram-dg9-15385">
            <a:extLst xmlns:a="http://schemas.openxmlformats.org/drawingml/2006/main">
              <a:ext uri="{FF2B5EF4-FFF2-40B4-BE49-F238E27FC236}">
                <a16:creationId xmlns:a16="http://schemas.microsoft.com/office/drawing/2014/main" id="{3130CB6F-A283-41E9-8561-0BCCEB06918B}"/>
              </a:ext>
            </a:extLst>
          </p:cNvPr>
          <p:cNvCxnSpPr/>
          <p:nvPr/>
        </p:nvCxnSpPr>
        <p:spPr>
          <a:xfrm xmlns:a="http://schemas.openxmlformats.org/drawingml/2006/main">
            <a:off x="7146159" y="1826773"/>
            <a:ext cx="947850" cy="534477"/>
          </a:xfrm>
          <a:prstGeom xmlns:a="http://schemas.openxmlformats.org/drawingml/2006/main" prst="straightConnector1">
            <a:avLst/>
          </a:prstGeom>
          <a:ln xmlns:a="http://schemas.openxmlformats.org/drawingml/2006/main" w="9525">
            <a:solidFill>
              <a:srgbClr val="142E42"/>
            </a:solidFill>
            <a:round/>
            <a:headEnd type="none" w="med" len="med"/>
            <a:tailEnd type="none" w="med" len="med"/>
          </a:ln>
        </p:spPr>
      </p:cxnSp>
      <p:cxnSp>
        <p:nvCxnSpPr>
          <p:cNvPr id="27" name="source-diagram-dg9-15386">
            <a:extLst xmlns:a="http://schemas.openxmlformats.org/drawingml/2006/main">
              <a:ext uri="{FF2B5EF4-FFF2-40B4-BE49-F238E27FC236}">
                <a16:creationId xmlns:a16="http://schemas.microsoft.com/office/drawing/2014/main" id="{895AAB65-A9B2-420A-839B-C6B32A4885C6}"/>
              </a:ext>
            </a:extLst>
          </p:cNvPr>
          <p:cNvCxnSpPr/>
          <p:nvPr/>
        </p:nvCxnSpPr>
        <p:spPr>
          <a:xfrm xmlns:a="http://schemas.openxmlformats.org/drawingml/2006/main" flipH="1">
            <a:off x="7551457" y="2731026"/>
            <a:ext cx="405299" cy="534477"/>
          </a:xfrm>
          <a:prstGeom xmlns:a="http://schemas.openxmlformats.org/drawingml/2006/main" prst="straightConnector1">
            <a:avLst/>
          </a:prstGeom>
          <a:ln xmlns:a="http://schemas.openxmlformats.org/drawingml/2006/main" w="9525">
            <a:solidFill>
              <a:srgbClr val="142E42"/>
            </a:solidFill>
            <a:round/>
            <a:headEnd type="none" w="med" len="med"/>
            <a:tailEnd type="none" w="med" len="med"/>
          </a:ln>
        </p:spPr>
      </p:cxnSp>
      <p:cxnSp>
        <p:nvCxnSpPr>
          <p:cNvPr id="28" name="source-diagram-dg9-15387">
            <a:extLst xmlns:a="http://schemas.openxmlformats.org/drawingml/2006/main">
              <a:ext uri="{FF2B5EF4-FFF2-40B4-BE49-F238E27FC236}">
                <a16:creationId xmlns:a16="http://schemas.microsoft.com/office/drawing/2014/main" id="{D2241F6A-17E4-443D-93CB-AE44F957E195}"/>
              </a:ext>
            </a:extLst>
          </p:cNvPr>
          <p:cNvCxnSpPr/>
          <p:nvPr/>
        </p:nvCxnSpPr>
        <p:spPr>
          <a:xfrm xmlns:a="http://schemas.openxmlformats.org/drawingml/2006/main">
            <a:off x="8231262" y="2731026"/>
            <a:ext cx="405298" cy="534477"/>
          </a:xfrm>
          <a:prstGeom xmlns:a="http://schemas.openxmlformats.org/drawingml/2006/main" prst="straightConnector1">
            <a:avLst/>
          </a:prstGeom>
          <a:ln xmlns:a="http://schemas.openxmlformats.org/drawingml/2006/main" w="9525">
            <a:solidFill>
              <a:srgbClr val="142E42"/>
            </a:solidFill>
            <a:round/>
            <a:headEnd type="none" w="med" len="med"/>
            <a:tailEnd type="none" w="med" len="med"/>
          </a:ln>
        </p:spPr>
      </p:cxnSp>
      <p:cxnSp>
        <p:nvCxnSpPr>
          <p:cNvPr id="29" name="source-diagram-dg9-15388">
            <a:extLst xmlns:a="http://schemas.openxmlformats.org/drawingml/2006/main">
              <a:ext uri="{FF2B5EF4-FFF2-40B4-BE49-F238E27FC236}">
                <a16:creationId xmlns:a16="http://schemas.microsoft.com/office/drawing/2014/main" id="{9B09A698-21D0-46C3-89CA-6FA4257769BC}"/>
              </a:ext>
            </a:extLst>
          </p:cNvPr>
          <p:cNvCxnSpPr/>
          <p:nvPr/>
        </p:nvCxnSpPr>
        <p:spPr>
          <a:xfrm xmlns:a="http://schemas.openxmlformats.org/drawingml/2006/main" flipH="1">
            <a:off x="5381251" y="2731026"/>
            <a:ext cx="405299" cy="534477"/>
          </a:xfrm>
          <a:prstGeom xmlns:a="http://schemas.openxmlformats.org/drawingml/2006/main" prst="straightConnector1">
            <a:avLst/>
          </a:prstGeom>
          <a:ln xmlns:a="http://schemas.openxmlformats.org/drawingml/2006/main" w="9525">
            <a:solidFill>
              <a:srgbClr val="142E42"/>
            </a:solidFill>
            <a:round/>
            <a:headEnd type="none" w="med" len="med"/>
            <a:tailEnd type="none" w="med" len="med"/>
          </a:ln>
        </p:spPr>
      </p:cxnSp>
      <p:cxnSp>
        <p:nvCxnSpPr>
          <p:cNvPr id="30" name="source-diagram-dg9-15389">
            <a:extLst xmlns:a="http://schemas.openxmlformats.org/drawingml/2006/main">
              <a:ext uri="{FF2B5EF4-FFF2-40B4-BE49-F238E27FC236}">
                <a16:creationId xmlns:a16="http://schemas.microsoft.com/office/drawing/2014/main" id="{F67AA75D-8F6A-48C2-BF59-217CEA922A78}"/>
              </a:ext>
            </a:extLst>
          </p:cNvPr>
          <p:cNvCxnSpPr/>
          <p:nvPr/>
        </p:nvCxnSpPr>
        <p:spPr>
          <a:xfrm xmlns:a="http://schemas.openxmlformats.org/drawingml/2006/main">
            <a:off x="6061056" y="2731026"/>
            <a:ext cx="405298" cy="534477"/>
          </a:xfrm>
          <a:prstGeom xmlns:a="http://schemas.openxmlformats.org/drawingml/2006/main" prst="straightConnector1">
            <a:avLst/>
          </a:prstGeom>
          <a:ln xmlns:a="http://schemas.openxmlformats.org/drawingml/2006/main" w="9525">
            <a:solidFill>
              <a:srgbClr val="142E42"/>
            </a:solidFill>
            <a:round/>
            <a:headEnd type="none" w="med" len="med"/>
            <a:tailEnd type="none" w="med" len="med"/>
          </a:ln>
        </p:spPr>
      </p:cxnSp>
      <p:cxnSp>
        <p:nvCxnSpPr>
          <p:cNvPr id="31" name="source-diagram-dg9-15390">
            <a:extLst xmlns:a="http://schemas.openxmlformats.org/drawingml/2006/main">
              <a:ext uri="{FF2B5EF4-FFF2-40B4-BE49-F238E27FC236}">
                <a16:creationId xmlns:a16="http://schemas.microsoft.com/office/drawing/2014/main" id="{DD35DFAB-2699-48BE-803F-27D5A8D8D2D7}"/>
              </a:ext>
            </a:extLst>
          </p:cNvPr>
          <p:cNvCxnSpPr/>
          <p:nvPr/>
        </p:nvCxnSpPr>
        <p:spPr>
          <a:xfrm xmlns:a="http://schemas.openxmlformats.org/drawingml/2006/main">
            <a:off x="5518505" y="3635278"/>
            <a:ext cx="134023" cy="534477"/>
          </a:xfrm>
          <a:prstGeom xmlns:a="http://schemas.openxmlformats.org/drawingml/2006/main" prst="straightConnector1">
            <a:avLst/>
          </a:prstGeom>
          <a:ln xmlns:a="http://schemas.openxmlformats.org/drawingml/2006/main" w="9525">
            <a:solidFill>
              <a:srgbClr val="142E42"/>
            </a:solidFill>
            <a:round/>
            <a:headEnd type="none" w="med" len="med"/>
            <a:tailEnd type="none" w="med" len="med"/>
          </a:ln>
        </p:spPr>
      </p:cxnSp>
      <p:sp>
        <p:nvSpPr>
          <p:cNvPr id="32" name="source-diagram-dg9-15391">
            <a:extLst xmlns:a="http://schemas.openxmlformats.org/drawingml/2006/main">
              <a:ext uri="{FF2B5EF4-FFF2-40B4-BE49-F238E27FC236}">
                <a16:creationId xmlns:a16="http://schemas.microsoft.com/office/drawing/2014/main" id="{0DDE5B33-F834-49F0-AB6E-7AADC4C6ECE1}"/>
              </a:ext>
            </a:extLst>
          </p:cNvPr>
          <p:cNvSpPr>
            <a:spLocks xmlns:a="http://schemas.openxmlformats.org/drawingml/2006/main" noGrp="1"/>
          </p:cNvSpPr>
          <p:nvPr/>
        </p:nvSpPr>
        <p:spPr>
          <a:xfrm xmlns:a="http://schemas.openxmlformats.org/drawingml/2006/main">
            <a:off x="8714068" y="4189132"/>
            <a:ext cx="387537" cy="387537"/>
          </a:xfrm>
          <a:prstGeom xmlns:a="http://schemas.openxmlformats.org/drawingml/2006/main" prst="ellipse">
            <a:avLst/>
          </a:prstGeom>
          <a:solidFill xmlns:a="http://schemas.openxmlformats.org/drawingml/2006/main">
            <a:srgbClr val="E5EEF2"/>
          </a:solidFill>
          <a:ln xmlns:a="http://schemas.openxmlformats.org/drawingml/2006/main" w="38100">
            <a:solidFill>
              <a:srgbClr val="142E42"/>
            </a:solidFill>
            <a:round/>
          </a:l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160" b="0">
                <a:solidFill>
                  <a:srgbClr val="142E42"/>
                </a:solidFill>
                <a:latin typeface="Arial"/>
                <a:ea typeface="Arial"/>
                <a:cs typeface="Arial"/>
              </a:rPr>
              <a:t>20</a:t>
            </a:r>
          </a:p>
        </p:txBody>
      </p:sp>
      <p:sp>
        <p:nvSpPr>
          <p:cNvPr id="33" name="source-diagram-dg9-15392">
            <a:extLst xmlns:a="http://schemas.openxmlformats.org/drawingml/2006/main">
              <a:ext uri="{FF2B5EF4-FFF2-40B4-BE49-F238E27FC236}">
                <a16:creationId xmlns:a16="http://schemas.microsoft.com/office/drawing/2014/main" id="{B76520A3-0066-4E0F-9B51-FEA8D81B6E5F}"/>
              </a:ext>
            </a:extLst>
          </p:cNvPr>
          <p:cNvSpPr>
            <a:spLocks xmlns:a="http://schemas.openxmlformats.org/drawingml/2006/main" noGrp="1"/>
          </p:cNvSpPr>
          <p:nvPr/>
        </p:nvSpPr>
        <p:spPr>
          <a:xfrm xmlns:a="http://schemas.openxmlformats.org/drawingml/2006/main">
            <a:off x="8481546" y="5041713"/>
            <a:ext cx="387537" cy="387537"/>
          </a:xfrm>
          <a:prstGeom xmlns:a="http://schemas.openxmlformats.org/drawingml/2006/main" prst="ellipse">
            <a:avLst/>
          </a:prstGeom>
          <a:solidFill xmlns:a="http://schemas.openxmlformats.org/drawingml/2006/main">
            <a:srgbClr val="E5EEF2"/>
          </a:solidFill>
          <a:ln xmlns:a="http://schemas.openxmlformats.org/drawingml/2006/main" w="38100">
            <a:solidFill>
              <a:srgbClr val="142E42"/>
            </a:solidFill>
            <a:round/>
          </a:l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160" b="0">
                <a:solidFill>
                  <a:srgbClr val="142E42"/>
                </a:solidFill>
                <a:latin typeface="Arial"/>
                <a:ea typeface="Arial"/>
                <a:cs typeface="Arial"/>
              </a:rPr>
              <a:t>21</a:t>
            </a:r>
          </a:p>
        </p:txBody>
      </p:sp>
      <p:cxnSp>
        <p:nvCxnSpPr>
          <p:cNvPr id="34" name="source-diagram-dg9-15393">
            <a:extLst xmlns:a="http://schemas.openxmlformats.org/drawingml/2006/main">
              <a:ext uri="{FF2B5EF4-FFF2-40B4-BE49-F238E27FC236}">
                <a16:creationId xmlns:a16="http://schemas.microsoft.com/office/drawing/2014/main" id="{67C1B021-6861-45B5-A013-7FDF78C165CD}"/>
              </a:ext>
            </a:extLst>
          </p:cNvPr>
          <p:cNvCxnSpPr/>
          <p:nvPr/>
        </p:nvCxnSpPr>
        <p:spPr>
          <a:xfrm xmlns:a="http://schemas.openxmlformats.org/drawingml/2006/main" rot="5400000">
            <a:off x="8559053" y="4692930"/>
            <a:ext cx="465044" cy="232522"/>
          </a:xfrm>
          <a:prstGeom xmlns:a="http://schemas.openxmlformats.org/drawingml/2006/main" prst="straightConnector1">
            <a:avLst/>
          </a:prstGeom>
          <a:ln xmlns:a="http://schemas.openxmlformats.org/drawingml/2006/main" w="9525">
            <a:solidFill>
              <a:srgbClr val="142E42"/>
            </a:solidFill>
            <a:round/>
            <a:headEnd type="none" w="med" len="med"/>
            <a:tailEnd type="none" w="med" len="med"/>
          </a:ln>
        </p:spPr>
      </p:cxnSp>
      <p:cxnSp>
        <p:nvCxnSpPr>
          <p:cNvPr id="35" name="source-diagram-dg9-15394">
            <a:extLst xmlns:a="http://schemas.openxmlformats.org/drawingml/2006/main">
              <a:ext uri="{FF2B5EF4-FFF2-40B4-BE49-F238E27FC236}">
                <a16:creationId xmlns:a16="http://schemas.microsoft.com/office/drawing/2014/main" id="{510B1EBC-62C1-442D-A6D4-D82A39BB0501}"/>
              </a:ext>
            </a:extLst>
          </p:cNvPr>
          <p:cNvCxnSpPr/>
          <p:nvPr/>
        </p:nvCxnSpPr>
        <p:spPr>
          <a:xfrm xmlns:a="http://schemas.openxmlformats.org/drawingml/2006/main">
            <a:off x="8773813" y="3635278"/>
            <a:ext cx="134023" cy="534477"/>
          </a:xfrm>
          <a:prstGeom xmlns:a="http://schemas.openxmlformats.org/drawingml/2006/main" prst="straightConnector1">
            <a:avLst/>
          </a:prstGeom>
          <a:ln xmlns:a="http://schemas.openxmlformats.org/drawingml/2006/main" w="9525">
            <a:solidFill>
              <a:srgbClr val="142E42"/>
            </a:solidFill>
            <a:round/>
            <a:headEnd type="none" w="med" len="med"/>
            <a:tailEnd type="none" w="med" len="med"/>
          </a:ln>
        </p:spPr>
      </p:cxnSp>
      <p:sp>
        <p:nvSpPr>
          <p:cNvPr id="36" name="source-diagram-dg9-15396">
            <a:extLst xmlns:a="http://schemas.openxmlformats.org/drawingml/2006/main">
              <a:ext uri="{FF2B5EF4-FFF2-40B4-BE49-F238E27FC236}">
                <a16:creationId xmlns:a16="http://schemas.microsoft.com/office/drawing/2014/main" id="{AA9E3A47-FFFB-43AA-A7EF-32472561E756}"/>
              </a:ext>
            </a:extLst>
          </p:cNvPr>
          <p:cNvSpPr>
            <a:spLocks xmlns:a="http://schemas.openxmlformats.org/drawingml/2006/main" noGrp="1"/>
          </p:cNvSpPr>
          <p:nvPr/>
        </p:nvSpPr>
        <p:spPr>
          <a:xfrm xmlns:a="http://schemas.openxmlformats.org/drawingml/2006/main">
            <a:off x="5728420" y="3286495"/>
            <a:ext cx="387537" cy="387537"/>
          </a:xfrm>
          <a:prstGeom xmlns:a="http://schemas.openxmlformats.org/drawingml/2006/main" prst="ellipse">
            <a:avLst/>
          </a:prstGeom>
          <a:solidFill xmlns:a="http://schemas.openxmlformats.org/drawingml/2006/main">
            <a:srgbClr val="E5EEF2"/>
          </a:solidFill>
          <a:ln xmlns:a="http://schemas.openxmlformats.org/drawingml/2006/main" w="38100">
            <a:solidFill>
              <a:srgbClr val="142E42"/>
            </a:solidFill>
            <a:round/>
          </a:l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160" b="0">
                <a:solidFill>
                  <a:srgbClr val="142E42"/>
                </a:solidFill>
                <a:latin typeface="Arial"/>
                <a:ea typeface="Arial"/>
                <a:cs typeface="Arial"/>
              </a:rPr>
              <a:t>7</a:t>
            </a:r>
          </a:p>
        </p:txBody>
      </p:sp>
      <p:cxnSp>
        <p:nvCxnSpPr>
          <p:cNvPr id="37" name="source-diagram-dg9-15397">
            <a:extLst xmlns:a="http://schemas.openxmlformats.org/drawingml/2006/main">
              <a:ext uri="{FF2B5EF4-FFF2-40B4-BE49-F238E27FC236}">
                <a16:creationId xmlns:a16="http://schemas.microsoft.com/office/drawing/2014/main" id="{A47C0C1B-B2AF-4E12-B2D1-F38EDF5289D4}"/>
              </a:ext>
            </a:extLst>
          </p:cNvPr>
          <p:cNvCxnSpPr/>
          <p:nvPr/>
        </p:nvCxnSpPr>
        <p:spPr>
          <a:xfrm xmlns:a="http://schemas.openxmlformats.org/drawingml/2006/main" flipH="1">
            <a:off x="5922189" y="2787541"/>
            <a:ext cx="1614" cy="479577"/>
          </a:xfrm>
          <a:prstGeom xmlns:a="http://schemas.openxmlformats.org/drawingml/2006/main" prst="straightConnector1">
            <a:avLst/>
          </a:prstGeom>
          <a:ln xmlns:a="http://schemas.openxmlformats.org/drawingml/2006/main" w="9525">
            <a:solidFill>
              <a:srgbClr val="142E42"/>
            </a:solidFill>
            <a:round/>
            <a:headEnd type="none" w="med" len="med"/>
            <a:tailEnd type="none" w="med" len="med"/>
          </a:ln>
        </p:spPr>
      </p:cxnSp>
      <p:sp>
        <p:nvSpPr>
          <p:cNvPr id="38" name="source-diagram-dg9-15398">
            <a:extLst xmlns:a="http://schemas.openxmlformats.org/drawingml/2006/main">
              <a:ext uri="{FF2B5EF4-FFF2-40B4-BE49-F238E27FC236}">
                <a16:creationId xmlns:a16="http://schemas.microsoft.com/office/drawing/2014/main" id="{942C3C4F-0F28-4CFB-9A12-72F49CC93E4B}"/>
              </a:ext>
            </a:extLst>
          </p:cNvPr>
          <p:cNvSpPr>
            <a:spLocks xmlns:a="http://schemas.openxmlformats.org/drawingml/2006/main" noGrp="1"/>
          </p:cNvSpPr>
          <p:nvPr/>
        </p:nvSpPr>
        <p:spPr>
          <a:xfrm xmlns:a="http://schemas.openxmlformats.org/drawingml/2006/main">
            <a:off x="7628965" y="4189132"/>
            <a:ext cx="387537" cy="387537"/>
          </a:xfrm>
          <a:prstGeom xmlns:a="http://schemas.openxmlformats.org/drawingml/2006/main" prst="ellipse">
            <a:avLst/>
          </a:prstGeom>
          <a:solidFill xmlns:a="http://schemas.openxmlformats.org/drawingml/2006/main">
            <a:srgbClr val="E5EEF2"/>
          </a:solidFill>
          <a:ln xmlns:a="http://schemas.openxmlformats.org/drawingml/2006/main" w="38100">
            <a:solidFill>
              <a:srgbClr val="142E42"/>
            </a:solidFill>
            <a:round/>
          </a:l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160" b="0">
                <a:solidFill>
                  <a:srgbClr val="142E42"/>
                </a:solidFill>
                <a:latin typeface="Arial"/>
                <a:ea typeface="Arial"/>
                <a:cs typeface="Arial"/>
              </a:rPr>
              <a:t>15</a:t>
            </a:r>
          </a:p>
        </p:txBody>
      </p:sp>
      <p:cxnSp>
        <p:nvCxnSpPr>
          <p:cNvPr id="39" name="source-diagram-dg9-15399">
            <a:extLst xmlns:a="http://schemas.openxmlformats.org/drawingml/2006/main">
              <a:ext uri="{FF2B5EF4-FFF2-40B4-BE49-F238E27FC236}">
                <a16:creationId xmlns:a16="http://schemas.microsoft.com/office/drawing/2014/main" id="{EE780711-BECF-4430-995F-34DD7E36E560}"/>
              </a:ext>
            </a:extLst>
          </p:cNvPr>
          <p:cNvCxnSpPr/>
          <p:nvPr/>
        </p:nvCxnSpPr>
        <p:spPr>
          <a:xfrm xmlns:a="http://schemas.openxmlformats.org/drawingml/2006/main">
            <a:off x="7688710" y="3635278"/>
            <a:ext cx="134023" cy="534477"/>
          </a:xfrm>
          <a:prstGeom xmlns:a="http://schemas.openxmlformats.org/drawingml/2006/main" prst="straightConnector1">
            <a:avLst/>
          </a:prstGeom>
          <a:ln xmlns:a="http://schemas.openxmlformats.org/drawingml/2006/main" w="9525">
            <a:solidFill>
              <a:srgbClr val="142E42"/>
            </a:solidFill>
            <a:round/>
            <a:headEnd type="none" w="med" len="med"/>
            <a:tailEnd type="none" w="med" len="med"/>
          </a:ln>
        </p:spPr>
      </p:cxnSp>
      <p:sp>
        <p:nvSpPr>
          <p:cNvPr id="41" name="local-java-BSTPractice">
            <a:extLst xmlns:a="http://schemas.openxmlformats.org/drawingml/2006/main">
              <a:ext uri="{FF2B5EF4-FFF2-40B4-BE49-F238E27FC236}">
                <a16:creationId xmlns:a16="http://schemas.microsoft.com/office/drawing/2014/main" id="{5E17E2A2-F8B6-443A-A40F-4E5D9AD42EFD}"/>
              </a:ext>
            </a:extLst>
          </p:cNvPr>
          <p:cNvSpPr>
            <a:spLocks xmlns:a="http://schemas.openxmlformats.org/drawingml/2006/main" noGrp="1"/>
          </p:cNvSpPr>
          <p:nvPr/>
        </p:nvSpPr>
        <p:spPr>
          <a:xfrm xmlns:a="http://schemas.openxmlformats.org/drawingml/2006/main">
            <a:off x="609600" y="6134100"/>
            <a:ext cx="357187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350" b="0">
                <a:solidFill>
                  <a:srgbClr val="007D89"/>
                </a:solidFill>
                <a:latin typeface="Arial"/>
                <a:ea typeface="Arial"/>
                <a:cs typeface="Arial"/>
              </a:defRPr>
            </a:defPPr>
            <a:lvl1pPr>
              <a:defRPr sz="1350" b="0">
                <a:solidFill>
                  <a:srgbClr val="007D89"/>
                </a:solidFill>
                <a:latin typeface="Arial"/>
                <a:ea typeface="Arial"/>
                <a:cs typeface="Arial"/>
              </a:defRPr>
            </a:lvl1pPr>
            <a:lvl2pPr>
              <a:defRPr sz="1350" b="0">
                <a:solidFill>
                  <a:srgbClr val="007D89"/>
                </a:solidFill>
                <a:latin typeface="Arial"/>
                <a:ea typeface="Arial"/>
                <a:cs typeface="Arial"/>
              </a:defRPr>
            </a:lvl2pPr>
            <a:lvl3pPr>
              <a:defRPr sz="1350" b="0">
                <a:solidFill>
                  <a:srgbClr val="007D89"/>
                </a:solidFill>
                <a:latin typeface="Arial"/>
                <a:ea typeface="Arial"/>
                <a:cs typeface="Arial"/>
              </a:defRPr>
            </a:lvl3pPr>
            <a:lvl4pPr>
              <a:defRPr sz="1350" b="0">
                <a:solidFill>
                  <a:srgbClr val="007D89"/>
                </a:solidFill>
                <a:latin typeface="Arial"/>
                <a:ea typeface="Arial"/>
                <a:cs typeface="Arial"/>
              </a:defRPr>
            </a:lvl4pPr>
            <a:lvl5pPr>
              <a:defRPr sz="1350" b="0">
                <a:solidFill>
                  <a:srgbClr val="007D89"/>
                </a:solidFill>
                <a:latin typeface="Arial"/>
                <a:ea typeface="Arial"/>
                <a:cs typeface="Arial"/>
              </a:defRPr>
            </a:lvl5pPr>
            <a:lvl6pPr>
              <a:defRPr sz="1350" b="0">
                <a:solidFill>
                  <a:srgbClr val="007D89"/>
                </a:solidFill>
                <a:latin typeface="Arial"/>
                <a:ea typeface="Arial"/>
                <a:cs typeface="Arial"/>
              </a:defRPr>
            </a:lvl6pPr>
            <a:lvl7pPr>
              <a:defRPr sz="1350" b="0">
                <a:solidFill>
                  <a:srgbClr val="007D89"/>
                </a:solidFill>
                <a:latin typeface="Arial"/>
                <a:ea typeface="Arial"/>
                <a:cs typeface="Arial"/>
              </a:defRPr>
            </a:lvl7pPr>
            <a:lvl8pPr>
              <a:defRPr sz="1350" b="0">
                <a:solidFill>
                  <a:srgbClr val="007D89"/>
                </a:solidFill>
                <a:latin typeface="Arial"/>
                <a:ea typeface="Arial"/>
                <a:cs typeface="Arial"/>
              </a:defRPr>
            </a:lvl8pPr>
            <a:lvl9pPr>
              <a:defRPr sz="1350" b="0">
                <a:solidFill>
                  <a:srgbClr val="007D89"/>
                </a:solidFill>
                <a:latin typeface="Arial"/>
                <a:ea typeface="Arial"/>
                <a:cs typeface="Arial"/>
              </a:defRPr>
            </a:lvl9pPr>
          </a:lstStyle>
          <a:p xmlns:a="http://schemas.openxmlformats.org/drawingml/2006/main">
            <a:pPr>
              <a:defRPr sz="1350" b="0">
                <a:solidFill>
                  <a:srgbClr val="007D89"/>
                </a:solidFill>
                <a:latin typeface="Arial"/>
                <a:ea typeface="Arial"/>
                <a:cs typeface="Arial"/>
              </a:defRPr>
            </a:pPr>
            <a:r>
              <a:rPr sz="1350" u="sng">
                <a:solidFill>
                  <a:srgbClr val="007D89"/>
                </a:solidFill>
                <a:latin typeface="Arial"/>
                <a:ea typeface="Arial"/>
                <a:cs typeface="Arial"/>
                <a:hlinkClick xmlns:r="http://schemas.openxmlformats.org/officeDocument/2006/relationships" r:id="Rb918a9a75c1043eb"/>
              </a:rPr>
              <a:t>Java: BSTPractice.java</a:t>
            </a:r>
          </a:p>
        </p:txBody>
      </p:sp>
    </p:spTree>
    <p:extLst>
      <p:ext uri="{BB962C8B-B14F-4D97-AF65-F5344CB8AC3E}">
        <p14:creationId xmlns:p14="http://schemas.microsoft.com/office/powerpoint/2010/main" val="879591418"/>
      </p:ext>
    </p:extLst>
  </p:cSld>
</p:sld>
</file>

<file path=ppt/slides/slide11.xml><?xml version="1.0" encoding="utf-8"?>
<p:sld xmlns:p="http://schemas.openxmlformats.org/presentationml/2006/main">
  <p:cSld>
    <p:bg>
      <p:bgPr>
        <a:solidFill xmlns:a="http://schemas.openxmlformats.org/drawingml/2006/main">
          <a:srgbClr val="FAFCFD"/>
        </a:solidFill>
      </p:bgPr>
    </p:bg>
    <p:spTree>
      <p:nvGrpSpPr>
        <p:cNvPr id="1" name=""/>
        <p:cNvGrpSpPr/>
        <p:nvPr/>
      </p:nvGrpSpPr>
      <p:grpSpPr>
        <a:xfrm xmlns:a="http://schemas.openxmlformats.org/drawingml/2006/main"/>
      </p:grpSpPr>
      <p:sp>
        <p:nvSpPr>
          <p:cNvPr id="5" name="text-0">
            <a:extLst xmlns:a="http://schemas.openxmlformats.org/drawingml/2006/main">
              <a:ext uri="{FF2B5EF4-FFF2-40B4-BE49-F238E27FC236}">
                <a16:creationId xmlns:a16="http://schemas.microsoft.com/office/drawing/2014/main" id="{04166CE0-4F2C-4757-93AB-F1DE7D927965}"/>
              </a:ext>
            </a:extLst>
          </p:cNvPr>
          <p:cNvSpPr>
            <a:spLocks xmlns:a="http://schemas.openxmlformats.org/drawingml/2006/main" noGrp="1"/>
          </p:cNvSpPr>
          <p:nvPr/>
        </p:nvSpPr>
        <p:spPr>
          <a:xfrm xmlns:a="http://schemas.openxmlformats.org/drawingml/2006/main">
            <a:off x="609600" y="419100"/>
            <a:ext cx="10953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lgn="l">
              <a:defRPr sz="3150" b="1">
                <a:solidFill>
                  <a:srgbClr val="142E42"/>
                </a:solidFill>
                <a:latin typeface="Arial"/>
                <a:ea typeface="Arial"/>
                <a:cs typeface="Arial"/>
              </a:defRPr>
            </a:defPPr>
            <a:lvl1pPr algn="l">
              <a:buNone/>
              <a:defRPr sz="3150" b="1">
                <a:solidFill>
                  <a:srgbClr val="142E42"/>
                </a:solidFill>
                <a:latin typeface="Arial"/>
                <a:ea typeface="Arial"/>
                <a:cs typeface="Arial"/>
              </a:defRPr>
            </a:lvl1pPr>
            <a:lvl2pPr algn="l">
              <a:buNone/>
              <a:defRPr sz="3150" b="1">
                <a:solidFill>
                  <a:srgbClr val="142E42"/>
                </a:solidFill>
                <a:latin typeface="Arial"/>
                <a:ea typeface="Arial"/>
                <a:cs typeface="Arial"/>
              </a:defRPr>
            </a:lvl2pPr>
            <a:lvl3pPr algn="l">
              <a:buNone/>
              <a:defRPr sz="3150" b="1">
                <a:solidFill>
                  <a:srgbClr val="142E42"/>
                </a:solidFill>
                <a:latin typeface="Arial"/>
                <a:ea typeface="Arial"/>
                <a:cs typeface="Arial"/>
              </a:defRPr>
            </a:lvl3pPr>
            <a:lvl4pPr algn="l">
              <a:buNone/>
              <a:defRPr sz="3150" b="1">
                <a:solidFill>
                  <a:srgbClr val="142E42"/>
                </a:solidFill>
                <a:latin typeface="Arial"/>
                <a:ea typeface="Arial"/>
                <a:cs typeface="Arial"/>
              </a:defRPr>
            </a:lvl4pPr>
            <a:lvl5pPr algn="l">
              <a:buNone/>
              <a:defRPr sz="3150" b="1">
                <a:solidFill>
                  <a:srgbClr val="142E42"/>
                </a:solidFill>
                <a:latin typeface="Arial"/>
                <a:ea typeface="Arial"/>
                <a:cs typeface="Arial"/>
              </a:defRPr>
            </a:lvl5pPr>
            <a:lvl6pPr algn="l">
              <a:buNone/>
              <a:defRPr sz="3150" b="1">
                <a:solidFill>
                  <a:srgbClr val="142E42"/>
                </a:solidFill>
                <a:latin typeface="Arial"/>
                <a:ea typeface="Arial"/>
                <a:cs typeface="Arial"/>
              </a:defRPr>
            </a:lvl6pPr>
            <a:lvl7pPr algn="l">
              <a:buNone/>
              <a:defRPr sz="3150" b="1">
                <a:solidFill>
                  <a:srgbClr val="142E42"/>
                </a:solidFill>
                <a:latin typeface="Arial"/>
                <a:ea typeface="Arial"/>
                <a:cs typeface="Arial"/>
              </a:defRPr>
            </a:lvl7pPr>
            <a:lvl8pPr algn="l">
              <a:buNone/>
              <a:defRPr sz="3150" b="1">
                <a:solidFill>
                  <a:srgbClr val="142E42"/>
                </a:solidFill>
                <a:latin typeface="Arial"/>
                <a:ea typeface="Arial"/>
                <a:cs typeface="Arial"/>
              </a:defRPr>
            </a:lvl8pPr>
            <a:lvl9pPr algn="l">
              <a:buNone/>
              <a:defRPr sz="3150" b="1">
                <a:solidFill>
                  <a:srgbClr val="142E42"/>
                </a:solidFill>
                <a:latin typeface="Arial"/>
                <a:ea typeface="Arial"/>
                <a:cs typeface="Arial"/>
              </a:defRPr>
            </a:lvl9pPr>
          </a:lstStyle>
          <a:p xmlns:a="http://schemas.openxmlformats.org/drawingml/2006/main">
            <a:pPr algn="l">
              <a:buNone/>
              <a:defRPr sz="3150" b="1">
                <a:solidFill>
                  <a:srgbClr val="142E42"/>
                </a:solidFill>
                <a:latin typeface="Arial"/>
                <a:ea typeface="Arial"/>
                <a:cs typeface="Arial"/>
              </a:defRPr>
            </a:pPr>
            <a:r>
              <a:rPr sz="3150" b="1">
                <a:solidFill>
                  <a:srgbClr val="142E42"/>
                </a:solidFill>
                <a:latin typeface="Arial"/>
                <a:ea typeface="Arial"/>
                <a:cs typeface="Arial"/>
              </a:rPr>
              <a:t>A linked representation in Java</a:t>
            </a:r>
          </a:p>
        </p:txBody>
      </p:sp>
      <p:sp>
        <p:nvSpPr>
          <p:cNvPr id="2" name="text-1">
            <a:extLst xmlns:a="http://schemas.openxmlformats.org/drawingml/2006/main">
              <a:ext uri="{FF2B5EF4-FFF2-40B4-BE49-F238E27FC236}">
                <a16:creationId xmlns:a16="http://schemas.microsoft.com/office/drawing/2014/main" id="{82E6AADE-3909-4889-921A-AFD1F300D2E7}"/>
              </a:ext>
            </a:extLst>
          </p:cNvPr>
          <p:cNvSpPr>
            <a:spLocks xmlns:a="http://schemas.openxmlformats.org/drawingml/2006/main" noGrp="1"/>
          </p:cNvSpPr>
          <p:nvPr/>
        </p:nvSpPr>
        <p:spPr>
          <a:xfrm xmlns:a="http://schemas.openxmlformats.org/drawingml/2006/main">
            <a:off x="11163300" y="6381750"/>
            <a:ext cx="476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lgn="l">
              <a:defRPr sz="1275" b="0">
                <a:solidFill>
                  <a:srgbClr val="4B6070"/>
                </a:solidFill>
                <a:latin typeface="Arial"/>
                <a:ea typeface="Arial"/>
                <a:cs typeface="Arial"/>
              </a:defRPr>
            </a:defPPr>
            <a:lvl1pPr algn="l">
              <a:buNone/>
              <a:defRPr sz="1275" b="0">
                <a:solidFill>
                  <a:srgbClr val="4B6070"/>
                </a:solidFill>
                <a:latin typeface="Arial"/>
                <a:ea typeface="Arial"/>
                <a:cs typeface="Arial"/>
              </a:defRPr>
            </a:lvl1pPr>
            <a:lvl2pPr algn="l">
              <a:buNone/>
              <a:defRPr sz="1275" b="0">
                <a:solidFill>
                  <a:srgbClr val="4B6070"/>
                </a:solidFill>
                <a:latin typeface="Arial"/>
                <a:ea typeface="Arial"/>
                <a:cs typeface="Arial"/>
              </a:defRPr>
            </a:lvl2pPr>
            <a:lvl3pPr algn="l">
              <a:buNone/>
              <a:defRPr sz="1275" b="0">
                <a:solidFill>
                  <a:srgbClr val="4B6070"/>
                </a:solidFill>
                <a:latin typeface="Arial"/>
                <a:ea typeface="Arial"/>
                <a:cs typeface="Arial"/>
              </a:defRPr>
            </a:lvl3pPr>
            <a:lvl4pPr algn="l">
              <a:buNone/>
              <a:defRPr sz="1275" b="0">
                <a:solidFill>
                  <a:srgbClr val="4B6070"/>
                </a:solidFill>
                <a:latin typeface="Arial"/>
                <a:ea typeface="Arial"/>
                <a:cs typeface="Arial"/>
              </a:defRPr>
            </a:lvl4pPr>
            <a:lvl5pPr algn="l">
              <a:buNone/>
              <a:defRPr sz="1275" b="0">
                <a:solidFill>
                  <a:srgbClr val="4B6070"/>
                </a:solidFill>
                <a:latin typeface="Arial"/>
                <a:ea typeface="Arial"/>
                <a:cs typeface="Arial"/>
              </a:defRPr>
            </a:lvl5pPr>
            <a:lvl6pPr algn="l">
              <a:buNone/>
              <a:defRPr sz="1275" b="0">
                <a:solidFill>
                  <a:srgbClr val="4B6070"/>
                </a:solidFill>
                <a:latin typeface="Arial"/>
                <a:ea typeface="Arial"/>
                <a:cs typeface="Arial"/>
              </a:defRPr>
            </a:lvl6pPr>
            <a:lvl7pPr algn="l">
              <a:buNone/>
              <a:defRPr sz="1275" b="0">
                <a:solidFill>
                  <a:srgbClr val="4B6070"/>
                </a:solidFill>
                <a:latin typeface="Arial"/>
                <a:ea typeface="Arial"/>
                <a:cs typeface="Arial"/>
              </a:defRPr>
            </a:lvl7pPr>
            <a:lvl8pPr algn="l">
              <a:buNone/>
              <a:defRPr sz="1275" b="0">
                <a:solidFill>
                  <a:srgbClr val="4B6070"/>
                </a:solidFill>
                <a:latin typeface="Arial"/>
                <a:ea typeface="Arial"/>
                <a:cs typeface="Arial"/>
              </a:defRPr>
            </a:lvl8pPr>
            <a:lvl9pPr algn="l">
              <a:buNone/>
              <a:defRPr sz="1275" b="0">
                <a:solidFill>
                  <a:srgbClr val="4B6070"/>
                </a:solidFill>
                <a:latin typeface="Arial"/>
                <a:ea typeface="Arial"/>
                <a:cs typeface="Arial"/>
              </a:defRPr>
            </a:lvl9pPr>
          </a:lstStyle>
          <a:p xmlns:a="http://schemas.openxmlformats.org/drawingml/2006/main">
            <a:pPr algn="l">
              <a:buNone/>
              <a:defRPr sz="1275" b="0">
                <a:solidFill>
                  <a:srgbClr val="4B6070"/>
                </a:solidFill>
                <a:latin typeface="Arial"/>
                <a:ea typeface="Arial"/>
                <a:cs typeface="Arial"/>
              </a:defRPr>
            </a:pPr>
            <a:r>
              <a:rPr sz="1275" b="0">
                <a:solidFill>
                  <a:srgbClr val="4B6070"/>
                </a:solidFill>
                <a:latin typeface="Arial"/>
                <a:ea typeface="Arial"/>
                <a:cs typeface="Arial"/>
              </a:rPr>
              <a:t>11</a:t>
            </a:r>
          </a:p>
        </p:txBody>
      </p:sp>
      <p:sp>
        <p:nvSpPr>
          <p:cNvPr id="3" name="text-2">
            <a:extLst xmlns:a="http://schemas.openxmlformats.org/drawingml/2006/main">
              <a:ext uri="{FF2B5EF4-FFF2-40B4-BE49-F238E27FC236}">
                <a16:creationId xmlns:a16="http://schemas.microsoft.com/office/drawing/2014/main" id="{2E86A904-A9F5-4897-9BB0-7BE80DF4546E}"/>
              </a:ext>
            </a:extLst>
          </p:cNvPr>
          <p:cNvSpPr>
            <a:spLocks xmlns:a="http://schemas.openxmlformats.org/drawingml/2006/main" noGrp="1"/>
          </p:cNvSpPr>
          <p:nvPr/>
        </p:nvSpPr>
        <p:spPr>
          <a:xfrm xmlns:a="http://schemas.openxmlformats.org/drawingml/2006/main">
            <a:off x="609600" y="1571625"/>
            <a:ext cx="10858500" cy="400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lgn="l">
              <a:defRPr sz="2025" b="0">
                <a:solidFill>
                  <a:srgbClr val="142E42"/>
                </a:solidFill>
                <a:latin typeface="Consolas"/>
                <a:ea typeface="Consolas"/>
                <a:cs typeface="Consolas"/>
              </a:defRPr>
            </a:defPPr>
            <a:lvl1pPr algn="l">
              <a:buNone/>
              <a:defRPr sz="2025" b="0">
                <a:solidFill>
                  <a:srgbClr val="142E42"/>
                </a:solidFill>
                <a:latin typeface="Consolas"/>
                <a:ea typeface="Consolas"/>
                <a:cs typeface="Consolas"/>
              </a:defRPr>
            </a:lvl1pPr>
            <a:lvl2pPr algn="l">
              <a:buNone/>
              <a:defRPr sz="2025" b="0">
                <a:solidFill>
                  <a:srgbClr val="142E42"/>
                </a:solidFill>
                <a:latin typeface="Consolas"/>
                <a:ea typeface="Consolas"/>
                <a:cs typeface="Consolas"/>
              </a:defRPr>
            </a:lvl2pPr>
            <a:lvl3pPr algn="l">
              <a:buNone/>
              <a:defRPr sz="2025" b="0">
                <a:solidFill>
                  <a:srgbClr val="142E42"/>
                </a:solidFill>
                <a:latin typeface="Consolas"/>
                <a:ea typeface="Consolas"/>
                <a:cs typeface="Consolas"/>
              </a:defRPr>
            </a:lvl3pPr>
            <a:lvl4pPr algn="l">
              <a:buNone/>
              <a:defRPr sz="2025" b="0">
                <a:solidFill>
                  <a:srgbClr val="142E42"/>
                </a:solidFill>
                <a:latin typeface="Consolas"/>
                <a:ea typeface="Consolas"/>
                <a:cs typeface="Consolas"/>
              </a:defRPr>
            </a:lvl4pPr>
            <a:lvl5pPr algn="l">
              <a:buNone/>
              <a:defRPr sz="2025" b="0">
                <a:solidFill>
                  <a:srgbClr val="142E42"/>
                </a:solidFill>
                <a:latin typeface="Consolas"/>
                <a:ea typeface="Consolas"/>
                <a:cs typeface="Consolas"/>
              </a:defRPr>
            </a:lvl5pPr>
            <a:lvl6pPr algn="l">
              <a:buNone/>
              <a:defRPr sz="2025" b="0">
                <a:solidFill>
                  <a:srgbClr val="142E42"/>
                </a:solidFill>
                <a:latin typeface="Consolas"/>
                <a:ea typeface="Consolas"/>
                <a:cs typeface="Consolas"/>
              </a:defRPr>
            </a:lvl6pPr>
            <a:lvl7pPr algn="l">
              <a:buNone/>
              <a:defRPr sz="2025" b="0">
                <a:solidFill>
                  <a:srgbClr val="142E42"/>
                </a:solidFill>
                <a:latin typeface="Consolas"/>
                <a:ea typeface="Consolas"/>
                <a:cs typeface="Consolas"/>
              </a:defRPr>
            </a:lvl7pPr>
            <a:lvl8pPr algn="l">
              <a:buNone/>
              <a:defRPr sz="2025" b="0">
                <a:solidFill>
                  <a:srgbClr val="142E42"/>
                </a:solidFill>
                <a:latin typeface="Consolas"/>
                <a:ea typeface="Consolas"/>
                <a:cs typeface="Consolas"/>
              </a:defRPr>
            </a:lvl8pPr>
            <a:lvl9pPr algn="l">
              <a:buNone/>
              <a:defRPr sz="2025" b="0">
                <a:solidFill>
                  <a:srgbClr val="142E42"/>
                </a:solidFill>
                <a:latin typeface="Consolas"/>
                <a:ea typeface="Consolas"/>
                <a:cs typeface="Consolas"/>
              </a:defRPr>
            </a:lvl9pPr>
          </a:lstStyle>
          <a:p xmlns:a="http://schemas.openxmlformats.org/drawingml/2006/main">
            <a:pPr algn="l">
              <a:buNone/>
              <a:defRPr sz="2025" b="0">
                <a:solidFill>
                  <a:srgbClr val="142E42"/>
                </a:solidFill>
                <a:latin typeface="Consolas"/>
                <a:ea typeface="Consolas"/>
                <a:cs typeface="Consolas"/>
              </a:defRPr>
            </a:pPr>
            <a:r>
              <a:rPr sz="2025" b="0">
                <a:solidFill>
                  <a:srgbClr val="142E42"/>
                </a:solidFill>
                <a:latin typeface="Consolas"/>
                <a:ea typeface="Consolas"/>
                <a:cs typeface="Consolas"/>
              </a:rPr>
              <a:t>class Node&lt;E&gt; {</a:t>
            </a:r>
          </a:p>
          <a:p xmlns:a="http://schemas.openxmlformats.org/drawingml/2006/main">
            <a:pPr algn="l">
              <a:buNone/>
              <a:defRPr sz="2025" b="0">
                <a:solidFill>
                  <a:srgbClr val="142E42"/>
                </a:solidFill>
                <a:latin typeface="Consolas"/>
                <a:ea typeface="Consolas"/>
                <a:cs typeface="Consolas"/>
              </a:defRPr>
            </a:pPr>
            <a:r>
              <a:rPr sz="2025" b="0">
                <a:solidFill>
                  <a:srgbClr val="142E42"/>
                </a:solidFill>
                <a:latin typeface="Consolas"/>
                <a:ea typeface="Consolas"/>
                <a:cs typeface="Consolas"/>
              </a:rPr>
              <a:t>    E key;</a:t>
            </a:r>
          </a:p>
          <a:p xmlns:a="http://schemas.openxmlformats.org/drawingml/2006/main">
            <a:pPr algn="l">
              <a:buNone/>
              <a:defRPr sz="2025" b="0">
                <a:solidFill>
                  <a:srgbClr val="142E42"/>
                </a:solidFill>
                <a:latin typeface="Consolas"/>
                <a:ea typeface="Consolas"/>
                <a:cs typeface="Consolas"/>
              </a:defRPr>
            </a:pPr>
            <a:r>
              <a:rPr sz="2025" b="0">
                <a:solidFill>
                  <a:srgbClr val="142E42"/>
                </a:solidFill>
                <a:latin typeface="Consolas"/>
                <a:ea typeface="Consolas"/>
                <a:cs typeface="Consolas"/>
              </a:rPr>
              <a:t>    Node&lt;E&gt; left, right;</a:t>
            </a:r>
          </a:p>
          <a:p xmlns:a="http://schemas.openxmlformats.org/drawingml/2006/main">
            <a:endParaRPr sz="2025" b="0">
              <a:solidFill>
                <a:srgbClr val="142E42"/>
              </a:solidFill>
              <a:latin typeface="Consolas"/>
              <a:ea typeface="Consolas"/>
              <a:cs typeface="Consolas"/>
            </a:endParaRPr>
          </a:p>
          <a:p xmlns:a="http://schemas.openxmlformats.org/drawingml/2006/main">
            <a:pPr algn="l">
              <a:buNone/>
              <a:defRPr sz="2025" b="0">
                <a:solidFill>
                  <a:srgbClr val="142E42"/>
                </a:solidFill>
                <a:latin typeface="Consolas"/>
                <a:ea typeface="Consolas"/>
                <a:cs typeface="Consolas"/>
              </a:defRPr>
            </a:pPr>
            <a:r>
              <a:rPr sz="2025" b="0">
                <a:solidFill>
                  <a:srgbClr val="142E42"/>
                </a:solidFill>
                <a:latin typeface="Consolas"/>
                <a:ea typeface="Consolas"/>
                <a:cs typeface="Consolas"/>
              </a:rPr>
              <a:t>    Node(E key) { this.key = key; }</a:t>
            </a:r>
          </a:p>
          <a:p xmlns:a="http://schemas.openxmlformats.org/drawingml/2006/main">
            <a:pPr algn="l">
              <a:buNone/>
              <a:defRPr sz="2025" b="0">
                <a:solidFill>
                  <a:srgbClr val="142E42"/>
                </a:solidFill>
                <a:latin typeface="Consolas"/>
                <a:ea typeface="Consolas"/>
                <a:cs typeface="Consolas"/>
              </a:defRPr>
            </a:pPr>
            <a:r>
              <a:rPr sz="2025" b="0">
                <a:solidFill>
                  <a:srgbClr val="142E42"/>
                </a:solidFill>
                <a:latin typeface="Consolas"/>
                <a:ea typeface="Consolas"/>
                <a:cs typeface="Consolas"/>
              </a:rPr>
              <a:t>}</a:t>
            </a:r>
          </a:p>
          <a:p xmlns:a="http://schemas.openxmlformats.org/drawingml/2006/main">
            <a:endParaRPr sz="2025" b="0">
              <a:solidFill>
                <a:srgbClr val="142E42"/>
              </a:solidFill>
              <a:latin typeface="Consolas"/>
              <a:ea typeface="Consolas"/>
              <a:cs typeface="Consolas"/>
            </a:endParaRPr>
          </a:p>
          <a:p xmlns:a="http://schemas.openxmlformats.org/drawingml/2006/main">
            <a:pPr algn="l">
              <a:buNone/>
              <a:defRPr sz="2025" b="0">
                <a:solidFill>
                  <a:srgbClr val="142E42"/>
                </a:solidFill>
                <a:latin typeface="Consolas"/>
                <a:ea typeface="Consolas"/>
                <a:cs typeface="Consolas"/>
              </a:defRPr>
            </a:pPr>
            <a:r>
              <a:rPr sz="2025" b="0">
                <a:solidFill>
                  <a:srgbClr val="142E42"/>
                </a:solidFill>
                <a:latin typeface="Consolas"/>
                <a:ea typeface="Consolas"/>
                <a:cs typeface="Consolas"/>
              </a:rPr>
              <a:t>class BST&lt;E extends Comparable&lt;? super E&gt;&gt; {</a:t>
            </a:r>
          </a:p>
          <a:p xmlns:a="http://schemas.openxmlformats.org/drawingml/2006/main">
            <a:pPr algn="l">
              <a:buNone/>
              <a:defRPr sz="2025" b="0">
                <a:solidFill>
                  <a:srgbClr val="142E42"/>
                </a:solidFill>
                <a:latin typeface="Consolas"/>
                <a:ea typeface="Consolas"/>
                <a:cs typeface="Consolas"/>
              </a:defRPr>
            </a:pPr>
            <a:r>
              <a:rPr sz="2025" b="0">
                <a:solidFill>
                  <a:srgbClr val="142E42"/>
                </a:solidFill>
                <a:latin typeface="Consolas"/>
                <a:ea typeface="Consolas"/>
                <a:cs typeface="Consolas"/>
              </a:rPr>
              <a:t>    private Node&lt;E&gt; root;</a:t>
            </a:r>
          </a:p>
          <a:p xmlns:a="http://schemas.openxmlformats.org/drawingml/2006/main">
            <a:pPr algn="l">
              <a:buNone/>
              <a:defRPr sz="2025" b="0">
                <a:solidFill>
                  <a:srgbClr val="142E42"/>
                </a:solidFill>
                <a:latin typeface="Consolas"/>
                <a:ea typeface="Consolas"/>
                <a:cs typeface="Consolas"/>
              </a:defRPr>
            </a:pPr>
            <a:r>
              <a:rPr sz="2025" b="0">
                <a:solidFill>
                  <a:srgbClr val="142E42"/>
                </a:solidFill>
                <a:latin typeface="Consolas"/>
                <a:ea typeface="Consolas"/>
                <a:cs typeface="Consolas"/>
              </a:rPr>
              <a:t>    private int size;</a:t>
            </a:r>
          </a:p>
          <a:p xmlns:a="http://schemas.openxmlformats.org/drawingml/2006/main">
            <a:pPr algn="l">
              <a:buNone/>
              <a:defRPr sz="2025" b="0">
                <a:solidFill>
                  <a:srgbClr val="142E42"/>
                </a:solidFill>
                <a:latin typeface="Consolas"/>
                <a:ea typeface="Consolas"/>
                <a:cs typeface="Consolas"/>
              </a:defRPr>
            </a:pPr>
            <a:r>
              <a:rPr sz="2025" b="0">
                <a:solidFill>
                  <a:srgbClr val="142E42"/>
                </a:solidFill>
                <a:latin typeface="Consolas"/>
                <a:ea typeface="Consolas"/>
                <a:cs typeface="Consolas"/>
              </a:rPr>
              <a:t>    // Methods follow.</a:t>
            </a:r>
          </a:p>
          <a:p xmlns:a="http://schemas.openxmlformats.org/drawingml/2006/main">
            <a:pPr algn="l">
              <a:buNone/>
              <a:defRPr sz="2025" b="0">
                <a:solidFill>
                  <a:srgbClr val="142E42"/>
                </a:solidFill>
                <a:latin typeface="Consolas"/>
                <a:ea typeface="Consolas"/>
                <a:cs typeface="Consolas"/>
              </a:defRPr>
            </a:pPr>
            <a:r>
              <a:rPr sz="2025" b="0">
                <a:solidFill>
                  <a:srgbClr val="142E42"/>
                </a:solidFill>
                <a:latin typeface="Consolas"/>
                <a:ea typeface="Consolas"/>
                <a:cs typeface="Consolas"/>
              </a:rPr>
              <a:t>}</a:t>
            </a:r>
          </a:p>
        </p:txBody>
      </p:sp>
      <p:sp>
        <p:nvSpPr>
          <p:cNvPr id="4" name="text-3">
            <a:extLst xmlns:a="http://schemas.openxmlformats.org/drawingml/2006/main">
              <a:ext uri="{FF2B5EF4-FFF2-40B4-BE49-F238E27FC236}">
                <a16:creationId xmlns:a16="http://schemas.microsoft.com/office/drawing/2014/main" id="{F77258C3-D891-4D84-A950-0148CC785E88}"/>
              </a:ext>
            </a:extLst>
          </p:cNvPr>
          <p:cNvSpPr>
            <a:spLocks xmlns:a="http://schemas.openxmlformats.org/drawingml/2006/main" noGrp="1"/>
          </p:cNvSpPr>
          <p:nvPr/>
        </p:nvSpPr>
        <p:spPr>
          <a:xfrm xmlns:a="http://schemas.openxmlformats.org/drawingml/2006/main">
            <a:off x="609600" y="5800725"/>
            <a:ext cx="104775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lgn="l">
              <a:defRPr sz="1800" b="1">
                <a:solidFill>
                  <a:srgbClr val="007C83"/>
                </a:solidFill>
                <a:latin typeface="Arial"/>
                <a:ea typeface="Arial"/>
                <a:cs typeface="Arial"/>
              </a:defRPr>
            </a:defPPr>
            <a:lvl1pPr algn="l">
              <a:buNone/>
              <a:defRPr sz="1800" b="1">
                <a:solidFill>
                  <a:srgbClr val="007C83"/>
                </a:solidFill>
                <a:latin typeface="Arial"/>
                <a:ea typeface="Arial"/>
                <a:cs typeface="Arial"/>
              </a:defRPr>
            </a:lvl1pPr>
            <a:lvl2pPr algn="l">
              <a:buNone/>
              <a:defRPr sz="1800" b="1">
                <a:solidFill>
                  <a:srgbClr val="007C83"/>
                </a:solidFill>
                <a:latin typeface="Arial"/>
                <a:ea typeface="Arial"/>
                <a:cs typeface="Arial"/>
              </a:defRPr>
            </a:lvl2pPr>
            <a:lvl3pPr algn="l">
              <a:buNone/>
              <a:defRPr sz="1800" b="1">
                <a:solidFill>
                  <a:srgbClr val="007C83"/>
                </a:solidFill>
                <a:latin typeface="Arial"/>
                <a:ea typeface="Arial"/>
                <a:cs typeface="Arial"/>
              </a:defRPr>
            </a:lvl3pPr>
            <a:lvl4pPr algn="l">
              <a:buNone/>
              <a:defRPr sz="1800" b="1">
                <a:solidFill>
                  <a:srgbClr val="007C83"/>
                </a:solidFill>
                <a:latin typeface="Arial"/>
                <a:ea typeface="Arial"/>
                <a:cs typeface="Arial"/>
              </a:defRPr>
            </a:lvl4pPr>
            <a:lvl5pPr algn="l">
              <a:buNone/>
              <a:defRPr sz="1800" b="1">
                <a:solidFill>
                  <a:srgbClr val="007C83"/>
                </a:solidFill>
                <a:latin typeface="Arial"/>
                <a:ea typeface="Arial"/>
                <a:cs typeface="Arial"/>
              </a:defRPr>
            </a:lvl5pPr>
            <a:lvl6pPr algn="l">
              <a:buNone/>
              <a:defRPr sz="1800" b="1">
                <a:solidFill>
                  <a:srgbClr val="007C83"/>
                </a:solidFill>
                <a:latin typeface="Arial"/>
                <a:ea typeface="Arial"/>
                <a:cs typeface="Arial"/>
              </a:defRPr>
            </a:lvl6pPr>
            <a:lvl7pPr algn="l">
              <a:buNone/>
              <a:defRPr sz="1800" b="1">
                <a:solidFill>
                  <a:srgbClr val="007C83"/>
                </a:solidFill>
                <a:latin typeface="Arial"/>
                <a:ea typeface="Arial"/>
                <a:cs typeface="Arial"/>
              </a:defRPr>
            </a:lvl7pPr>
            <a:lvl8pPr algn="l">
              <a:buNone/>
              <a:defRPr sz="1800" b="1">
                <a:solidFill>
                  <a:srgbClr val="007C83"/>
                </a:solidFill>
                <a:latin typeface="Arial"/>
                <a:ea typeface="Arial"/>
                <a:cs typeface="Arial"/>
              </a:defRPr>
            </a:lvl8pPr>
            <a:lvl9pPr algn="l">
              <a:buNone/>
              <a:defRPr sz="1800" b="1">
                <a:solidFill>
                  <a:srgbClr val="007C83"/>
                </a:solidFill>
                <a:latin typeface="Arial"/>
                <a:ea typeface="Arial"/>
                <a:cs typeface="Arial"/>
              </a:defRPr>
            </a:lvl9pPr>
          </a:lstStyle>
          <a:p xmlns:a="http://schemas.openxmlformats.org/drawingml/2006/main">
            <a:pPr algn="l">
              <a:buNone/>
              <a:defRPr sz="1800" b="1">
                <a:solidFill>
                  <a:srgbClr val="007C83"/>
                </a:solidFill>
                <a:latin typeface="Arial"/>
                <a:ea typeface="Arial"/>
                <a:cs typeface="Arial"/>
              </a:defRPr>
            </a:pPr>
            <a:r>
              <a:rPr sz="1800" b="1">
                <a:solidFill>
                  <a:srgbClr val="007C83"/>
                </a:solidFill>
                <a:latin typeface="Arial"/>
                <a:ea typeface="Arial"/>
                <a:cs typeface="Arial"/>
              </a:rPr>
              <a:t>A missing child uses null. The tree stores a root reference and a size.</a:t>
            </a:r>
          </a:p>
        </p:txBody>
      </p:sp>
      <p:sp>
        <p:nvSpPr>
          <p:cNvPr id="6" name="local-java-Node">
            <a:extLst xmlns:a="http://schemas.openxmlformats.org/drawingml/2006/main">
              <a:ext uri="{FF2B5EF4-FFF2-40B4-BE49-F238E27FC236}">
                <a16:creationId xmlns:a16="http://schemas.microsoft.com/office/drawing/2014/main" id="{4FB3D608-A5C7-4688-9812-8F6D10CA7826}"/>
              </a:ext>
            </a:extLst>
          </p:cNvPr>
          <p:cNvSpPr>
            <a:spLocks xmlns:a="http://schemas.openxmlformats.org/drawingml/2006/main" noGrp="1"/>
          </p:cNvSpPr>
          <p:nvPr/>
        </p:nvSpPr>
        <p:spPr>
          <a:xfrm xmlns:a="http://schemas.openxmlformats.org/drawingml/2006/main">
            <a:off x="609600" y="6134100"/>
            <a:ext cx="357187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350" b="0">
                <a:solidFill>
                  <a:srgbClr val="007D89"/>
                </a:solidFill>
                <a:latin typeface="Arial"/>
                <a:ea typeface="Arial"/>
                <a:cs typeface="Arial"/>
              </a:defRPr>
            </a:defPPr>
            <a:lvl1pPr>
              <a:defRPr sz="1350" b="0">
                <a:solidFill>
                  <a:srgbClr val="007D89"/>
                </a:solidFill>
                <a:latin typeface="Arial"/>
                <a:ea typeface="Arial"/>
                <a:cs typeface="Arial"/>
              </a:defRPr>
            </a:lvl1pPr>
            <a:lvl2pPr>
              <a:defRPr sz="1350" b="0">
                <a:solidFill>
                  <a:srgbClr val="007D89"/>
                </a:solidFill>
                <a:latin typeface="Arial"/>
                <a:ea typeface="Arial"/>
                <a:cs typeface="Arial"/>
              </a:defRPr>
            </a:lvl2pPr>
            <a:lvl3pPr>
              <a:defRPr sz="1350" b="0">
                <a:solidFill>
                  <a:srgbClr val="007D89"/>
                </a:solidFill>
                <a:latin typeface="Arial"/>
                <a:ea typeface="Arial"/>
                <a:cs typeface="Arial"/>
              </a:defRPr>
            </a:lvl3pPr>
            <a:lvl4pPr>
              <a:defRPr sz="1350" b="0">
                <a:solidFill>
                  <a:srgbClr val="007D89"/>
                </a:solidFill>
                <a:latin typeface="Arial"/>
                <a:ea typeface="Arial"/>
                <a:cs typeface="Arial"/>
              </a:defRPr>
            </a:lvl4pPr>
            <a:lvl5pPr>
              <a:defRPr sz="1350" b="0">
                <a:solidFill>
                  <a:srgbClr val="007D89"/>
                </a:solidFill>
                <a:latin typeface="Arial"/>
                <a:ea typeface="Arial"/>
                <a:cs typeface="Arial"/>
              </a:defRPr>
            </a:lvl5pPr>
            <a:lvl6pPr>
              <a:defRPr sz="1350" b="0">
                <a:solidFill>
                  <a:srgbClr val="007D89"/>
                </a:solidFill>
                <a:latin typeface="Arial"/>
                <a:ea typeface="Arial"/>
                <a:cs typeface="Arial"/>
              </a:defRPr>
            </a:lvl6pPr>
            <a:lvl7pPr>
              <a:defRPr sz="1350" b="0">
                <a:solidFill>
                  <a:srgbClr val="007D89"/>
                </a:solidFill>
                <a:latin typeface="Arial"/>
                <a:ea typeface="Arial"/>
                <a:cs typeface="Arial"/>
              </a:defRPr>
            </a:lvl7pPr>
            <a:lvl8pPr>
              <a:defRPr sz="1350" b="0">
                <a:solidFill>
                  <a:srgbClr val="007D89"/>
                </a:solidFill>
                <a:latin typeface="Arial"/>
                <a:ea typeface="Arial"/>
                <a:cs typeface="Arial"/>
              </a:defRPr>
            </a:lvl8pPr>
            <a:lvl9pPr>
              <a:defRPr sz="1350" b="0">
                <a:solidFill>
                  <a:srgbClr val="007D89"/>
                </a:solidFill>
                <a:latin typeface="Arial"/>
                <a:ea typeface="Arial"/>
                <a:cs typeface="Arial"/>
              </a:defRPr>
            </a:lvl9pPr>
          </a:lstStyle>
          <a:p xmlns:a="http://schemas.openxmlformats.org/drawingml/2006/main">
            <a:pPr>
              <a:defRPr sz="1350" b="0">
                <a:solidFill>
                  <a:srgbClr val="007D89"/>
                </a:solidFill>
                <a:latin typeface="Arial"/>
                <a:ea typeface="Arial"/>
                <a:cs typeface="Arial"/>
              </a:defRPr>
            </a:pPr>
            <a:r>
              <a:rPr sz="1350" u="sng">
                <a:solidFill>
                  <a:srgbClr val="007D89"/>
                </a:solidFill>
                <a:latin typeface="Arial"/>
                <a:ea typeface="Arial"/>
                <a:cs typeface="Arial"/>
                <a:hlinkClick xmlns:r="http://schemas.openxmlformats.org/officeDocument/2006/relationships" r:id="R56ea29222c184e55"/>
              </a:rPr>
              <a:t>Java: Node.java</a:t>
            </a:r>
          </a:p>
        </p:txBody>
      </p:sp>
      <p:sp>
        <p:nvSpPr>
          <p:cNvPr id="7" name="local-java-BST">
            <a:extLst xmlns:a="http://schemas.openxmlformats.org/drawingml/2006/main">
              <a:ext uri="{FF2B5EF4-FFF2-40B4-BE49-F238E27FC236}">
                <a16:creationId xmlns:a16="http://schemas.microsoft.com/office/drawing/2014/main" id="{0C80A357-6AD6-4067-9A74-E650BF9AF8A1}"/>
              </a:ext>
            </a:extLst>
          </p:cNvPr>
          <p:cNvSpPr>
            <a:spLocks xmlns:a="http://schemas.openxmlformats.org/drawingml/2006/main" noGrp="1"/>
          </p:cNvSpPr>
          <p:nvPr/>
        </p:nvSpPr>
        <p:spPr>
          <a:xfrm xmlns:a="http://schemas.openxmlformats.org/drawingml/2006/main">
            <a:off x="4229100" y="6134100"/>
            <a:ext cx="357187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350" b="0">
                <a:solidFill>
                  <a:srgbClr val="007D89"/>
                </a:solidFill>
                <a:latin typeface="Arial"/>
                <a:ea typeface="Arial"/>
                <a:cs typeface="Arial"/>
              </a:defRPr>
            </a:defPPr>
            <a:lvl1pPr>
              <a:defRPr sz="1350" b="0">
                <a:solidFill>
                  <a:srgbClr val="007D89"/>
                </a:solidFill>
                <a:latin typeface="Arial"/>
                <a:ea typeface="Arial"/>
                <a:cs typeface="Arial"/>
              </a:defRPr>
            </a:lvl1pPr>
            <a:lvl2pPr>
              <a:defRPr sz="1350" b="0">
                <a:solidFill>
                  <a:srgbClr val="007D89"/>
                </a:solidFill>
                <a:latin typeface="Arial"/>
                <a:ea typeface="Arial"/>
                <a:cs typeface="Arial"/>
              </a:defRPr>
            </a:lvl2pPr>
            <a:lvl3pPr>
              <a:defRPr sz="1350" b="0">
                <a:solidFill>
                  <a:srgbClr val="007D89"/>
                </a:solidFill>
                <a:latin typeface="Arial"/>
                <a:ea typeface="Arial"/>
                <a:cs typeface="Arial"/>
              </a:defRPr>
            </a:lvl3pPr>
            <a:lvl4pPr>
              <a:defRPr sz="1350" b="0">
                <a:solidFill>
                  <a:srgbClr val="007D89"/>
                </a:solidFill>
                <a:latin typeface="Arial"/>
                <a:ea typeface="Arial"/>
                <a:cs typeface="Arial"/>
              </a:defRPr>
            </a:lvl4pPr>
            <a:lvl5pPr>
              <a:defRPr sz="1350" b="0">
                <a:solidFill>
                  <a:srgbClr val="007D89"/>
                </a:solidFill>
                <a:latin typeface="Arial"/>
                <a:ea typeface="Arial"/>
                <a:cs typeface="Arial"/>
              </a:defRPr>
            </a:lvl5pPr>
            <a:lvl6pPr>
              <a:defRPr sz="1350" b="0">
                <a:solidFill>
                  <a:srgbClr val="007D89"/>
                </a:solidFill>
                <a:latin typeface="Arial"/>
                <a:ea typeface="Arial"/>
                <a:cs typeface="Arial"/>
              </a:defRPr>
            </a:lvl6pPr>
            <a:lvl7pPr>
              <a:defRPr sz="1350" b="0">
                <a:solidFill>
                  <a:srgbClr val="007D89"/>
                </a:solidFill>
                <a:latin typeface="Arial"/>
                <a:ea typeface="Arial"/>
                <a:cs typeface="Arial"/>
              </a:defRPr>
            </a:lvl7pPr>
            <a:lvl8pPr>
              <a:defRPr sz="1350" b="0">
                <a:solidFill>
                  <a:srgbClr val="007D89"/>
                </a:solidFill>
                <a:latin typeface="Arial"/>
                <a:ea typeface="Arial"/>
                <a:cs typeface="Arial"/>
              </a:defRPr>
            </a:lvl8pPr>
            <a:lvl9pPr>
              <a:defRPr sz="1350" b="0">
                <a:solidFill>
                  <a:srgbClr val="007D89"/>
                </a:solidFill>
                <a:latin typeface="Arial"/>
                <a:ea typeface="Arial"/>
                <a:cs typeface="Arial"/>
              </a:defRPr>
            </a:lvl9pPr>
          </a:lstStyle>
          <a:p xmlns:a="http://schemas.openxmlformats.org/drawingml/2006/main">
            <a:pPr>
              <a:defRPr sz="1350" b="0">
                <a:solidFill>
                  <a:srgbClr val="007D89"/>
                </a:solidFill>
                <a:latin typeface="Arial"/>
                <a:ea typeface="Arial"/>
                <a:cs typeface="Arial"/>
              </a:defRPr>
            </a:pPr>
            <a:r>
              <a:rPr sz="1350" u="sng">
                <a:solidFill>
                  <a:srgbClr val="007D89"/>
                </a:solidFill>
                <a:latin typeface="Arial"/>
                <a:ea typeface="Arial"/>
                <a:cs typeface="Arial"/>
                <a:hlinkClick xmlns:r="http://schemas.openxmlformats.org/officeDocument/2006/relationships" r:id="R110e6ccbb7d04751"/>
              </a:rPr>
              <a:t>Java: BST.java</a:t>
            </a:r>
          </a:p>
        </p:txBody>
      </p:sp>
    </p:spTree>
    <p:extLst>
      <p:ext uri="{BB962C8B-B14F-4D97-AF65-F5344CB8AC3E}">
        <p14:creationId xmlns:p14="http://schemas.microsoft.com/office/powerpoint/2010/main" val="783138179"/>
      </p:ext>
    </p:extLst>
  </p:cSld>
</p:sld>
</file>

<file path=ppt/slides/slide12.xml><?xml version="1.0" encoding="utf-8"?>
<p:sld xmlns:p="http://schemas.openxmlformats.org/presentationml/2006/main">
  <p:cSld>
    <p:bg>
      <p:bgPr>
        <a:solidFill xmlns:a="http://schemas.openxmlformats.org/drawingml/2006/main">
          <a:srgbClr val="FAFCFD"/>
        </a:solidFill>
      </p:bgPr>
    </p:bg>
    <p:spTree>
      <p:nvGrpSpPr>
        <p:cNvPr id="1" name=""/>
        <p:cNvGrpSpPr/>
        <p:nvPr/>
      </p:nvGrpSpPr>
      <p:grpSpPr>
        <a:xfrm xmlns:a="http://schemas.openxmlformats.org/drawingml/2006/main"/>
      </p:grpSpPr>
      <p:sp>
        <p:nvSpPr>
          <p:cNvPr id="6" name="text-0">
            <a:extLst xmlns:a="http://schemas.openxmlformats.org/drawingml/2006/main">
              <a:ext uri="{FF2B5EF4-FFF2-40B4-BE49-F238E27FC236}">
                <a16:creationId xmlns:a16="http://schemas.microsoft.com/office/drawing/2014/main" id="{34662D4B-6E32-49D3-A345-143F811B9C85}"/>
              </a:ext>
            </a:extLst>
          </p:cNvPr>
          <p:cNvSpPr>
            <a:spLocks xmlns:a="http://schemas.openxmlformats.org/drawingml/2006/main" noGrp="1"/>
          </p:cNvSpPr>
          <p:nvPr/>
        </p:nvSpPr>
        <p:spPr>
          <a:xfrm xmlns:a="http://schemas.openxmlformats.org/drawingml/2006/main">
            <a:off x="609600" y="419100"/>
            <a:ext cx="10953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lgn="l">
              <a:defRPr sz="3150" b="1">
                <a:solidFill>
                  <a:srgbClr val="142E42"/>
                </a:solidFill>
                <a:latin typeface="Arial"/>
                <a:ea typeface="Arial"/>
                <a:cs typeface="Arial"/>
              </a:defRPr>
            </a:defPPr>
            <a:lvl1pPr algn="l">
              <a:buNone/>
              <a:defRPr sz="3150" b="1">
                <a:solidFill>
                  <a:srgbClr val="142E42"/>
                </a:solidFill>
                <a:latin typeface="Arial"/>
                <a:ea typeface="Arial"/>
                <a:cs typeface="Arial"/>
              </a:defRPr>
            </a:lvl1pPr>
            <a:lvl2pPr algn="l">
              <a:buNone/>
              <a:defRPr sz="3150" b="1">
                <a:solidFill>
                  <a:srgbClr val="142E42"/>
                </a:solidFill>
                <a:latin typeface="Arial"/>
                <a:ea typeface="Arial"/>
                <a:cs typeface="Arial"/>
              </a:defRPr>
            </a:lvl2pPr>
            <a:lvl3pPr algn="l">
              <a:buNone/>
              <a:defRPr sz="3150" b="1">
                <a:solidFill>
                  <a:srgbClr val="142E42"/>
                </a:solidFill>
                <a:latin typeface="Arial"/>
                <a:ea typeface="Arial"/>
                <a:cs typeface="Arial"/>
              </a:defRPr>
            </a:lvl3pPr>
            <a:lvl4pPr algn="l">
              <a:buNone/>
              <a:defRPr sz="3150" b="1">
                <a:solidFill>
                  <a:srgbClr val="142E42"/>
                </a:solidFill>
                <a:latin typeface="Arial"/>
                <a:ea typeface="Arial"/>
                <a:cs typeface="Arial"/>
              </a:defRPr>
            </a:lvl4pPr>
            <a:lvl5pPr algn="l">
              <a:buNone/>
              <a:defRPr sz="3150" b="1">
                <a:solidFill>
                  <a:srgbClr val="142E42"/>
                </a:solidFill>
                <a:latin typeface="Arial"/>
                <a:ea typeface="Arial"/>
                <a:cs typeface="Arial"/>
              </a:defRPr>
            </a:lvl5pPr>
            <a:lvl6pPr algn="l">
              <a:buNone/>
              <a:defRPr sz="3150" b="1">
                <a:solidFill>
                  <a:srgbClr val="142E42"/>
                </a:solidFill>
                <a:latin typeface="Arial"/>
                <a:ea typeface="Arial"/>
                <a:cs typeface="Arial"/>
              </a:defRPr>
            </a:lvl6pPr>
            <a:lvl7pPr algn="l">
              <a:buNone/>
              <a:defRPr sz="3150" b="1">
                <a:solidFill>
                  <a:srgbClr val="142E42"/>
                </a:solidFill>
                <a:latin typeface="Arial"/>
                <a:ea typeface="Arial"/>
                <a:cs typeface="Arial"/>
              </a:defRPr>
            </a:lvl7pPr>
            <a:lvl8pPr algn="l">
              <a:buNone/>
              <a:defRPr sz="3150" b="1">
                <a:solidFill>
                  <a:srgbClr val="142E42"/>
                </a:solidFill>
                <a:latin typeface="Arial"/>
                <a:ea typeface="Arial"/>
                <a:cs typeface="Arial"/>
              </a:defRPr>
            </a:lvl8pPr>
            <a:lvl9pPr algn="l">
              <a:buNone/>
              <a:defRPr sz="3150" b="1">
                <a:solidFill>
                  <a:srgbClr val="142E42"/>
                </a:solidFill>
                <a:latin typeface="Arial"/>
                <a:ea typeface="Arial"/>
                <a:cs typeface="Arial"/>
              </a:defRPr>
            </a:lvl9pPr>
          </a:lstStyle>
          <a:p xmlns:a="http://schemas.openxmlformats.org/drawingml/2006/main">
            <a:pPr algn="l">
              <a:buNone/>
              <a:defRPr sz="3150" b="1">
                <a:solidFill>
                  <a:srgbClr val="142E42"/>
                </a:solidFill>
                <a:latin typeface="Arial"/>
                <a:ea typeface="Arial"/>
                <a:cs typeface="Arial"/>
              </a:defRPr>
            </a:pPr>
            <a:r>
              <a:rPr sz="3150" b="1">
                <a:solidFill>
                  <a:srgbClr val="142E42"/>
                </a:solidFill>
                <a:latin typeface="Arial"/>
                <a:ea typeface="Arial"/>
                <a:cs typeface="Arial"/>
              </a:rPr>
              <a:t>The Tree interface and BST implementation</a:t>
            </a:r>
          </a:p>
        </p:txBody>
      </p:sp>
      <p:sp>
        <p:nvSpPr>
          <p:cNvPr id="2" name="text-1">
            <a:extLst xmlns:a="http://schemas.openxmlformats.org/drawingml/2006/main">
              <a:ext uri="{FF2B5EF4-FFF2-40B4-BE49-F238E27FC236}">
                <a16:creationId xmlns:a16="http://schemas.microsoft.com/office/drawing/2014/main" id="{55559249-3EB4-4E3D-B701-050F9DB34037}"/>
              </a:ext>
            </a:extLst>
          </p:cNvPr>
          <p:cNvSpPr>
            <a:spLocks xmlns:a="http://schemas.openxmlformats.org/drawingml/2006/main" noGrp="1"/>
          </p:cNvSpPr>
          <p:nvPr/>
        </p:nvSpPr>
        <p:spPr>
          <a:xfrm xmlns:a="http://schemas.openxmlformats.org/drawingml/2006/main">
            <a:off x="11163300" y="6381750"/>
            <a:ext cx="476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lgn="l">
              <a:defRPr sz="1275" b="0">
                <a:solidFill>
                  <a:srgbClr val="4B6070"/>
                </a:solidFill>
                <a:latin typeface="Arial"/>
                <a:ea typeface="Arial"/>
                <a:cs typeface="Arial"/>
              </a:defRPr>
            </a:defPPr>
            <a:lvl1pPr algn="l">
              <a:buNone/>
              <a:defRPr sz="1275" b="0">
                <a:solidFill>
                  <a:srgbClr val="4B6070"/>
                </a:solidFill>
                <a:latin typeface="Arial"/>
                <a:ea typeface="Arial"/>
                <a:cs typeface="Arial"/>
              </a:defRPr>
            </a:lvl1pPr>
            <a:lvl2pPr algn="l">
              <a:buNone/>
              <a:defRPr sz="1275" b="0">
                <a:solidFill>
                  <a:srgbClr val="4B6070"/>
                </a:solidFill>
                <a:latin typeface="Arial"/>
                <a:ea typeface="Arial"/>
                <a:cs typeface="Arial"/>
              </a:defRPr>
            </a:lvl2pPr>
            <a:lvl3pPr algn="l">
              <a:buNone/>
              <a:defRPr sz="1275" b="0">
                <a:solidFill>
                  <a:srgbClr val="4B6070"/>
                </a:solidFill>
                <a:latin typeface="Arial"/>
                <a:ea typeface="Arial"/>
                <a:cs typeface="Arial"/>
              </a:defRPr>
            </a:lvl3pPr>
            <a:lvl4pPr algn="l">
              <a:buNone/>
              <a:defRPr sz="1275" b="0">
                <a:solidFill>
                  <a:srgbClr val="4B6070"/>
                </a:solidFill>
                <a:latin typeface="Arial"/>
                <a:ea typeface="Arial"/>
                <a:cs typeface="Arial"/>
              </a:defRPr>
            </a:lvl4pPr>
            <a:lvl5pPr algn="l">
              <a:buNone/>
              <a:defRPr sz="1275" b="0">
                <a:solidFill>
                  <a:srgbClr val="4B6070"/>
                </a:solidFill>
                <a:latin typeface="Arial"/>
                <a:ea typeface="Arial"/>
                <a:cs typeface="Arial"/>
              </a:defRPr>
            </a:lvl5pPr>
            <a:lvl6pPr algn="l">
              <a:buNone/>
              <a:defRPr sz="1275" b="0">
                <a:solidFill>
                  <a:srgbClr val="4B6070"/>
                </a:solidFill>
                <a:latin typeface="Arial"/>
                <a:ea typeface="Arial"/>
                <a:cs typeface="Arial"/>
              </a:defRPr>
            </a:lvl6pPr>
            <a:lvl7pPr algn="l">
              <a:buNone/>
              <a:defRPr sz="1275" b="0">
                <a:solidFill>
                  <a:srgbClr val="4B6070"/>
                </a:solidFill>
                <a:latin typeface="Arial"/>
                <a:ea typeface="Arial"/>
                <a:cs typeface="Arial"/>
              </a:defRPr>
            </a:lvl7pPr>
            <a:lvl8pPr algn="l">
              <a:buNone/>
              <a:defRPr sz="1275" b="0">
                <a:solidFill>
                  <a:srgbClr val="4B6070"/>
                </a:solidFill>
                <a:latin typeface="Arial"/>
                <a:ea typeface="Arial"/>
                <a:cs typeface="Arial"/>
              </a:defRPr>
            </a:lvl8pPr>
            <a:lvl9pPr algn="l">
              <a:buNone/>
              <a:defRPr sz="1275" b="0">
                <a:solidFill>
                  <a:srgbClr val="4B6070"/>
                </a:solidFill>
                <a:latin typeface="Arial"/>
                <a:ea typeface="Arial"/>
                <a:cs typeface="Arial"/>
              </a:defRPr>
            </a:lvl9pPr>
          </a:lstStyle>
          <a:p xmlns:a="http://schemas.openxmlformats.org/drawingml/2006/main">
            <a:pPr algn="l">
              <a:buNone/>
              <a:defRPr sz="1275" b="0">
                <a:solidFill>
                  <a:srgbClr val="4B6070"/>
                </a:solidFill>
                <a:latin typeface="Arial"/>
                <a:ea typeface="Arial"/>
                <a:cs typeface="Arial"/>
              </a:defRPr>
            </a:pPr>
            <a:r>
              <a:rPr sz="1275" b="0">
                <a:solidFill>
                  <a:srgbClr val="4B6070"/>
                </a:solidFill>
                <a:latin typeface="Arial"/>
                <a:ea typeface="Arial"/>
                <a:cs typeface="Arial"/>
              </a:rPr>
              <a:t>12</a:t>
            </a:r>
          </a:p>
        </p:txBody>
      </p:sp>
      <p:sp>
        <p:nvSpPr>
          <p:cNvPr id="3" name="text-2">
            <a:extLst xmlns:a="http://schemas.openxmlformats.org/drawingml/2006/main">
              <a:ext uri="{FF2B5EF4-FFF2-40B4-BE49-F238E27FC236}">
                <a16:creationId xmlns:a16="http://schemas.microsoft.com/office/drawing/2014/main" id="{51FD83D8-0A49-4494-9F6B-7092B15BBF9D}"/>
              </a:ext>
            </a:extLst>
          </p:cNvPr>
          <p:cNvSpPr>
            <a:spLocks xmlns:a="http://schemas.openxmlformats.org/drawingml/2006/main" noGrp="1"/>
          </p:cNvSpPr>
          <p:nvPr/>
        </p:nvSpPr>
        <p:spPr>
          <a:xfrm xmlns:a="http://schemas.openxmlformats.org/drawingml/2006/main">
            <a:off x="609600" y="1571625"/>
            <a:ext cx="10858500" cy="2381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lgn="l">
              <a:defRPr sz="2175" b="0">
                <a:solidFill>
                  <a:srgbClr val="142E42"/>
                </a:solidFill>
                <a:latin typeface="Consolas"/>
                <a:ea typeface="Consolas"/>
                <a:cs typeface="Consolas"/>
              </a:defRPr>
            </a:defPPr>
            <a:lvl1pPr algn="l">
              <a:buNone/>
              <a:defRPr sz="2175" b="0">
                <a:solidFill>
                  <a:srgbClr val="142E42"/>
                </a:solidFill>
                <a:latin typeface="Consolas"/>
                <a:ea typeface="Consolas"/>
                <a:cs typeface="Consolas"/>
              </a:defRPr>
            </a:lvl1pPr>
            <a:lvl2pPr algn="l">
              <a:buNone/>
              <a:defRPr sz="2175" b="0">
                <a:solidFill>
                  <a:srgbClr val="142E42"/>
                </a:solidFill>
                <a:latin typeface="Consolas"/>
                <a:ea typeface="Consolas"/>
                <a:cs typeface="Consolas"/>
              </a:defRPr>
            </a:lvl2pPr>
            <a:lvl3pPr algn="l">
              <a:buNone/>
              <a:defRPr sz="2175" b="0">
                <a:solidFill>
                  <a:srgbClr val="142E42"/>
                </a:solidFill>
                <a:latin typeface="Consolas"/>
                <a:ea typeface="Consolas"/>
                <a:cs typeface="Consolas"/>
              </a:defRPr>
            </a:lvl3pPr>
            <a:lvl4pPr algn="l">
              <a:buNone/>
              <a:defRPr sz="2175" b="0">
                <a:solidFill>
                  <a:srgbClr val="142E42"/>
                </a:solidFill>
                <a:latin typeface="Consolas"/>
                <a:ea typeface="Consolas"/>
                <a:cs typeface="Consolas"/>
              </a:defRPr>
            </a:lvl4pPr>
            <a:lvl5pPr algn="l">
              <a:buNone/>
              <a:defRPr sz="2175" b="0">
                <a:solidFill>
                  <a:srgbClr val="142E42"/>
                </a:solidFill>
                <a:latin typeface="Consolas"/>
                <a:ea typeface="Consolas"/>
                <a:cs typeface="Consolas"/>
              </a:defRPr>
            </a:lvl5pPr>
            <a:lvl6pPr algn="l">
              <a:buNone/>
              <a:defRPr sz="2175" b="0">
                <a:solidFill>
                  <a:srgbClr val="142E42"/>
                </a:solidFill>
                <a:latin typeface="Consolas"/>
                <a:ea typeface="Consolas"/>
                <a:cs typeface="Consolas"/>
              </a:defRPr>
            </a:lvl6pPr>
            <a:lvl7pPr algn="l">
              <a:buNone/>
              <a:defRPr sz="2175" b="0">
                <a:solidFill>
                  <a:srgbClr val="142E42"/>
                </a:solidFill>
                <a:latin typeface="Consolas"/>
                <a:ea typeface="Consolas"/>
                <a:cs typeface="Consolas"/>
              </a:defRPr>
            </a:lvl7pPr>
            <a:lvl8pPr algn="l">
              <a:buNone/>
              <a:defRPr sz="2175" b="0">
                <a:solidFill>
                  <a:srgbClr val="142E42"/>
                </a:solidFill>
                <a:latin typeface="Consolas"/>
                <a:ea typeface="Consolas"/>
                <a:cs typeface="Consolas"/>
              </a:defRPr>
            </a:lvl8pPr>
            <a:lvl9pPr algn="l">
              <a:buNone/>
              <a:defRPr sz="2175" b="0">
                <a:solidFill>
                  <a:srgbClr val="142E42"/>
                </a:solidFill>
                <a:latin typeface="Consolas"/>
                <a:ea typeface="Consolas"/>
                <a:cs typeface="Consolas"/>
              </a:defRPr>
            </a:lvl9pPr>
          </a:lstStyle>
          <a:p xmlns:a="http://schemas.openxmlformats.org/drawingml/2006/main">
            <a:pPr algn="l">
              <a:buNone/>
              <a:defRPr sz="2175" b="0">
                <a:solidFill>
                  <a:srgbClr val="142E42"/>
                </a:solidFill>
                <a:latin typeface="Consolas"/>
                <a:ea typeface="Consolas"/>
                <a:cs typeface="Consolas"/>
              </a:defRPr>
            </a:pPr>
            <a:r>
              <a:rPr sz="2175" b="0">
                <a:solidFill>
                  <a:srgbClr val="142E42"/>
                </a:solidFill>
                <a:latin typeface="Consolas"/>
                <a:ea typeface="Consolas"/>
                <a:cs typeface="Consolas"/>
              </a:rPr>
              <a:t>interface Tree&lt;E&gt; extends Iterable&lt;E&gt; {</a:t>
            </a:r>
          </a:p>
          <a:p xmlns:a="http://schemas.openxmlformats.org/drawingml/2006/main">
            <a:pPr algn="l">
              <a:buNone/>
              <a:defRPr sz="2175" b="0">
                <a:solidFill>
                  <a:srgbClr val="142E42"/>
                </a:solidFill>
                <a:latin typeface="Consolas"/>
                <a:ea typeface="Consolas"/>
                <a:cs typeface="Consolas"/>
              </a:defRPr>
            </a:pPr>
            <a:r>
              <a:rPr sz="2175" b="0">
                <a:solidFill>
                  <a:srgbClr val="142E42"/>
                </a:solidFill>
                <a:latin typeface="Consolas"/>
                <a:ea typeface="Consolas"/>
                <a:cs typeface="Consolas"/>
              </a:rPr>
              <a:t>    boolean contains(E key);</a:t>
            </a:r>
          </a:p>
          <a:p xmlns:a="http://schemas.openxmlformats.org/drawingml/2006/main">
            <a:pPr algn="l">
              <a:buNone/>
              <a:defRPr sz="2175" b="0">
                <a:solidFill>
                  <a:srgbClr val="142E42"/>
                </a:solidFill>
                <a:latin typeface="Consolas"/>
                <a:ea typeface="Consolas"/>
                <a:cs typeface="Consolas"/>
              </a:defRPr>
            </a:pPr>
            <a:r>
              <a:rPr sz="2175" b="0">
                <a:solidFill>
                  <a:srgbClr val="142E42"/>
                </a:solidFill>
                <a:latin typeface="Consolas"/>
                <a:ea typeface="Consolas"/>
                <a:cs typeface="Consolas"/>
              </a:rPr>
              <a:t>    boolean insert(E key);</a:t>
            </a:r>
          </a:p>
          <a:p xmlns:a="http://schemas.openxmlformats.org/drawingml/2006/main">
            <a:pPr algn="l">
              <a:buNone/>
              <a:defRPr sz="2175" b="0">
                <a:solidFill>
                  <a:srgbClr val="142E42"/>
                </a:solidFill>
                <a:latin typeface="Consolas"/>
                <a:ea typeface="Consolas"/>
                <a:cs typeface="Consolas"/>
              </a:defRPr>
            </a:pPr>
            <a:r>
              <a:rPr sz="2175" b="0">
                <a:solidFill>
                  <a:srgbClr val="142E42"/>
                </a:solidFill>
                <a:latin typeface="Consolas"/>
                <a:ea typeface="Consolas"/>
                <a:cs typeface="Consolas"/>
              </a:rPr>
              <a:t>    boolean delete(E key);</a:t>
            </a:r>
          </a:p>
          <a:p xmlns:a="http://schemas.openxmlformats.org/drawingml/2006/main">
            <a:pPr algn="l">
              <a:buNone/>
              <a:defRPr sz="2175" b="0">
                <a:solidFill>
                  <a:srgbClr val="142E42"/>
                </a:solidFill>
                <a:latin typeface="Consolas"/>
                <a:ea typeface="Consolas"/>
                <a:cs typeface="Consolas"/>
              </a:defRPr>
            </a:pPr>
            <a:r>
              <a:rPr sz="2175" b="0">
                <a:solidFill>
                  <a:srgbClr val="142E42"/>
                </a:solidFill>
                <a:latin typeface="Consolas"/>
                <a:ea typeface="Consolas"/>
                <a:cs typeface="Consolas"/>
              </a:rPr>
              <a:t>    int size();</a:t>
            </a:r>
          </a:p>
          <a:p xmlns:a="http://schemas.openxmlformats.org/drawingml/2006/main">
            <a:pPr algn="l">
              <a:buNone/>
              <a:defRPr sz="2175" b="0">
                <a:solidFill>
                  <a:srgbClr val="142E42"/>
                </a:solidFill>
                <a:latin typeface="Consolas"/>
                <a:ea typeface="Consolas"/>
                <a:cs typeface="Consolas"/>
              </a:defRPr>
            </a:pPr>
            <a:r>
              <a:rPr sz="2175" b="0">
                <a:solidFill>
                  <a:srgbClr val="142E42"/>
                </a:solidFill>
                <a:latin typeface="Consolas"/>
                <a:ea typeface="Consolas"/>
                <a:cs typeface="Consolas"/>
              </a:rPr>
              <a:t>}</a:t>
            </a:r>
          </a:p>
        </p:txBody>
      </p:sp>
      <p:sp>
        <p:nvSpPr>
          <p:cNvPr id="4" name="text-3">
            <a:extLst xmlns:a="http://schemas.openxmlformats.org/drawingml/2006/main">
              <a:ext uri="{FF2B5EF4-FFF2-40B4-BE49-F238E27FC236}">
                <a16:creationId xmlns:a16="http://schemas.microsoft.com/office/drawing/2014/main" id="{B468EB03-EFEF-4B81-AEF1-677352E50AD4}"/>
              </a:ext>
            </a:extLst>
          </p:cNvPr>
          <p:cNvSpPr>
            <a:spLocks xmlns:a="http://schemas.openxmlformats.org/drawingml/2006/main" noGrp="1"/>
          </p:cNvSpPr>
          <p:nvPr/>
        </p:nvSpPr>
        <p:spPr>
          <a:xfrm xmlns:a="http://schemas.openxmlformats.org/drawingml/2006/main">
            <a:off x="609600" y="4333875"/>
            <a:ext cx="10668000" cy="1333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lgn="l">
              <a:defRPr sz="2100" b="0">
                <a:solidFill>
                  <a:srgbClr val="142E42"/>
                </a:solidFill>
                <a:latin typeface="Arial"/>
                <a:ea typeface="Arial"/>
                <a:cs typeface="Arial"/>
              </a:defRPr>
            </a:defPPr>
            <a:lvl1pPr algn="l">
              <a:buNone/>
              <a:defRPr sz="2100" b="0">
                <a:solidFill>
                  <a:srgbClr val="142E42"/>
                </a:solidFill>
                <a:latin typeface="Arial"/>
                <a:ea typeface="Arial"/>
                <a:cs typeface="Arial"/>
              </a:defRPr>
            </a:lvl1pPr>
            <a:lvl2pPr algn="l">
              <a:buNone/>
              <a:defRPr sz="2100" b="0">
                <a:solidFill>
                  <a:srgbClr val="142E42"/>
                </a:solidFill>
                <a:latin typeface="Arial"/>
                <a:ea typeface="Arial"/>
                <a:cs typeface="Arial"/>
              </a:defRPr>
            </a:lvl2pPr>
            <a:lvl3pPr algn="l">
              <a:buNone/>
              <a:defRPr sz="2100" b="0">
                <a:solidFill>
                  <a:srgbClr val="142E42"/>
                </a:solidFill>
                <a:latin typeface="Arial"/>
                <a:ea typeface="Arial"/>
                <a:cs typeface="Arial"/>
              </a:defRPr>
            </a:lvl3pPr>
            <a:lvl4pPr algn="l">
              <a:buNone/>
              <a:defRPr sz="2100" b="0">
                <a:solidFill>
                  <a:srgbClr val="142E42"/>
                </a:solidFill>
                <a:latin typeface="Arial"/>
                <a:ea typeface="Arial"/>
                <a:cs typeface="Arial"/>
              </a:defRPr>
            </a:lvl4pPr>
            <a:lvl5pPr algn="l">
              <a:buNone/>
              <a:defRPr sz="2100" b="0">
                <a:solidFill>
                  <a:srgbClr val="142E42"/>
                </a:solidFill>
                <a:latin typeface="Arial"/>
                <a:ea typeface="Arial"/>
                <a:cs typeface="Arial"/>
              </a:defRPr>
            </a:lvl5pPr>
            <a:lvl6pPr algn="l">
              <a:buNone/>
              <a:defRPr sz="2100" b="0">
                <a:solidFill>
                  <a:srgbClr val="142E42"/>
                </a:solidFill>
                <a:latin typeface="Arial"/>
                <a:ea typeface="Arial"/>
                <a:cs typeface="Arial"/>
              </a:defRPr>
            </a:lvl6pPr>
            <a:lvl7pPr algn="l">
              <a:buNone/>
              <a:defRPr sz="2100" b="0">
                <a:solidFill>
                  <a:srgbClr val="142E42"/>
                </a:solidFill>
                <a:latin typeface="Arial"/>
                <a:ea typeface="Arial"/>
                <a:cs typeface="Arial"/>
              </a:defRPr>
            </a:lvl7pPr>
            <a:lvl8pPr algn="l">
              <a:buNone/>
              <a:defRPr sz="2100" b="0">
                <a:solidFill>
                  <a:srgbClr val="142E42"/>
                </a:solidFill>
                <a:latin typeface="Arial"/>
                <a:ea typeface="Arial"/>
                <a:cs typeface="Arial"/>
              </a:defRPr>
            </a:lvl8pPr>
            <a:lvl9pPr algn="l">
              <a:buNone/>
              <a:defRPr sz="2100" b="0">
                <a:solidFill>
                  <a:srgbClr val="142E42"/>
                </a:solidFill>
                <a:latin typeface="Arial"/>
                <a:ea typeface="Arial"/>
                <a:cs typeface="Arial"/>
              </a:defRPr>
            </a:lvl9pPr>
          </a:lstStyle>
          <a:p xmlns:a="http://schemas.openxmlformats.org/drawingml/2006/main">
            <a:pPr algn="l">
              <a:buNone/>
              <a:defRPr sz="2100" b="0">
                <a:solidFill>
                  <a:srgbClr val="142E42"/>
                </a:solidFill>
                <a:latin typeface="Arial"/>
                <a:ea typeface="Arial"/>
                <a:cs typeface="Arial"/>
              </a:defRPr>
            </a:pPr>
            <a:r>
              <a:rPr sz="2100" b="0">
                <a:solidFill>
                  <a:srgbClr val="142E42"/>
                </a:solidFill>
                <a:latin typeface="Arial"/>
                <a:ea typeface="Arial"/>
                <a:cs typeface="Arial"/>
              </a:rPr>
              <a:t>BST&lt;E&gt; implements Tree&lt;E&gt;.</a:t>
            </a:r>
          </a:p>
          <a:p xmlns:a="http://schemas.openxmlformats.org/drawingml/2006/main">
            <a:pPr algn="l">
              <a:buNone/>
              <a:defRPr sz="2100" b="0">
                <a:solidFill>
                  <a:srgbClr val="142E42"/>
                </a:solidFill>
                <a:latin typeface="Arial"/>
                <a:ea typeface="Arial"/>
                <a:cs typeface="Arial"/>
              </a:defRPr>
            </a:pPr>
            <a:r>
              <a:rPr sz="2100" b="0">
                <a:solidFill>
                  <a:srgbClr val="142E42"/>
                </a:solidFill>
                <a:latin typeface="Arial"/>
                <a:ea typeface="Arial"/>
                <a:cs typeface="Arial"/>
              </a:rPr>
              <a:t>insert returns false for a duplicate key.</a:t>
            </a:r>
          </a:p>
          <a:p xmlns:a="http://schemas.openxmlformats.org/drawingml/2006/main">
            <a:pPr algn="l">
              <a:buNone/>
              <a:defRPr sz="2100" b="0">
                <a:solidFill>
                  <a:srgbClr val="142E42"/>
                </a:solidFill>
                <a:latin typeface="Arial"/>
                <a:ea typeface="Arial"/>
                <a:cs typeface="Arial"/>
              </a:defRPr>
            </a:pPr>
            <a:r>
              <a:rPr sz="2100" b="0">
                <a:solidFill>
                  <a:srgbClr val="142E42"/>
                </a:solidFill>
                <a:latin typeface="Arial"/>
                <a:ea typeface="Arial"/>
                <a:cs typeface="Arial"/>
              </a:rPr>
              <a:t>delete returns false when the key is absent.</a:t>
            </a:r>
          </a:p>
        </p:txBody>
      </p:sp>
      <p:sp>
        <p:nvSpPr>
          <p:cNvPr id="5" name="text-4">
            <a:extLst xmlns:a="http://schemas.openxmlformats.org/drawingml/2006/main">
              <a:ext uri="{FF2B5EF4-FFF2-40B4-BE49-F238E27FC236}">
                <a16:creationId xmlns:a16="http://schemas.microsoft.com/office/drawing/2014/main" id="{2BF933E3-3AA1-4139-A5E4-75CDE6DADF5D}"/>
              </a:ext>
            </a:extLst>
          </p:cNvPr>
          <p:cNvSpPr>
            <a:spLocks xmlns:a="http://schemas.openxmlformats.org/drawingml/2006/main" noGrp="1"/>
          </p:cNvSpPr>
          <p:nvPr/>
        </p:nvSpPr>
        <p:spPr>
          <a:xfrm xmlns:a="http://schemas.openxmlformats.org/drawingml/2006/main">
            <a:off x="609600" y="5800725"/>
            <a:ext cx="104775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lgn="l">
              <a:defRPr sz="1800" b="1">
                <a:solidFill>
                  <a:srgbClr val="007C83"/>
                </a:solidFill>
                <a:latin typeface="Arial"/>
                <a:ea typeface="Arial"/>
                <a:cs typeface="Arial"/>
              </a:defRPr>
            </a:defPPr>
            <a:lvl1pPr algn="l">
              <a:buNone/>
              <a:defRPr sz="1800" b="1">
                <a:solidFill>
                  <a:srgbClr val="007C83"/>
                </a:solidFill>
                <a:latin typeface="Arial"/>
                <a:ea typeface="Arial"/>
                <a:cs typeface="Arial"/>
              </a:defRPr>
            </a:lvl1pPr>
            <a:lvl2pPr algn="l">
              <a:buNone/>
              <a:defRPr sz="1800" b="1">
                <a:solidFill>
                  <a:srgbClr val="007C83"/>
                </a:solidFill>
                <a:latin typeface="Arial"/>
                <a:ea typeface="Arial"/>
                <a:cs typeface="Arial"/>
              </a:defRPr>
            </a:lvl2pPr>
            <a:lvl3pPr algn="l">
              <a:buNone/>
              <a:defRPr sz="1800" b="1">
                <a:solidFill>
                  <a:srgbClr val="007C83"/>
                </a:solidFill>
                <a:latin typeface="Arial"/>
                <a:ea typeface="Arial"/>
                <a:cs typeface="Arial"/>
              </a:defRPr>
            </a:lvl3pPr>
            <a:lvl4pPr algn="l">
              <a:buNone/>
              <a:defRPr sz="1800" b="1">
                <a:solidFill>
                  <a:srgbClr val="007C83"/>
                </a:solidFill>
                <a:latin typeface="Arial"/>
                <a:ea typeface="Arial"/>
                <a:cs typeface="Arial"/>
              </a:defRPr>
            </a:lvl4pPr>
            <a:lvl5pPr algn="l">
              <a:buNone/>
              <a:defRPr sz="1800" b="1">
                <a:solidFill>
                  <a:srgbClr val="007C83"/>
                </a:solidFill>
                <a:latin typeface="Arial"/>
                <a:ea typeface="Arial"/>
                <a:cs typeface="Arial"/>
              </a:defRPr>
            </a:lvl5pPr>
            <a:lvl6pPr algn="l">
              <a:buNone/>
              <a:defRPr sz="1800" b="1">
                <a:solidFill>
                  <a:srgbClr val="007C83"/>
                </a:solidFill>
                <a:latin typeface="Arial"/>
                <a:ea typeface="Arial"/>
                <a:cs typeface="Arial"/>
              </a:defRPr>
            </a:lvl6pPr>
            <a:lvl7pPr algn="l">
              <a:buNone/>
              <a:defRPr sz="1800" b="1">
                <a:solidFill>
                  <a:srgbClr val="007C83"/>
                </a:solidFill>
                <a:latin typeface="Arial"/>
                <a:ea typeface="Arial"/>
                <a:cs typeface="Arial"/>
              </a:defRPr>
            </a:lvl7pPr>
            <a:lvl8pPr algn="l">
              <a:buNone/>
              <a:defRPr sz="1800" b="1">
                <a:solidFill>
                  <a:srgbClr val="007C83"/>
                </a:solidFill>
                <a:latin typeface="Arial"/>
                <a:ea typeface="Arial"/>
                <a:cs typeface="Arial"/>
              </a:defRPr>
            </a:lvl8pPr>
            <a:lvl9pPr algn="l">
              <a:buNone/>
              <a:defRPr sz="1800" b="1">
                <a:solidFill>
                  <a:srgbClr val="007C83"/>
                </a:solidFill>
                <a:latin typeface="Arial"/>
                <a:ea typeface="Arial"/>
                <a:cs typeface="Arial"/>
              </a:defRPr>
            </a:lvl9pPr>
          </a:lstStyle>
          <a:p xmlns:a="http://schemas.openxmlformats.org/drawingml/2006/main">
            <a:pPr algn="l">
              <a:buNone/>
              <a:defRPr sz="1800" b="1">
                <a:solidFill>
                  <a:srgbClr val="007C83"/>
                </a:solidFill>
                <a:latin typeface="Arial"/>
                <a:ea typeface="Arial"/>
                <a:cs typeface="Arial"/>
              </a:defRPr>
            </a:pPr>
            <a:r>
              <a:rPr sz="1800" b="1">
                <a:solidFill>
                  <a:srgbClr val="007C83"/>
                </a:solidFill>
                <a:latin typeface="Arial"/>
                <a:ea typeface="Arial"/>
                <a:cs typeface="Arial"/>
              </a:rPr>
              <a:t>Use compareTo consistently for less than, greater than, and equality.</a:t>
            </a:r>
          </a:p>
        </p:txBody>
      </p:sp>
      <p:sp>
        <p:nvSpPr>
          <p:cNvPr id="7" name="local-java-Tree">
            <a:extLst xmlns:a="http://schemas.openxmlformats.org/drawingml/2006/main">
              <a:ext uri="{FF2B5EF4-FFF2-40B4-BE49-F238E27FC236}">
                <a16:creationId xmlns:a16="http://schemas.microsoft.com/office/drawing/2014/main" id="{9C24CCDE-5E90-4394-AA30-DDD437B269D7}"/>
              </a:ext>
            </a:extLst>
          </p:cNvPr>
          <p:cNvSpPr>
            <a:spLocks xmlns:a="http://schemas.openxmlformats.org/drawingml/2006/main" noGrp="1"/>
          </p:cNvSpPr>
          <p:nvPr/>
        </p:nvSpPr>
        <p:spPr>
          <a:xfrm xmlns:a="http://schemas.openxmlformats.org/drawingml/2006/main">
            <a:off x="609600" y="6134100"/>
            <a:ext cx="357187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350" b="0">
                <a:solidFill>
                  <a:srgbClr val="007D89"/>
                </a:solidFill>
                <a:latin typeface="Arial"/>
                <a:ea typeface="Arial"/>
                <a:cs typeface="Arial"/>
              </a:defRPr>
            </a:defPPr>
            <a:lvl1pPr>
              <a:defRPr sz="1350" b="0">
                <a:solidFill>
                  <a:srgbClr val="007D89"/>
                </a:solidFill>
                <a:latin typeface="Arial"/>
                <a:ea typeface="Arial"/>
                <a:cs typeface="Arial"/>
              </a:defRPr>
            </a:lvl1pPr>
            <a:lvl2pPr>
              <a:defRPr sz="1350" b="0">
                <a:solidFill>
                  <a:srgbClr val="007D89"/>
                </a:solidFill>
                <a:latin typeface="Arial"/>
                <a:ea typeface="Arial"/>
                <a:cs typeface="Arial"/>
              </a:defRPr>
            </a:lvl2pPr>
            <a:lvl3pPr>
              <a:defRPr sz="1350" b="0">
                <a:solidFill>
                  <a:srgbClr val="007D89"/>
                </a:solidFill>
                <a:latin typeface="Arial"/>
                <a:ea typeface="Arial"/>
                <a:cs typeface="Arial"/>
              </a:defRPr>
            </a:lvl3pPr>
            <a:lvl4pPr>
              <a:defRPr sz="1350" b="0">
                <a:solidFill>
                  <a:srgbClr val="007D89"/>
                </a:solidFill>
                <a:latin typeface="Arial"/>
                <a:ea typeface="Arial"/>
                <a:cs typeface="Arial"/>
              </a:defRPr>
            </a:lvl4pPr>
            <a:lvl5pPr>
              <a:defRPr sz="1350" b="0">
                <a:solidFill>
                  <a:srgbClr val="007D89"/>
                </a:solidFill>
                <a:latin typeface="Arial"/>
                <a:ea typeface="Arial"/>
                <a:cs typeface="Arial"/>
              </a:defRPr>
            </a:lvl5pPr>
            <a:lvl6pPr>
              <a:defRPr sz="1350" b="0">
                <a:solidFill>
                  <a:srgbClr val="007D89"/>
                </a:solidFill>
                <a:latin typeface="Arial"/>
                <a:ea typeface="Arial"/>
                <a:cs typeface="Arial"/>
              </a:defRPr>
            </a:lvl6pPr>
            <a:lvl7pPr>
              <a:defRPr sz="1350" b="0">
                <a:solidFill>
                  <a:srgbClr val="007D89"/>
                </a:solidFill>
                <a:latin typeface="Arial"/>
                <a:ea typeface="Arial"/>
                <a:cs typeface="Arial"/>
              </a:defRPr>
            </a:lvl7pPr>
            <a:lvl8pPr>
              <a:defRPr sz="1350" b="0">
                <a:solidFill>
                  <a:srgbClr val="007D89"/>
                </a:solidFill>
                <a:latin typeface="Arial"/>
                <a:ea typeface="Arial"/>
                <a:cs typeface="Arial"/>
              </a:defRPr>
            </a:lvl8pPr>
            <a:lvl9pPr>
              <a:defRPr sz="1350" b="0">
                <a:solidFill>
                  <a:srgbClr val="007D89"/>
                </a:solidFill>
                <a:latin typeface="Arial"/>
                <a:ea typeface="Arial"/>
                <a:cs typeface="Arial"/>
              </a:defRPr>
            </a:lvl9pPr>
          </a:lstStyle>
          <a:p xmlns:a="http://schemas.openxmlformats.org/drawingml/2006/main">
            <a:pPr>
              <a:defRPr sz="1350" b="0">
                <a:solidFill>
                  <a:srgbClr val="007D89"/>
                </a:solidFill>
                <a:latin typeface="Arial"/>
                <a:ea typeface="Arial"/>
                <a:cs typeface="Arial"/>
              </a:defRPr>
            </a:pPr>
            <a:r>
              <a:rPr sz="1350" u="sng">
                <a:solidFill>
                  <a:srgbClr val="007D89"/>
                </a:solidFill>
                <a:latin typeface="Arial"/>
                <a:ea typeface="Arial"/>
                <a:cs typeface="Arial"/>
                <a:hlinkClick xmlns:r="http://schemas.openxmlformats.org/officeDocument/2006/relationships" r:id="R03c5db6f451e4938"/>
              </a:rPr>
              <a:t>Java: Tree.java</a:t>
            </a:r>
          </a:p>
        </p:txBody>
      </p:sp>
      <p:sp>
        <p:nvSpPr>
          <p:cNvPr id="8" name="local-java-OrderingEqualityDemo">
            <a:extLst xmlns:a="http://schemas.openxmlformats.org/drawingml/2006/main">
              <a:ext uri="{FF2B5EF4-FFF2-40B4-BE49-F238E27FC236}">
                <a16:creationId xmlns:a16="http://schemas.microsoft.com/office/drawing/2014/main" id="{DAAB4C6A-C080-4C54-BCAC-F9960E280666}"/>
              </a:ext>
            </a:extLst>
          </p:cNvPr>
          <p:cNvSpPr>
            <a:spLocks xmlns:a="http://schemas.openxmlformats.org/drawingml/2006/main" noGrp="1"/>
          </p:cNvSpPr>
          <p:nvPr/>
        </p:nvSpPr>
        <p:spPr>
          <a:xfrm xmlns:a="http://schemas.openxmlformats.org/drawingml/2006/main">
            <a:off x="4229100" y="6134100"/>
            <a:ext cx="357187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350" b="0">
                <a:solidFill>
                  <a:srgbClr val="007D89"/>
                </a:solidFill>
                <a:latin typeface="Arial"/>
                <a:ea typeface="Arial"/>
                <a:cs typeface="Arial"/>
              </a:defRPr>
            </a:defPPr>
            <a:lvl1pPr>
              <a:defRPr sz="1350" b="0">
                <a:solidFill>
                  <a:srgbClr val="007D89"/>
                </a:solidFill>
                <a:latin typeface="Arial"/>
                <a:ea typeface="Arial"/>
                <a:cs typeface="Arial"/>
              </a:defRPr>
            </a:lvl1pPr>
            <a:lvl2pPr>
              <a:defRPr sz="1350" b="0">
                <a:solidFill>
                  <a:srgbClr val="007D89"/>
                </a:solidFill>
                <a:latin typeface="Arial"/>
                <a:ea typeface="Arial"/>
                <a:cs typeface="Arial"/>
              </a:defRPr>
            </a:lvl2pPr>
            <a:lvl3pPr>
              <a:defRPr sz="1350" b="0">
                <a:solidFill>
                  <a:srgbClr val="007D89"/>
                </a:solidFill>
                <a:latin typeface="Arial"/>
                <a:ea typeface="Arial"/>
                <a:cs typeface="Arial"/>
              </a:defRPr>
            </a:lvl3pPr>
            <a:lvl4pPr>
              <a:defRPr sz="1350" b="0">
                <a:solidFill>
                  <a:srgbClr val="007D89"/>
                </a:solidFill>
                <a:latin typeface="Arial"/>
                <a:ea typeface="Arial"/>
                <a:cs typeface="Arial"/>
              </a:defRPr>
            </a:lvl4pPr>
            <a:lvl5pPr>
              <a:defRPr sz="1350" b="0">
                <a:solidFill>
                  <a:srgbClr val="007D89"/>
                </a:solidFill>
                <a:latin typeface="Arial"/>
                <a:ea typeface="Arial"/>
                <a:cs typeface="Arial"/>
              </a:defRPr>
            </a:lvl5pPr>
            <a:lvl6pPr>
              <a:defRPr sz="1350" b="0">
                <a:solidFill>
                  <a:srgbClr val="007D89"/>
                </a:solidFill>
                <a:latin typeface="Arial"/>
                <a:ea typeface="Arial"/>
                <a:cs typeface="Arial"/>
              </a:defRPr>
            </a:lvl6pPr>
            <a:lvl7pPr>
              <a:defRPr sz="1350" b="0">
                <a:solidFill>
                  <a:srgbClr val="007D89"/>
                </a:solidFill>
                <a:latin typeface="Arial"/>
                <a:ea typeface="Arial"/>
                <a:cs typeface="Arial"/>
              </a:defRPr>
            </a:lvl7pPr>
            <a:lvl8pPr>
              <a:defRPr sz="1350" b="0">
                <a:solidFill>
                  <a:srgbClr val="007D89"/>
                </a:solidFill>
                <a:latin typeface="Arial"/>
                <a:ea typeface="Arial"/>
                <a:cs typeface="Arial"/>
              </a:defRPr>
            </a:lvl8pPr>
            <a:lvl9pPr>
              <a:defRPr sz="1350" b="0">
                <a:solidFill>
                  <a:srgbClr val="007D89"/>
                </a:solidFill>
                <a:latin typeface="Arial"/>
                <a:ea typeface="Arial"/>
                <a:cs typeface="Arial"/>
              </a:defRPr>
            </a:lvl9pPr>
          </a:lstStyle>
          <a:p xmlns:a="http://schemas.openxmlformats.org/drawingml/2006/main">
            <a:pPr>
              <a:defRPr sz="1350" b="0">
                <a:solidFill>
                  <a:srgbClr val="007D89"/>
                </a:solidFill>
                <a:latin typeface="Arial"/>
                <a:ea typeface="Arial"/>
                <a:cs typeface="Arial"/>
              </a:defRPr>
            </a:pPr>
            <a:r>
              <a:rPr sz="1350" u="sng">
                <a:solidFill>
                  <a:srgbClr val="007D89"/>
                </a:solidFill>
                <a:latin typeface="Arial"/>
                <a:ea typeface="Arial"/>
                <a:cs typeface="Arial"/>
                <a:hlinkClick xmlns:r="http://schemas.openxmlformats.org/officeDocument/2006/relationships" r:id="Ra355ffcedba8447a"/>
              </a:rPr>
              <a:t>Java: OrderingEqualityDemo.java</a:t>
            </a:r>
          </a:p>
        </p:txBody>
      </p:sp>
    </p:spTree>
    <p:extLst>
      <p:ext uri="{BB962C8B-B14F-4D97-AF65-F5344CB8AC3E}">
        <p14:creationId xmlns:p14="http://schemas.microsoft.com/office/powerpoint/2010/main" val="342007325"/>
      </p:ext>
    </p:extLst>
  </p:cSld>
</p:sld>
</file>

<file path=ppt/slides/slide13.xml><?xml version="1.0" encoding="utf-8"?>
<p:sld xmlns:p="http://schemas.openxmlformats.org/presentationml/2006/main">
  <p:cSld>
    <p:bg>
      <p:bgPr>
        <a:solidFill xmlns:a="http://schemas.openxmlformats.org/drawingml/2006/main">
          <a:srgbClr val="FAFCFD"/>
        </a:solidFill>
      </p:bgPr>
    </p:bg>
    <p:spTree>
      <p:nvGrpSpPr>
        <p:cNvPr id="1" name=""/>
        <p:cNvGrpSpPr/>
        <p:nvPr/>
      </p:nvGrpSpPr>
      <p:grpSpPr>
        <a:xfrm xmlns:a="http://schemas.openxmlformats.org/drawingml/2006/main"/>
      </p:grpSpPr>
      <p:sp>
        <p:nvSpPr>
          <p:cNvPr id="23" name="text-0">
            <a:extLst xmlns:a="http://schemas.openxmlformats.org/drawingml/2006/main">
              <a:ext uri="{FF2B5EF4-FFF2-40B4-BE49-F238E27FC236}">
                <a16:creationId xmlns:a16="http://schemas.microsoft.com/office/drawing/2014/main" id="{833EEB59-153F-45AD-8D7A-77D3695BD7B5}"/>
              </a:ext>
            </a:extLst>
          </p:cNvPr>
          <p:cNvSpPr>
            <a:spLocks xmlns:a="http://schemas.openxmlformats.org/drawingml/2006/main" noGrp="1"/>
          </p:cNvSpPr>
          <p:nvPr/>
        </p:nvSpPr>
        <p:spPr>
          <a:xfrm xmlns:a="http://schemas.openxmlformats.org/drawingml/2006/main">
            <a:off x="609600" y="419100"/>
            <a:ext cx="10953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lgn="l">
              <a:defRPr sz="3150" b="1">
                <a:solidFill>
                  <a:srgbClr val="142E42"/>
                </a:solidFill>
                <a:latin typeface="Arial"/>
                <a:ea typeface="Arial"/>
                <a:cs typeface="Arial"/>
              </a:defRPr>
            </a:defPPr>
            <a:lvl1pPr algn="l">
              <a:buNone/>
              <a:defRPr sz="3150" b="1">
                <a:solidFill>
                  <a:srgbClr val="142E42"/>
                </a:solidFill>
                <a:latin typeface="Arial"/>
                <a:ea typeface="Arial"/>
                <a:cs typeface="Arial"/>
              </a:defRPr>
            </a:lvl1pPr>
            <a:lvl2pPr algn="l">
              <a:buNone/>
              <a:defRPr sz="3150" b="1">
                <a:solidFill>
                  <a:srgbClr val="142E42"/>
                </a:solidFill>
                <a:latin typeface="Arial"/>
                <a:ea typeface="Arial"/>
                <a:cs typeface="Arial"/>
              </a:defRPr>
            </a:lvl2pPr>
            <a:lvl3pPr algn="l">
              <a:buNone/>
              <a:defRPr sz="3150" b="1">
                <a:solidFill>
                  <a:srgbClr val="142E42"/>
                </a:solidFill>
                <a:latin typeface="Arial"/>
                <a:ea typeface="Arial"/>
                <a:cs typeface="Arial"/>
              </a:defRPr>
            </a:lvl3pPr>
            <a:lvl4pPr algn="l">
              <a:buNone/>
              <a:defRPr sz="3150" b="1">
                <a:solidFill>
                  <a:srgbClr val="142E42"/>
                </a:solidFill>
                <a:latin typeface="Arial"/>
                <a:ea typeface="Arial"/>
                <a:cs typeface="Arial"/>
              </a:defRPr>
            </a:lvl4pPr>
            <a:lvl5pPr algn="l">
              <a:buNone/>
              <a:defRPr sz="3150" b="1">
                <a:solidFill>
                  <a:srgbClr val="142E42"/>
                </a:solidFill>
                <a:latin typeface="Arial"/>
                <a:ea typeface="Arial"/>
                <a:cs typeface="Arial"/>
              </a:defRPr>
            </a:lvl5pPr>
            <a:lvl6pPr algn="l">
              <a:buNone/>
              <a:defRPr sz="3150" b="1">
                <a:solidFill>
                  <a:srgbClr val="142E42"/>
                </a:solidFill>
                <a:latin typeface="Arial"/>
                <a:ea typeface="Arial"/>
                <a:cs typeface="Arial"/>
              </a:defRPr>
            </a:lvl6pPr>
            <a:lvl7pPr algn="l">
              <a:buNone/>
              <a:defRPr sz="3150" b="1">
                <a:solidFill>
                  <a:srgbClr val="142E42"/>
                </a:solidFill>
                <a:latin typeface="Arial"/>
                <a:ea typeface="Arial"/>
                <a:cs typeface="Arial"/>
              </a:defRPr>
            </a:lvl7pPr>
            <a:lvl8pPr algn="l">
              <a:buNone/>
              <a:defRPr sz="3150" b="1">
                <a:solidFill>
                  <a:srgbClr val="142E42"/>
                </a:solidFill>
                <a:latin typeface="Arial"/>
                <a:ea typeface="Arial"/>
                <a:cs typeface="Arial"/>
              </a:defRPr>
            </a:lvl8pPr>
            <a:lvl9pPr algn="l">
              <a:buNone/>
              <a:defRPr sz="3150" b="1">
                <a:solidFill>
                  <a:srgbClr val="142E42"/>
                </a:solidFill>
                <a:latin typeface="Arial"/>
                <a:ea typeface="Arial"/>
                <a:cs typeface="Arial"/>
              </a:defRPr>
            </a:lvl9pPr>
          </a:lstStyle>
          <a:p xmlns:a="http://schemas.openxmlformats.org/drawingml/2006/main">
            <a:pPr algn="l">
              <a:buNone/>
              <a:defRPr sz="3150" b="1">
                <a:solidFill>
                  <a:srgbClr val="142E42"/>
                </a:solidFill>
                <a:latin typeface="Arial"/>
                <a:ea typeface="Arial"/>
                <a:cs typeface="Arial"/>
              </a:defRPr>
            </a:pPr>
            <a:r>
              <a:rPr sz="3150" b="1">
                <a:solidFill>
                  <a:srgbClr val="142E42"/>
                </a:solidFill>
                <a:latin typeface="Arial"/>
                <a:ea typeface="Arial"/>
                <a:cs typeface="Arial"/>
              </a:rPr>
              <a:t>Search follows one path</a:t>
            </a:r>
          </a:p>
        </p:txBody>
      </p:sp>
      <p:sp>
        <p:nvSpPr>
          <p:cNvPr id="2" name="text-1">
            <a:extLst xmlns:a="http://schemas.openxmlformats.org/drawingml/2006/main">
              <a:ext uri="{FF2B5EF4-FFF2-40B4-BE49-F238E27FC236}">
                <a16:creationId xmlns:a16="http://schemas.microsoft.com/office/drawing/2014/main" id="{3C6BE83A-5DAF-463B-849D-40A2E430A651}"/>
              </a:ext>
            </a:extLst>
          </p:cNvPr>
          <p:cNvSpPr>
            <a:spLocks xmlns:a="http://schemas.openxmlformats.org/drawingml/2006/main" noGrp="1"/>
          </p:cNvSpPr>
          <p:nvPr/>
        </p:nvSpPr>
        <p:spPr>
          <a:xfrm xmlns:a="http://schemas.openxmlformats.org/drawingml/2006/main">
            <a:off x="11163300" y="6381750"/>
            <a:ext cx="476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lgn="l">
              <a:defRPr sz="1275" b="0">
                <a:solidFill>
                  <a:srgbClr val="4B6070"/>
                </a:solidFill>
                <a:latin typeface="Arial"/>
                <a:ea typeface="Arial"/>
                <a:cs typeface="Arial"/>
              </a:defRPr>
            </a:defPPr>
            <a:lvl1pPr algn="l">
              <a:buNone/>
              <a:defRPr sz="1275" b="0">
                <a:solidFill>
                  <a:srgbClr val="4B6070"/>
                </a:solidFill>
                <a:latin typeface="Arial"/>
                <a:ea typeface="Arial"/>
                <a:cs typeface="Arial"/>
              </a:defRPr>
            </a:lvl1pPr>
            <a:lvl2pPr algn="l">
              <a:buNone/>
              <a:defRPr sz="1275" b="0">
                <a:solidFill>
                  <a:srgbClr val="4B6070"/>
                </a:solidFill>
                <a:latin typeface="Arial"/>
                <a:ea typeface="Arial"/>
                <a:cs typeface="Arial"/>
              </a:defRPr>
            </a:lvl2pPr>
            <a:lvl3pPr algn="l">
              <a:buNone/>
              <a:defRPr sz="1275" b="0">
                <a:solidFill>
                  <a:srgbClr val="4B6070"/>
                </a:solidFill>
                <a:latin typeface="Arial"/>
                <a:ea typeface="Arial"/>
                <a:cs typeface="Arial"/>
              </a:defRPr>
            </a:lvl3pPr>
            <a:lvl4pPr algn="l">
              <a:buNone/>
              <a:defRPr sz="1275" b="0">
                <a:solidFill>
                  <a:srgbClr val="4B6070"/>
                </a:solidFill>
                <a:latin typeface="Arial"/>
                <a:ea typeface="Arial"/>
                <a:cs typeface="Arial"/>
              </a:defRPr>
            </a:lvl4pPr>
            <a:lvl5pPr algn="l">
              <a:buNone/>
              <a:defRPr sz="1275" b="0">
                <a:solidFill>
                  <a:srgbClr val="4B6070"/>
                </a:solidFill>
                <a:latin typeface="Arial"/>
                <a:ea typeface="Arial"/>
                <a:cs typeface="Arial"/>
              </a:defRPr>
            </a:lvl5pPr>
            <a:lvl6pPr algn="l">
              <a:buNone/>
              <a:defRPr sz="1275" b="0">
                <a:solidFill>
                  <a:srgbClr val="4B6070"/>
                </a:solidFill>
                <a:latin typeface="Arial"/>
                <a:ea typeface="Arial"/>
                <a:cs typeface="Arial"/>
              </a:defRPr>
            </a:lvl6pPr>
            <a:lvl7pPr algn="l">
              <a:buNone/>
              <a:defRPr sz="1275" b="0">
                <a:solidFill>
                  <a:srgbClr val="4B6070"/>
                </a:solidFill>
                <a:latin typeface="Arial"/>
                <a:ea typeface="Arial"/>
                <a:cs typeface="Arial"/>
              </a:defRPr>
            </a:lvl7pPr>
            <a:lvl8pPr algn="l">
              <a:buNone/>
              <a:defRPr sz="1275" b="0">
                <a:solidFill>
                  <a:srgbClr val="4B6070"/>
                </a:solidFill>
                <a:latin typeface="Arial"/>
                <a:ea typeface="Arial"/>
                <a:cs typeface="Arial"/>
              </a:defRPr>
            </a:lvl8pPr>
            <a:lvl9pPr algn="l">
              <a:buNone/>
              <a:defRPr sz="1275" b="0">
                <a:solidFill>
                  <a:srgbClr val="4B6070"/>
                </a:solidFill>
                <a:latin typeface="Arial"/>
                <a:ea typeface="Arial"/>
                <a:cs typeface="Arial"/>
              </a:defRPr>
            </a:lvl9pPr>
          </a:lstStyle>
          <a:p xmlns:a="http://schemas.openxmlformats.org/drawingml/2006/main">
            <a:pPr algn="l">
              <a:buNone/>
              <a:defRPr sz="1275" b="0">
                <a:solidFill>
                  <a:srgbClr val="4B6070"/>
                </a:solidFill>
                <a:latin typeface="Arial"/>
                <a:ea typeface="Arial"/>
                <a:cs typeface="Arial"/>
              </a:defRPr>
            </a:pPr>
            <a:r>
              <a:rPr sz="1275" b="0">
                <a:solidFill>
                  <a:srgbClr val="4B6070"/>
                </a:solidFill>
                <a:latin typeface="Arial"/>
                <a:ea typeface="Arial"/>
                <a:cs typeface="Arial"/>
              </a:rPr>
              <a:t>13</a:t>
            </a:r>
          </a:p>
        </p:txBody>
      </p:sp>
      <p:sp>
        <p:nvSpPr>
          <p:cNvPr id="3" name="text-2">
            <a:extLst xmlns:a="http://schemas.openxmlformats.org/drawingml/2006/main">
              <a:ext uri="{FF2B5EF4-FFF2-40B4-BE49-F238E27FC236}">
                <a16:creationId xmlns:a16="http://schemas.microsoft.com/office/drawing/2014/main" id="{65A20190-B2E4-4D68-8E61-9A446D2DAFCB}"/>
              </a:ext>
            </a:extLst>
          </p:cNvPr>
          <p:cNvSpPr>
            <a:spLocks xmlns:a="http://schemas.openxmlformats.org/drawingml/2006/main" noGrp="1"/>
          </p:cNvSpPr>
          <p:nvPr/>
        </p:nvSpPr>
        <p:spPr>
          <a:xfrm xmlns:a="http://schemas.openxmlformats.org/drawingml/2006/main">
            <a:off x="609600" y="1571625"/>
            <a:ext cx="5334000" cy="409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lgn="l">
              <a:defRPr sz="2175" b="0">
                <a:solidFill>
                  <a:srgbClr val="142E42"/>
                </a:solidFill>
                <a:latin typeface="Arial"/>
                <a:ea typeface="Arial"/>
                <a:cs typeface="Arial"/>
              </a:defRPr>
            </a:defPPr>
            <a:lvl1pPr algn="l">
              <a:buNone/>
              <a:defRPr sz="2175" b="0">
                <a:solidFill>
                  <a:srgbClr val="142E42"/>
                </a:solidFill>
                <a:latin typeface="Arial"/>
                <a:ea typeface="Arial"/>
                <a:cs typeface="Arial"/>
              </a:defRPr>
            </a:lvl1pPr>
            <a:lvl2pPr algn="l">
              <a:buNone/>
              <a:defRPr sz="2175" b="0">
                <a:solidFill>
                  <a:srgbClr val="142E42"/>
                </a:solidFill>
                <a:latin typeface="Arial"/>
                <a:ea typeface="Arial"/>
                <a:cs typeface="Arial"/>
              </a:defRPr>
            </a:lvl2pPr>
            <a:lvl3pPr algn="l">
              <a:buNone/>
              <a:defRPr sz="2175" b="0">
                <a:solidFill>
                  <a:srgbClr val="142E42"/>
                </a:solidFill>
                <a:latin typeface="Arial"/>
                <a:ea typeface="Arial"/>
                <a:cs typeface="Arial"/>
              </a:defRPr>
            </a:lvl3pPr>
            <a:lvl4pPr algn="l">
              <a:buNone/>
              <a:defRPr sz="2175" b="0">
                <a:solidFill>
                  <a:srgbClr val="142E42"/>
                </a:solidFill>
                <a:latin typeface="Arial"/>
                <a:ea typeface="Arial"/>
                <a:cs typeface="Arial"/>
              </a:defRPr>
            </a:lvl4pPr>
            <a:lvl5pPr algn="l">
              <a:buNone/>
              <a:defRPr sz="2175" b="0">
                <a:solidFill>
                  <a:srgbClr val="142E42"/>
                </a:solidFill>
                <a:latin typeface="Arial"/>
                <a:ea typeface="Arial"/>
                <a:cs typeface="Arial"/>
              </a:defRPr>
            </a:lvl5pPr>
            <a:lvl6pPr algn="l">
              <a:buNone/>
              <a:defRPr sz="2175" b="0">
                <a:solidFill>
                  <a:srgbClr val="142E42"/>
                </a:solidFill>
                <a:latin typeface="Arial"/>
                <a:ea typeface="Arial"/>
                <a:cs typeface="Arial"/>
              </a:defRPr>
            </a:lvl6pPr>
            <a:lvl7pPr algn="l">
              <a:buNone/>
              <a:defRPr sz="2175" b="0">
                <a:solidFill>
                  <a:srgbClr val="142E42"/>
                </a:solidFill>
                <a:latin typeface="Arial"/>
                <a:ea typeface="Arial"/>
                <a:cs typeface="Arial"/>
              </a:defRPr>
            </a:lvl7pPr>
            <a:lvl8pPr algn="l">
              <a:buNone/>
              <a:defRPr sz="2175" b="0">
                <a:solidFill>
                  <a:srgbClr val="142E42"/>
                </a:solidFill>
                <a:latin typeface="Arial"/>
                <a:ea typeface="Arial"/>
                <a:cs typeface="Arial"/>
              </a:defRPr>
            </a:lvl8pPr>
            <a:lvl9pPr algn="l">
              <a:buNone/>
              <a:defRPr sz="2175" b="0">
                <a:solidFill>
                  <a:srgbClr val="142E42"/>
                </a:solidFill>
                <a:latin typeface="Arial"/>
                <a:ea typeface="Arial"/>
                <a:cs typeface="Arial"/>
              </a:defRPr>
            </a:lvl9pPr>
          </a:lstStyle>
          <a:p xmlns:a="http://schemas.openxmlformats.org/drawingml/2006/main">
            <a:pPr algn="l">
              <a:buNone/>
              <a:defRPr sz="2175" b="0">
                <a:solidFill>
                  <a:srgbClr val="142E42"/>
                </a:solidFill>
                <a:latin typeface="Arial"/>
                <a:ea typeface="Arial"/>
                <a:cs typeface="Arial"/>
              </a:defRPr>
            </a:pPr>
            <a:r>
              <a:rPr sz="2175" b="0">
                <a:solidFill>
                  <a:srgbClr val="142E42"/>
                </a:solidFill>
                <a:latin typeface="Arial"/>
                <a:ea typeface="Arial"/>
                <a:cs typeface="Arial"/>
              </a:rPr>
              <a:t>Search for 10</a:t>
            </a:r>
          </a:p>
          <a:p xmlns:a="http://schemas.openxmlformats.org/drawingml/2006/main">
            <a:endParaRPr sz="2175" b="0">
              <a:solidFill>
                <a:srgbClr val="142E42"/>
              </a:solidFill>
              <a:latin typeface="Arial"/>
              <a:ea typeface="Arial"/>
              <a:cs typeface="Arial"/>
            </a:endParaRPr>
          </a:p>
          <a:p xmlns:a="http://schemas.openxmlformats.org/drawingml/2006/main">
            <a:pPr algn="l">
              <a:buNone/>
              <a:defRPr sz="2175" b="0">
                <a:solidFill>
                  <a:srgbClr val="142E42"/>
                </a:solidFill>
                <a:latin typeface="Arial"/>
                <a:ea typeface="Arial"/>
                <a:cs typeface="Arial"/>
              </a:defRPr>
            </a:pPr>
            <a:r>
              <a:rPr sz="2175" b="0">
                <a:solidFill>
                  <a:srgbClr val="142E42"/>
                </a:solidFill>
                <a:latin typeface="Arial"/>
                <a:ea typeface="Arial"/>
                <a:cs typeface="Arial"/>
              </a:rPr>
              <a:t>10 &lt; 12: go left.</a:t>
            </a:r>
          </a:p>
          <a:p xmlns:a="http://schemas.openxmlformats.org/drawingml/2006/main">
            <a:pPr algn="l">
              <a:buNone/>
              <a:defRPr sz="2175" b="0">
                <a:solidFill>
                  <a:srgbClr val="142E42"/>
                </a:solidFill>
                <a:latin typeface="Arial"/>
                <a:ea typeface="Arial"/>
                <a:cs typeface="Arial"/>
              </a:defRPr>
            </a:pPr>
            <a:r>
              <a:rPr sz="2175" b="0">
                <a:solidFill>
                  <a:srgbClr val="142E42"/>
                </a:solidFill>
                <a:latin typeface="Arial"/>
                <a:ea typeface="Arial"/>
                <a:cs typeface="Arial"/>
              </a:rPr>
              <a:t>10 &gt; 5: go right.</a:t>
            </a:r>
          </a:p>
          <a:p xmlns:a="http://schemas.openxmlformats.org/drawingml/2006/main">
            <a:pPr algn="l">
              <a:buNone/>
              <a:defRPr sz="2175" b="0">
                <a:solidFill>
                  <a:srgbClr val="142E42"/>
                </a:solidFill>
                <a:latin typeface="Arial"/>
                <a:ea typeface="Arial"/>
                <a:cs typeface="Arial"/>
              </a:defRPr>
            </a:pPr>
            <a:r>
              <a:rPr sz="2175" b="0">
                <a:solidFill>
                  <a:srgbClr val="142E42"/>
                </a:solidFill>
                <a:latin typeface="Arial"/>
                <a:ea typeface="Arial"/>
                <a:cs typeface="Arial"/>
              </a:rPr>
              <a:t>10 &gt; 9: go right.</a:t>
            </a:r>
          </a:p>
          <a:p xmlns:a="http://schemas.openxmlformats.org/drawingml/2006/main">
            <a:pPr algn="l">
              <a:buNone/>
              <a:defRPr sz="2175" b="0">
                <a:solidFill>
                  <a:srgbClr val="142E42"/>
                </a:solidFill>
                <a:latin typeface="Arial"/>
                <a:ea typeface="Arial"/>
                <a:cs typeface="Arial"/>
              </a:defRPr>
            </a:pPr>
            <a:r>
              <a:rPr sz="2175" b="0">
                <a:solidFill>
                  <a:srgbClr val="142E42"/>
                </a:solidFill>
                <a:latin typeface="Arial"/>
                <a:ea typeface="Arial"/>
                <a:cs typeface="Arial"/>
              </a:rPr>
              <a:t>10 = 10: found.</a:t>
            </a:r>
          </a:p>
          <a:p xmlns:a="http://schemas.openxmlformats.org/drawingml/2006/main">
            <a:endParaRPr sz="2175" b="0">
              <a:solidFill>
                <a:srgbClr val="142E42"/>
              </a:solidFill>
              <a:latin typeface="Arial"/>
              <a:ea typeface="Arial"/>
              <a:cs typeface="Arial"/>
            </a:endParaRPr>
          </a:p>
          <a:p xmlns:a="http://schemas.openxmlformats.org/drawingml/2006/main">
            <a:pPr algn="l">
              <a:buNone/>
              <a:defRPr sz="2175" b="0">
                <a:solidFill>
                  <a:srgbClr val="142E42"/>
                </a:solidFill>
                <a:latin typeface="Arial"/>
                <a:ea typeface="Arial"/>
                <a:cs typeface="Arial"/>
              </a:defRPr>
            </a:pPr>
            <a:r>
              <a:rPr sz="2175" b="0">
                <a:solidFill>
                  <a:srgbClr val="142E42"/>
                </a:solidFill>
                <a:latin typeface="Arial"/>
                <a:ea typeface="Arial"/>
                <a:cs typeface="Arial"/>
              </a:rPr>
              <a:t>A null child ends an</a:t>
            </a:r>
          </a:p>
          <a:p xmlns:a="http://schemas.openxmlformats.org/drawingml/2006/main">
            <a:pPr algn="l">
              <a:buNone/>
              <a:defRPr sz="2175" b="0">
                <a:solidFill>
                  <a:srgbClr val="142E42"/>
                </a:solidFill>
                <a:latin typeface="Arial"/>
                <a:ea typeface="Arial"/>
                <a:cs typeface="Arial"/>
              </a:defRPr>
            </a:pPr>
            <a:r>
              <a:rPr sz="2175" b="0">
                <a:solidFill>
                  <a:srgbClr val="142E42"/>
                </a:solidFill>
                <a:latin typeface="Arial"/>
                <a:ea typeface="Arial"/>
                <a:cs typeface="Arial"/>
              </a:rPr>
              <a:t>unsuccessful search.</a:t>
            </a:r>
          </a:p>
        </p:txBody>
      </p:sp>
      <p:sp>
        <p:nvSpPr>
          <p:cNvPr id="4" name="source-diagram-dg12-9">
            <a:extLst xmlns:a="http://schemas.openxmlformats.org/drawingml/2006/main">
              <a:ext uri="{FF2B5EF4-FFF2-40B4-BE49-F238E27FC236}">
                <a16:creationId xmlns:a16="http://schemas.microsoft.com/office/drawing/2014/main" id="{F62719C6-42B9-4309-881C-F8A52C06A62F}"/>
              </a:ext>
            </a:extLst>
          </p:cNvPr>
          <p:cNvSpPr>
            <a:spLocks xmlns:a="http://schemas.openxmlformats.org/drawingml/2006/main" noGrp="1"/>
          </p:cNvSpPr>
          <p:nvPr/>
        </p:nvSpPr>
        <p:spPr>
          <a:xfrm xmlns:a="http://schemas.openxmlformats.org/drawingml/2006/main">
            <a:off x="9460880" y="3960763"/>
            <a:ext cx="413773" cy="516040"/>
          </a:xfrm>
          <a:prstGeom xmlns:a="http://schemas.openxmlformats.org/drawingml/2006/main" prst="ellipse">
            <a:avLst/>
          </a:prstGeom>
          <a:solidFill xmlns:a="http://schemas.openxmlformats.org/drawingml/2006/main">
            <a:srgbClr val="E5EEF2"/>
          </a:solidFill>
          <a:ln xmlns:a="http://schemas.openxmlformats.org/drawingml/2006/main" w="38100">
            <a:solidFill>
              <a:srgbClr val="142E42"/>
            </a:solidFill>
            <a:round/>
          </a:l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238" b="0">
                <a:solidFill>
                  <a:srgbClr val="142E42"/>
                </a:solidFill>
                <a:latin typeface="Arial"/>
                <a:ea typeface="Arial"/>
                <a:cs typeface="Arial"/>
              </a:rPr>
              <a:t>20</a:t>
            </a:r>
          </a:p>
        </p:txBody>
      </p:sp>
      <p:sp>
        <p:nvSpPr>
          <p:cNvPr id="5" name="source-diagram-dg12-10">
            <a:extLst xmlns:a="http://schemas.openxmlformats.org/drawingml/2006/main">
              <a:ext uri="{FF2B5EF4-FFF2-40B4-BE49-F238E27FC236}">
                <a16:creationId xmlns:a16="http://schemas.microsoft.com/office/drawing/2014/main" id="{2567BE03-53D1-4EFC-BF61-319BBF18C597}"/>
              </a:ext>
            </a:extLst>
          </p:cNvPr>
          <p:cNvSpPr>
            <a:spLocks xmlns:a="http://schemas.openxmlformats.org/drawingml/2006/main" noGrp="1"/>
          </p:cNvSpPr>
          <p:nvPr/>
        </p:nvSpPr>
        <p:spPr>
          <a:xfrm xmlns:a="http://schemas.openxmlformats.org/drawingml/2006/main">
            <a:off x="8200595" y="3960763"/>
            <a:ext cx="413773" cy="516040"/>
          </a:xfrm>
          <a:prstGeom xmlns:a="http://schemas.openxmlformats.org/drawingml/2006/main" prst="ellipse">
            <a:avLst/>
          </a:prstGeom>
          <a:solidFill xmlns:a="http://schemas.openxmlformats.org/drawingml/2006/main">
            <a:srgbClr val="007C83"/>
          </a:solidFill>
          <a:ln xmlns:a="http://schemas.openxmlformats.org/drawingml/2006/main" w="38100">
            <a:solidFill>
              <a:srgbClr val="142E42"/>
            </a:solidFill>
            <a:round/>
          </a:l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238" b="0">
                <a:solidFill>
                  <a:srgbClr val="FFFFFF"/>
                </a:solidFill>
                <a:latin typeface="Arial"/>
                <a:ea typeface="Arial"/>
                <a:cs typeface="Arial"/>
              </a:rPr>
              <a:t>9</a:t>
            </a:r>
          </a:p>
        </p:txBody>
      </p:sp>
      <p:sp>
        <p:nvSpPr>
          <p:cNvPr id="6" name="source-diagram-dg12-11">
            <a:extLst xmlns:a="http://schemas.openxmlformats.org/drawingml/2006/main">
              <a:ext uri="{FF2B5EF4-FFF2-40B4-BE49-F238E27FC236}">
                <a16:creationId xmlns:a16="http://schemas.microsoft.com/office/drawing/2014/main" id="{DC55B831-7718-40A3-BA4F-1E8250BCAD60}"/>
              </a:ext>
            </a:extLst>
          </p:cNvPr>
          <p:cNvSpPr>
            <a:spLocks xmlns:a="http://schemas.openxmlformats.org/drawingml/2006/main" noGrp="1"/>
          </p:cNvSpPr>
          <p:nvPr/>
        </p:nvSpPr>
        <p:spPr>
          <a:xfrm xmlns:a="http://schemas.openxmlformats.org/drawingml/2006/main">
            <a:off x="7143750" y="3960763"/>
            <a:ext cx="413773" cy="516040"/>
          </a:xfrm>
          <a:prstGeom xmlns:a="http://schemas.openxmlformats.org/drawingml/2006/main" prst="ellipse">
            <a:avLst/>
          </a:prstGeom>
          <a:solidFill xmlns:a="http://schemas.openxmlformats.org/drawingml/2006/main">
            <a:srgbClr val="E5EEF2"/>
          </a:solidFill>
          <a:ln xmlns:a="http://schemas.openxmlformats.org/drawingml/2006/main" w="38100">
            <a:solidFill>
              <a:srgbClr val="142E42"/>
            </a:solidFill>
            <a:round/>
          </a:l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238" b="0">
                <a:solidFill>
                  <a:srgbClr val="142E42"/>
                </a:solidFill>
                <a:latin typeface="Arial"/>
                <a:ea typeface="Arial"/>
                <a:cs typeface="Arial"/>
              </a:rPr>
              <a:t>2</a:t>
            </a:r>
          </a:p>
        </p:txBody>
      </p:sp>
      <p:sp>
        <p:nvSpPr>
          <p:cNvPr id="7" name="source-diagram-dg12-12">
            <a:extLst xmlns:a="http://schemas.openxmlformats.org/drawingml/2006/main">
              <a:ext uri="{FF2B5EF4-FFF2-40B4-BE49-F238E27FC236}">
                <a16:creationId xmlns:a16="http://schemas.microsoft.com/office/drawing/2014/main" id="{9EC5A00A-53EB-4E99-B11F-FDF990A628BB}"/>
              </a:ext>
            </a:extLst>
          </p:cNvPr>
          <p:cNvSpPr>
            <a:spLocks xmlns:a="http://schemas.openxmlformats.org/drawingml/2006/main" noGrp="1"/>
          </p:cNvSpPr>
          <p:nvPr/>
        </p:nvSpPr>
        <p:spPr>
          <a:xfrm xmlns:a="http://schemas.openxmlformats.org/drawingml/2006/main">
            <a:off x="8881597" y="2756669"/>
            <a:ext cx="413773" cy="516040"/>
          </a:xfrm>
          <a:prstGeom xmlns:a="http://schemas.openxmlformats.org/drawingml/2006/main" prst="ellipse">
            <a:avLst/>
          </a:prstGeom>
          <a:solidFill xmlns:a="http://schemas.openxmlformats.org/drawingml/2006/main">
            <a:srgbClr val="E5EEF2"/>
          </a:solidFill>
          <a:ln xmlns:a="http://schemas.openxmlformats.org/drawingml/2006/main" w="38100">
            <a:solidFill>
              <a:srgbClr val="142E42"/>
            </a:solidFill>
            <a:round/>
          </a:l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238" b="0">
                <a:solidFill>
                  <a:srgbClr val="142E42"/>
                </a:solidFill>
                <a:latin typeface="Arial"/>
                <a:ea typeface="Arial"/>
                <a:cs typeface="Arial"/>
              </a:rPr>
              <a:t>15</a:t>
            </a:r>
          </a:p>
        </p:txBody>
      </p:sp>
      <p:sp>
        <p:nvSpPr>
          <p:cNvPr id="8" name="source-diagram-dg12-13">
            <a:extLst xmlns:a="http://schemas.openxmlformats.org/drawingml/2006/main">
              <a:ext uri="{FF2B5EF4-FFF2-40B4-BE49-F238E27FC236}">
                <a16:creationId xmlns:a16="http://schemas.microsoft.com/office/drawing/2014/main" id="{C2D074B4-8767-47E4-B269-88365596B3CF}"/>
              </a:ext>
            </a:extLst>
          </p:cNvPr>
          <p:cNvSpPr>
            <a:spLocks xmlns:a="http://schemas.openxmlformats.org/drawingml/2006/main" noGrp="1"/>
          </p:cNvSpPr>
          <p:nvPr/>
        </p:nvSpPr>
        <p:spPr>
          <a:xfrm xmlns:a="http://schemas.openxmlformats.org/drawingml/2006/main">
            <a:off x="7621313" y="2756669"/>
            <a:ext cx="413773" cy="516040"/>
          </a:xfrm>
          <a:prstGeom xmlns:a="http://schemas.openxmlformats.org/drawingml/2006/main" prst="ellipse">
            <a:avLst/>
          </a:prstGeom>
          <a:solidFill xmlns:a="http://schemas.openxmlformats.org/drawingml/2006/main">
            <a:srgbClr val="007C83"/>
          </a:solidFill>
          <a:ln xmlns:a="http://schemas.openxmlformats.org/drawingml/2006/main" w="38100">
            <a:solidFill>
              <a:srgbClr val="142E42"/>
            </a:solidFill>
            <a:round/>
          </a:l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238" b="0">
                <a:solidFill>
                  <a:srgbClr val="FFFFFF"/>
                </a:solidFill>
                <a:latin typeface="Arial"/>
                <a:ea typeface="Arial"/>
                <a:cs typeface="Arial"/>
              </a:rPr>
              <a:t>5</a:t>
            </a:r>
          </a:p>
        </p:txBody>
      </p:sp>
      <p:sp>
        <p:nvSpPr>
          <p:cNvPr id="9" name="source-diagram-dg12-14">
            <a:extLst xmlns:a="http://schemas.openxmlformats.org/drawingml/2006/main">
              <a:ext uri="{FF2B5EF4-FFF2-40B4-BE49-F238E27FC236}">
                <a16:creationId xmlns:a16="http://schemas.microsoft.com/office/drawing/2014/main" id="{D1FE3577-6037-4F40-9DBE-DE9DEBE7D726}"/>
              </a:ext>
            </a:extLst>
          </p:cNvPr>
          <p:cNvSpPr>
            <a:spLocks xmlns:a="http://schemas.openxmlformats.org/drawingml/2006/main" noGrp="1"/>
          </p:cNvSpPr>
          <p:nvPr/>
        </p:nvSpPr>
        <p:spPr>
          <a:xfrm xmlns:a="http://schemas.openxmlformats.org/drawingml/2006/main">
            <a:off x="8219560" y="1552575"/>
            <a:ext cx="413773" cy="516040"/>
          </a:xfrm>
          <a:prstGeom xmlns:a="http://schemas.openxmlformats.org/drawingml/2006/main" prst="ellipse">
            <a:avLst/>
          </a:prstGeom>
          <a:solidFill xmlns:a="http://schemas.openxmlformats.org/drawingml/2006/main">
            <a:srgbClr val="007C83"/>
          </a:solidFill>
          <a:ln xmlns:a="http://schemas.openxmlformats.org/drawingml/2006/main" w="38100">
            <a:solidFill>
              <a:srgbClr val="142E42"/>
            </a:solidFill>
            <a:round/>
          </a:l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238" b="0">
                <a:solidFill>
                  <a:srgbClr val="FFFFFF"/>
                </a:solidFill>
                <a:latin typeface="Arial"/>
                <a:ea typeface="Arial"/>
                <a:cs typeface="Arial"/>
              </a:rPr>
              <a:t>12</a:t>
            </a:r>
          </a:p>
        </p:txBody>
      </p:sp>
      <p:cxnSp>
        <p:nvCxnSpPr>
          <p:cNvPr id="10" name="source-diagram-dg12-15">
            <a:extLst xmlns:a="http://schemas.openxmlformats.org/drawingml/2006/main">
              <a:ext uri="{FF2B5EF4-FFF2-40B4-BE49-F238E27FC236}">
                <a16:creationId xmlns:a16="http://schemas.microsoft.com/office/drawing/2014/main" id="{E8089FA4-7377-498A-82C8-713E28D4AC9D}"/>
              </a:ext>
            </a:extLst>
          </p:cNvPr>
          <p:cNvCxnSpPr/>
          <p:nvPr/>
        </p:nvCxnSpPr>
        <p:spPr>
          <a:xfrm xmlns:a="http://schemas.openxmlformats.org/drawingml/2006/main" rot="5400000">
            <a:off x="7748032" y="2093026"/>
            <a:ext cx="612293" cy="563660"/>
          </a:xfrm>
          <a:prstGeom xmlns:a="http://schemas.openxmlformats.org/drawingml/2006/main" prst="straightConnector1">
            <a:avLst/>
          </a:prstGeom>
          <a:ln xmlns:a="http://schemas.openxmlformats.org/drawingml/2006/main" w="9525">
            <a:solidFill>
              <a:srgbClr val="142E42"/>
            </a:solidFill>
            <a:round/>
            <a:headEnd type="none" w="med" len="med"/>
            <a:tailEnd type="none" w="med" len="med"/>
          </a:ln>
        </p:spPr>
      </p:cxnSp>
      <p:cxnSp>
        <p:nvCxnSpPr>
          <p:cNvPr id="11" name="source-diagram-dg12-16">
            <a:extLst xmlns:a="http://schemas.openxmlformats.org/drawingml/2006/main">
              <a:ext uri="{FF2B5EF4-FFF2-40B4-BE49-F238E27FC236}">
                <a16:creationId xmlns:a16="http://schemas.microsoft.com/office/drawing/2014/main" id="{65D669EE-37E8-44F9-8B3A-266739B8EC7B}"/>
              </a:ext>
            </a:extLst>
          </p:cNvPr>
          <p:cNvCxnSpPr/>
          <p:nvPr/>
        </p:nvCxnSpPr>
        <p:spPr>
          <a:xfrm xmlns:a="http://schemas.openxmlformats.org/drawingml/2006/main" rot="16200000" flipH="1">
            <a:off x="8524464" y="2053248"/>
            <a:ext cx="612293" cy="643216"/>
          </a:xfrm>
          <a:prstGeom xmlns:a="http://schemas.openxmlformats.org/drawingml/2006/main" prst="straightConnector1">
            <a:avLst/>
          </a:prstGeom>
          <a:ln xmlns:a="http://schemas.openxmlformats.org/drawingml/2006/main" w="9525">
            <a:solidFill>
              <a:srgbClr val="142E42"/>
            </a:solidFill>
            <a:round/>
            <a:headEnd type="none" w="med" len="med"/>
            <a:tailEnd type="none" w="med" len="med"/>
          </a:ln>
        </p:spPr>
      </p:cxnSp>
      <p:cxnSp>
        <p:nvCxnSpPr>
          <p:cNvPr id="12" name="source-diagram-dg12-17">
            <a:extLst xmlns:a="http://schemas.openxmlformats.org/drawingml/2006/main">
              <a:ext uri="{FF2B5EF4-FFF2-40B4-BE49-F238E27FC236}">
                <a16:creationId xmlns:a16="http://schemas.microsoft.com/office/drawing/2014/main" id="{79B4C802-F09A-4B30-B447-93A6A79C57EC}"/>
              </a:ext>
            </a:extLst>
          </p:cNvPr>
          <p:cNvCxnSpPr/>
          <p:nvPr/>
        </p:nvCxnSpPr>
        <p:spPr>
          <a:xfrm xmlns:a="http://schemas.openxmlformats.org/drawingml/2006/main">
            <a:off x="9235029" y="3223257"/>
            <a:ext cx="432737" cy="711705"/>
          </a:xfrm>
          <a:prstGeom xmlns:a="http://schemas.openxmlformats.org/drawingml/2006/main" prst="straightConnector1">
            <a:avLst/>
          </a:prstGeom>
          <a:ln xmlns:a="http://schemas.openxmlformats.org/drawingml/2006/main" w="9525">
            <a:solidFill>
              <a:srgbClr val="142E42"/>
            </a:solidFill>
            <a:round/>
            <a:headEnd type="none" w="med" len="med"/>
            <a:tailEnd type="none" w="med" len="med"/>
          </a:ln>
        </p:spPr>
      </p:cxnSp>
      <p:cxnSp>
        <p:nvCxnSpPr>
          <p:cNvPr id="13" name="source-diagram-dg12-18">
            <a:extLst xmlns:a="http://schemas.openxmlformats.org/drawingml/2006/main">
              <a:ext uri="{FF2B5EF4-FFF2-40B4-BE49-F238E27FC236}">
                <a16:creationId xmlns:a16="http://schemas.microsoft.com/office/drawing/2014/main" id="{55CD0342-5381-49A4-AA6F-D71EDA8C91CD}"/>
              </a:ext>
            </a:extLst>
          </p:cNvPr>
          <p:cNvCxnSpPr/>
          <p:nvPr/>
        </p:nvCxnSpPr>
        <p:spPr>
          <a:xfrm xmlns:a="http://schemas.openxmlformats.org/drawingml/2006/main" rot="5400000">
            <a:off x="7210126" y="3372378"/>
            <a:ext cx="612293" cy="413148"/>
          </a:xfrm>
          <a:prstGeom xmlns:a="http://schemas.openxmlformats.org/drawingml/2006/main" prst="straightConnector1">
            <a:avLst/>
          </a:prstGeom>
          <a:ln xmlns:a="http://schemas.openxmlformats.org/drawingml/2006/main" w="9525">
            <a:solidFill>
              <a:srgbClr val="142E42"/>
            </a:solidFill>
            <a:round/>
            <a:headEnd type="none" w="med" len="med"/>
            <a:tailEnd type="none" w="med" len="med"/>
          </a:ln>
        </p:spPr>
      </p:cxnSp>
      <p:cxnSp>
        <p:nvCxnSpPr>
          <p:cNvPr id="14" name="source-diagram-dg12-19">
            <a:extLst xmlns:a="http://schemas.openxmlformats.org/drawingml/2006/main">
              <a:ext uri="{FF2B5EF4-FFF2-40B4-BE49-F238E27FC236}">
                <a16:creationId xmlns:a16="http://schemas.microsoft.com/office/drawing/2014/main" id="{A814AEE2-0147-4855-A7F0-0BB5B360E6EA}"/>
              </a:ext>
            </a:extLst>
          </p:cNvPr>
          <p:cNvCxnSpPr/>
          <p:nvPr/>
        </p:nvCxnSpPr>
        <p:spPr>
          <a:xfrm xmlns:a="http://schemas.openxmlformats.org/drawingml/2006/main">
            <a:off x="7974745" y="3223257"/>
            <a:ext cx="432737" cy="711705"/>
          </a:xfrm>
          <a:prstGeom xmlns:a="http://schemas.openxmlformats.org/drawingml/2006/main" prst="straightConnector1">
            <a:avLst/>
          </a:prstGeom>
          <a:ln xmlns:a="http://schemas.openxmlformats.org/drawingml/2006/main" w="9525">
            <a:solidFill>
              <a:srgbClr val="142E42"/>
            </a:solidFill>
            <a:round/>
            <a:headEnd type="none" w="med" len="med"/>
            <a:tailEnd type="none" w="med" len="med"/>
          </a:ln>
        </p:spPr>
      </p:cxnSp>
      <p:sp>
        <p:nvSpPr>
          <p:cNvPr id="15" name="source-diagram-dg12-20">
            <a:extLst xmlns:a="http://schemas.openxmlformats.org/drawingml/2006/main">
              <a:ext uri="{FF2B5EF4-FFF2-40B4-BE49-F238E27FC236}">
                <a16:creationId xmlns:a16="http://schemas.microsoft.com/office/drawing/2014/main" id="{253C63BB-6E59-4FCF-93C5-A2DC9E5CC886}"/>
              </a:ext>
            </a:extLst>
          </p:cNvPr>
          <p:cNvSpPr>
            <a:spLocks xmlns:a="http://schemas.openxmlformats.org/drawingml/2006/main" noGrp="1"/>
          </p:cNvSpPr>
          <p:nvPr/>
        </p:nvSpPr>
        <p:spPr>
          <a:xfrm xmlns:a="http://schemas.openxmlformats.org/drawingml/2006/main">
            <a:off x="9750521" y="5164859"/>
            <a:ext cx="413773" cy="516040"/>
          </a:xfrm>
          <a:prstGeom xmlns:a="http://schemas.openxmlformats.org/drawingml/2006/main" prst="ellipse">
            <a:avLst/>
          </a:prstGeom>
          <a:solidFill xmlns:a="http://schemas.openxmlformats.org/drawingml/2006/main">
            <a:srgbClr val="E5EEF2"/>
          </a:solidFill>
          <a:ln xmlns:a="http://schemas.openxmlformats.org/drawingml/2006/main" w="38100">
            <a:solidFill>
              <a:srgbClr val="142E42"/>
            </a:solidFill>
            <a:round/>
          </a:l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238" b="0">
                <a:solidFill>
                  <a:srgbClr val="142E42"/>
                </a:solidFill>
                <a:latin typeface="Arial"/>
                <a:ea typeface="Arial"/>
                <a:cs typeface="Arial"/>
              </a:rPr>
              <a:t>30</a:t>
            </a:r>
          </a:p>
        </p:txBody>
      </p:sp>
      <p:cxnSp>
        <p:nvCxnSpPr>
          <p:cNvPr id="16" name="source-diagram-dg12-21">
            <a:extLst xmlns:a="http://schemas.openxmlformats.org/drawingml/2006/main">
              <a:ext uri="{FF2B5EF4-FFF2-40B4-BE49-F238E27FC236}">
                <a16:creationId xmlns:a16="http://schemas.microsoft.com/office/drawing/2014/main" id="{1B74672F-E6C0-40C9-8BA6-D62B7D32A27D}"/>
              </a:ext>
            </a:extLst>
          </p:cNvPr>
          <p:cNvCxnSpPr/>
          <p:nvPr/>
        </p:nvCxnSpPr>
        <p:spPr>
          <a:xfrm xmlns:a="http://schemas.openxmlformats.org/drawingml/2006/main">
            <a:off x="9814312" y="4427351"/>
            <a:ext cx="143096" cy="711705"/>
          </a:xfrm>
          <a:prstGeom xmlns:a="http://schemas.openxmlformats.org/drawingml/2006/main" prst="straightConnector1">
            <a:avLst/>
          </a:prstGeom>
          <a:ln xmlns:a="http://schemas.openxmlformats.org/drawingml/2006/main" w="9525">
            <a:solidFill>
              <a:srgbClr val="142E42"/>
            </a:solidFill>
            <a:round/>
            <a:headEnd type="none" w="med" len="med"/>
            <a:tailEnd type="none" w="med" len="med"/>
          </a:ln>
        </p:spPr>
      </p:cxnSp>
      <p:sp>
        <p:nvSpPr>
          <p:cNvPr id="17" name="source-diagram-dg12-22">
            <a:extLst xmlns:a="http://schemas.openxmlformats.org/drawingml/2006/main">
              <a:ext uri="{FF2B5EF4-FFF2-40B4-BE49-F238E27FC236}">
                <a16:creationId xmlns:a16="http://schemas.microsoft.com/office/drawing/2014/main" id="{D8B88EEB-FAE2-4582-BDF1-B4D9F7C88079}"/>
              </a:ext>
            </a:extLst>
          </p:cNvPr>
          <p:cNvSpPr>
            <a:spLocks xmlns:a="http://schemas.openxmlformats.org/drawingml/2006/main" noGrp="1"/>
          </p:cNvSpPr>
          <p:nvPr/>
        </p:nvSpPr>
        <p:spPr>
          <a:xfrm xmlns:a="http://schemas.openxmlformats.org/drawingml/2006/main">
            <a:off x="7910954" y="5164859"/>
            <a:ext cx="413773" cy="516040"/>
          </a:xfrm>
          <a:prstGeom xmlns:a="http://schemas.openxmlformats.org/drawingml/2006/main" prst="ellipse">
            <a:avLst/>
          </a:prstGeom>
          <a:solidFill xmlns:a="http://schemas.openxmlformats.org/drawingml/2006/main">
            <a:srgbClr val="E5EEF2"/>
          </a:solidFill>
          <a:ln xmlns:a="http://schemas.openxmlformats.org/drawingml/2006/main" w="38100">
            <a:solidFill>
              <a:srgbClr val="142E42"/>
            </a:solidFill>
            <a:round/>
          </a:l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238" b="0">
                <a:solidFill>
                  <a:srgbClr val="142E42"/>
                </a:solidFill>
                <a:latin typeface="Arial"/>
                <a:ea typeface="Arial"/>
                <a:cs typeface="Arial"/>
              </a:rPr>
              <a:t>7</a:t>
            </a:r>
          </a:p>
        </p:txBody>
      </p:sp>
      <p:cxnSp>
        <p:nvCxnSpPr>
          <p:cNvPr id="18" name="source-diagram-dg12-23">
            <a:extLst xmlns:a="http://schemas.openxmlformats.org/drawingml/2006/main">
              <a:ext uri="{FF2B5EF4-FFF2-40B4-BE49-F238E27FC236}">
                <a16:creationId xmlns:a16="http://schemas.microsoft.com/office/drawing/2014/main" id="{53A6A77B-178F-4714-BF3E-670207085A38}"/>
              </a:ext>
            </a:extLst>
          </p:cNvPr>
          <p:cNvCxnSpPr/>
          <p:nvPr/>
        </p:nvCxnSpPr>
        <p:spPr>
          <a:xfrm xmlns:a="http://schemas.openxmlformats.org/drawingml/2006/main" flipH="1">
            <a:off x="8117841" y="4427351"/>
            <a:ext cx="143097" cy="711705"/>
          </a:xfrm>
          <a:prstGeom xmlns:a="http://schemas.openxmlformats.org/drawingml/2006/main" prst="straightConnector1">
            <a:avLst/>
          </a:prstGeom>
          <a:ln xmlns:a="http://schemas.openxmlformats.org/drawingml/2006/main" w="9525">
            <a:solidFill>
              <a:srgbClr val="142E42"/>
            </a:solidFill>
            <a:round/>
            <a:headEnd type="none" w="med" len="med"/>
            <a:tailEnd type="none" w="med" len="med"/>
          </a:ln>
        </p:spPr>
      </p:cxnSp>
      <p:sp>
        <p:nvSpPr>
          <p:cNvPr id="19" name="source-diagram-dg12-24">
            <a:extLst xmlns:a="http://schemas.openxmlformats.org/drawingml/2006/main">
              <a:ext uri="{FF2B5EF4-FFF2-40B4-BE49-F238E27FC236}">
                <a16:creationId xmlns:a16="http://schemas.microsoft.com/office/drawing/2014/main" id="{9CDD99C4-8213-4398-9DE9-1E7CE9A9C277}"/>
              </a:ext>
            </a:extLst>
          </p:cNvPr>
          <p:cNvSpPr>
            <a:spLocks xmlns:a="http://schemas.openxmlformats.org/drawingml/2006/main" noGrp="1"/>
          </p:cNvSpPr>
          <p:nvPr/>
        </p:nvSpPr>
        <p:spPr>
          <a:xfrm xmlns:a="http://schemas.openxmlformats.org/drawingml/2006/main">
            <a:off x="9171239" y="5154108"/>
            <a:ext cx="413773" cy="516040"/>
          </a:xfrm>
          <a:prstGeom xmlns:a="http://schemas.openxmlformats.org/drawingml/2006/main" prst="ellipse">
            <a:avLst/>
          </a:prstGeom>
          <a:solidFill xmlns:a="http://schemas.openxmlformats.org/drawingml/2006/main">
            <a:srgbClr val="E5EEF2"/>
          </a:solidFill>
          <a:ln xmlns:a="http://schemas.openxmlformats.org/drawingml/2006/main" w="38100">
            <a:solidFill>
              <a:srgbClr val="142E42"/>
            </a:solidFill>
            <a:round/>
          </a:l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238" b="0">
                <a:solidFill>
                  <a:srgbClr val="142E42"/>
                </a:solidFill>
                <a:latin typeface="Arial"/>
                <a:ea typeface="Arial"/>
                <a:cs typeface="Arial"/>
              </a:rPr>
              <a:t>17</a:t>
            </a:r>
          </a:p>
        </p:txBody>
      </p:sp>
      <p:cxnSp>
        <p:nvCxnSpPr>
          <p:cNvPr id="20" name="source-diagram-dg12-25">
            <a:extLst xmlns:a="http://schemas.openxmlformats.org/drawingml/2006/main">
              <a:ext uri="{FF2B5EF4-FFF2-40B4-BE49-F238E27FC236}">
                <a16:creationId xmlns:a16="http://schemas.microsoft.com/office/drawing/2014/main" id="{B53232B7-D506-4CDC-8C3A-4661143AB514}"/>
              </a:ext>
            </a:extLst>
          </p:cNvPr>
          <p:cNvCxnSpPr/>
          <p:nvPr/>
        </p:nvCxnSpPr>
        <p:spPr>
          <a:xfrm xmlns:a="http://schemas.openxmlformats.org/drawingml/2006/main" flipH="1">
            <a:off x="9378125" y="4427351"/>
            <a:ext cx="143097" cy="700955"/>
          </a:xfrm>
          <a:prstGeom xmlns:a="http://schemas.openxmlformats.org/drawingml/2006/main" prst="straightConnector1">
            <a:avLst/>
          </a:prstGeom>
          <a:ln xmlns:a="http://schemas.openxmlformats.org/drawingml/2006/main" w="9525">
            <a:solidFill>
              <a:srgbClr val="142E42"/>
            </a:solidFill>
            <a:round/>
            <a:headEnd type="none" w="med" len="med"/>
            <a:tailEnd type="none" w="med" len="med"/>
          </a:ln>
        </p:spPr>
      </p:cxnSp>
      <p:sp>
        <p:nvSpPr>
          <p:cNvPr id="21" name="source-diagram-dg12-26">
            <a:extLst xmlns:a="http://schemas.openxmlformats.org/drawingml/2006/main">
              <a:ext uri="{FF2B5EF4-FFF2-40B4-BE49-F238E27FC236}">
                <a16:creationId xmlns:a16="http://schemas.microsoft.com/office/drawing/2014/main" id="{99EF9087-4EEF-44CD-80C3-9E7ADE0CAF8A}"/>
              </a:ext>
            </a:extLst>
          </p:cNvPr>
          <p:cNvSpPr>
            <a:spLocks xmlns:a="http://schemas.openxmlformats.org/drawingml/2006/main" noGrp="1"/>
          </p:cNvSpPr>
          <p:nvPr/>
        </p:nvSpPr>
        <p:spPr>
          <a:xfrm xmlns:a="http://schemas.openxmlformats.org/drawingml/2006/main">
            <a:off x="8467824" y="5179910"/>
            <a:ext cx="413773" cy="516040"/>
          </a:xfrm>
          <a:prstGeom xmlns:a="http://schemas.openxmlformats.org/drawingml/2006/main" prst="ellipse">
            <a:avLst/>
          </a:prstGeom>
          <a:solidFill xmlns:a="http://schemas.openxmlformats.org/drawingml/2006/main">
            <a:srgbClr val="007C83"/>
          </a:solidFill>
          <a:ln xmlns:a="http://schemas.openxmlformats.org/drawingml/2006/main" w="38100">
            <a:solidFill>
              <a:srgbClr val="142E42"/>
            </a:solidFill>
            <a:round/>
          </a:l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238" b="0">
                <a:solidFill>
                  <a:srgbClr val="FFFFFF"/>
                </a:solidFill>
                <a:latin typeface="Arial"/>
                <a:ea typeface="Arial"/>
                <a:cs typeface="Arial"/>
              </a:rPr>
              <a:t>10</a:t>
            </a:r>
          </a:p>
        </p:txBody>
      </p:sp>
      <p:cxnSp>
        <p:nvCxnSpPr>
          <p:cNvPr id="22" name="source-diagram-dg12-27">
            <a:extLst xmlns:a="http://schemas.openxmlformats.org/drawingml/2006/main">
              <a:ext uri="{FF2B5EF4-FFF2-40B4-BE49-F238E27FC236}">
                <a16:creationId xmlns:a16="http://schemas.microsoft.com/office/drawing/2014/main" id="{75B297C0-C5E3-45A2-9A7D-EB63BBB466A0}"/>
              </a:ext>
            </a:extLst>
          </p:cNvPr>
          <p:cNvCxnSpPr/>
          <p:nvPr/>
        </p:nvCxnSpPr>
        <p:spPr>
          <a:xfrm xmlns:a="http://schemas.openxmlformats.org/drawingml/2006/main">
            <a:off x="8531614" y="4442402"/>
            <a:ext cx="143097" cy="711706"/>
          </a:xfrm>
          <a:prstGeom xmlns:a="http://schemas.openxmlformats.org/drawingml/2006/main" prst="straightConnector1">
            <a:avLst/>
          </a:prstGeom>
          <a:ln xmlns:a="http://schemas.openxmlformats.org/drawingml/2006/main" w="9525">
            <a:solidFill>
              <a:srgbClr val="142E42"/>
            </a:solidFill>
            <a:round/>
            <a:headEnd type="none" w="med" len="med"/>
            <a:tailEnd type="none" w="med" len="med"/>
          </a:ln>
        </p:spPr>
      </p:cxnSp>
      <p:sp>
        <p:nvSpPr>
          <p:cNvPr id="24" name="local-java-SearchDemo">
            <a:extLst xmlns:a="http://schemas.openxmlformats.org/drawingml/2006/main">
              <a:ext uri="{FF2B5EF4-FFF2-40B4-BE49-F238E27FC236}">
                <a16:creationId xmlns:a16="http://schemas.microsoft.com/office/drawing/2014/main" id="{59416CBD-D667-474B-843D-B58F47A00F56}"/>
              </a:ext>
            </a:extLst>
          </p:cNvPr>
          <p:cNvSpPr>
            <a:spLocks xmlns:a="http://schemas.openxmlformats.org/drawingml/2006/main" noGrp="1"/>
          </p:cNvSpPr>
          <p:nvPr/>
        </p:nvSpPr>
        <p:spPr>
          <a:xfrm xmlns:a="http://schemas.openxmlformats.org/drawingml/2006/main">
            <a:off x="609600" y="6134100"/>
            <a:ext cx="357187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350" b="0">
                <a:solidFill>
                  <a:srgbClr val="007D89"/>
                </a:solidFill>
                <a:latin typeface="Arial"/>
                <a:ea typeface="Arial"/>
                <a:cs typeface="Arial"/>
              </a:defRPr>
            </a:defPPr>
            <a:lvl1pPr>
              <a:defRPr sz="1350" b="0">
                <a:solidFill>
                  <a:srgbClr val="007D89"/>
                </a:solidFill>
                <a:latin typeface="Arial"/>
                <a:ea typeface="Arial"/>
                <a:cs typeface="Arial"/>
              </a:defRPr>
            </a:lvl1pPr>
            <a:lvl2pPr>
              <a:defRPr sz="1350" b="0">
                <a:solidFill>
                  <a:srgbClr val="007D89"/>
                </a:solidFill>
                <a:latin typeface="Arial"/>
                <a:ea typeface="Arial"/>
                <a:cs typeface="Arial"/>
              </a:defRPr>
            </a:lvl2pPr>
            <a:lvl3pPr>
              <a:defRPr sz="1350" b="0">
                <a:solidFill>
                  <a:srgbClr val="007D89"/>
                </a:solidFill>
                <a:latin typeface="Arial"/>
                <a:ea typeface="Arial"/>
                <a:cs typeface="Arial"/>
              </a:defRPr>
            </a:lvl3pPr>
            <a:lvl4pPr>
              <a:defRPr sz="1350" b="0">
                <a:solidFill>
                  <a:srgbClr val="007D89"/>
                </a:solidFill>
                <a:latin typeface="Arial"/>
                <a:ea typeface="Arial"/>
                <a:cs typeface="Arial"/>
              </a:defRPr>
            </a:lvl4pPr>
            <a:lvl5pPr>
              <a:defRPr sz="1350" b="0">
                <a:solidFill>
                  <a:srgbClr val="007D89"/>
                </a:solidFill>
                <a:latin typeface="Arial"/>
                <a:ea typeface="Arial"/>
                <a:cs typeface="Arial"/>
              </a:defRPr>
            </a:lvl5pPr>
            <a:lvl6pPr>
              <a:defRPr sz="1350" b="0">
                <a:solidFill>
                  <a:srgbClr val="007D89"/>
                </a:solidFill>
                <a:latin typeface="Arial"/>
                <a:ea typeface="Arial"/>
                <a:cs typeface="Arial"/>
              </a:defRPr>
            </a:lvl6pPr>
            <a:lvl7pPr>
              <a:defRPr sz="1350" b="0">
                <a:solidFill>
                  <a:srgbClr val="007D89"/>
                </a:solidFill>
                <a:latin typeface="Arial"/>
                <a:ea typeface="Arial"/>
                <a:cs typeface="Arial"/>
              </a:defRPr>
            </a:lvl7pPr>
            <a:lvl8pPr>
              <a:defRPr sz="1350" b="0">
                <a:solidFill>
                  <a:srgbClr val="007D89"/>
                </a:solidFill>
                <a:latin typeface="Arial"/>
                <a:ea typeface="Arial"/>
                <a:cs typeface="Arial"/>
              </a:defRPr>
            </a:lvl8pPr>
            <a:lvl9pPr>
              <a:defRPr sz="1350" b="0">
                <a:solidFill>
                  <a:srgbClr val="007D89"/>
                </a:solidFill>
                <a:latin typeface="Arial"/>
                <a:ea typeface="Arial"/>
                <a:cs typeface="Arial"/>
              </a:defRPr>
            </a:lvl9pPr>
          </a:lstStyle>
          <a:p xmlns:a="http://schemas.openxmlformats.org/drawingml/2006/main">
            <a:pPr>
              <a:defRPr sz="1350" b="0">
                <a:solidFill>
                  <a:srgbClr val="007D89"/>
                </a:solidFill>
                <a:latin typeface="Arial"/>
                <a:ea typeface="Arial"/>
                <a:cs typeface="Arial"/>
              </a:defRPr>
            </a:pPr>
            <a:r>
              <a:rPr sz="1350" u="sng">
                <a:solidFill>
                  <a:srgbClr val="007D89"/>
                </a:solidFill>
                <a:latin typeface="Arial"/>
                <a:ea typeface="Arial"/>
                <a:cs typeface="Arial"/>
                <a:hlinkClick xmlns:r="http://schemas.openxmlformats.org/officeDocument/2006/relationships" r:id="R7c3904cf45784c43"/>
              </a:rPr>
              <a:t>Java: SearchDemo.java</a:t>
            </a:r>
          </a:p>
        </p:txBody>
      </p:sp>
    </p:spTree>
    <p:extLst>
      <p:ext uri="{BB962C8B-B14F-4D97-AF65-F5344CB8AC3E}">
        <p14:creationId xmlns:p14="http://schemas.microsoft.com/office/powerpoint/2010/main" val="896807199"/>
      </p:ext>
    </p:extLst>
  </p:cSld>
</p:sld>
</file>

<file path=ppt/slides/slide14.xml><?xml version="1.0" encoding="utf-8"?>
<p:sld xmlns:p="http://schemas.openxmlformats.org/presentationml/2006/main">
  <p:cSld>
    <p:bg>
      <p:bgPr>
        <a:solidFill xmlns:a="http://schemas.openxmlformats.org/drawingml/2006/main">
          <a:srgbClr val="FAFCFD"/>
        </a:solidFill>
      </p:bgPr>
    </p:bg>
    <p:spTree>
      <p:nvGrpSpPr>
        <p:cNvPr id="1" name=""/>
        <p:cNvGrpSpPr/>
        <p:nvPr/>
      </p:nvGrpSpPr>
      <p:grpSpPr>
        <a:xfrm xmlns:a="http://schemas.openxmlformats.org/drawingml/2006/main"/>
      </p:grpSpPr>
      <p:sp>
        <p:nvSpPr>
          <p:cNvPr id="5" name="text-0">
            <a:extLst xmlns:a="http://schemas.openxmlformats.org/drawingml/2006/main">
              <a:ext uri="{FF2B5EF4-FFF2-40B4-BE49-F238E27FC236}">
                <a16:creationId xmlns:a16="http://schemas.microsoft.com/office/drawing/2014/main" id="{A54D0E33-B099-49AF-8EF1-98E59DA4DA9E}"/>
              </a:ext>
            </a:extLst>
          </p:cNvPr>
          <p:cNvSpPr>
            <a:spLocks xmlns:a="http://schemas.openxmlformats.org/drawingml/2006/main" noGrp="1"/>
          </p:cNvSpPr>
          <p:nvPr/>
        </p:nvSpPr>
        <p:spPr>
          <a:xfrm xmlns:a="http://schemas.openxmlformats.org/drawingml/2006/main">
            <a:off x="609600" y="419100"/>
            <a:ext cx="10953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lgn="l">
              <a:defRPr sz="3150" b="1">
                <a:solidFill>
                  <a:srgbClr val="142E42"/>
                </a:solidFill>
                <a:latin typeface="Arial"/>
                <a:ea typeface="Arial"/>
                <a:cs typeface="Arial"/>
              </a:defRPr>
            </a:defPPr>
            <a:lvl1pPr algn="l">
              <a:buNone/>
              <a:defRPr sz="3150" b="1">
                <a:solidFill>
                  <a:srgbClr val="142E42"/>
                </a:solidFill>
                <a:latin typeface="Arial"/>
                <a:ea typeface="Arial"/>
                <a:cs typeface="Arial"/>
              </a:defRPr>
            </a:lvl1pPr>
            <a:lvl2pPr algn="l">
              <a:buNone/>
              <a:defRPr sz="3150" b="1">
                <a:solidFill>
                  <a:srgbClr val="142E42"/>
                </a:solidFill>
                <a:latin typeface="Arial"/>
                <a:ea typeface="Arial"/>
                <a:cs typeface="Arial"/>
              </a:defRPr>
            </a:lvl2pPr>
            <a:lvl3pPr algn="l">
              <a:buNone/>
              <a:defRPr sz="3150" b="1">
                <a:solidFill>
                  <a:srgbClr val="142E42"/>
                </a:solidFill>
                <a:latin typeface="Arial"/>
                <a:ea typeface="Arial"/>
                <a:cs typeface="Arial"/>
              </a:defRPr>
            </a:lvl3pPr>
            <a:lvl4pPr algn="l">
              <a:buNone/>
              <a:defRPr sz="3150" b="1">
                <a:solidFill>
                  <a:srgbClr val="142E42"/>
                </a:solidFill>
                <a:latin typeface="Arial"/>
                <a:ea typeface="Arial"/>
                <a:cs typeface="Arial"/>
              </a:defRPr>
            </a:lvl4pPr>
            <a:lvl5pPr algn="l">
              <a:buNone/>
              <a:defRPr sz="3150" b="1">
                <a:solidFill>
                  <a:srgbClr val="142E42"/>
                </a:solidFill>
                <a:latin typeface="Arial"/>
                <a:ea typeface="Arial"/>
                <a:cs typeface="Arial"/>
              </a:defRPr>
            </a:lvl5pPr>
            <a:lvl6pPr algn="l">
              <a:buNone/>
              <a:defRPr sz="3150" b="1">
                <a:solidFill>
                  <a:srgbClr val="142E42"/>
                </a:solidFill>
                <a:latin typeface="Arial"/>
                <a:ea typeface="Arial"/>
                <a:cs typeface="Arial"/>
              </a:defRPr>
            </a:lvl6pPr>
            <a:lvl7pPr algn="l">
              <a:buNone/>
              <a:defRPr sz="3150" b="1">
                <a:solidFill>
                  <a:srgbClr val="142E42"/>
                </a:solidFill>
                <a:latin typeface="Arial"/>
                <a:ea typeface="Arial"/>
                <a:cs typeface="Arial"/>
              </a:defRPr>
            </a:lvl7pPr>
            <a:lvl8pPr algn="l">
              <a:buNone/>
              <a:defRPr sz="3150" b="1">
                <a:solidFill>
                  <a:srgbClr val="142E42"/>
                </a:solidFill>
                <a:latin typeface="Arial"/>
                <a:ea typeface="Arial"/>
                <a:cs typeface="Arial"/>
              </a:defRPr>
            </a:lvl8pPr>
            <a:lvl9pPr algn="l">
              <a:buNone/>
              <a:defRPr sz="3150" b="1">
                <a:solidFill>
                  <a:srgbClr val="142E42"/>
                </a:solidFill>
                <a:latin typeface="Arial"/>
                <a:ea typeface="Arial"/>
                <a:cs typeface="Arial"/>
              </a:defRPr>
            </a:lvl9pPr>
          </a:lstStyle>
          <a:p xmlns:a="http://schemas.openxmlformats.org/drawingml/2006/main">
            <a:pPr algn="l">
              <a:buNone/>
              <a:defRPr sz="3150" b="1">
                <a:solidFill>
                  <a:srgbClr val="142E42"/>
                </a:solidFill>
                <a:latin typeface="Arial"/>
                <a:ea typeface="Arial"/>
                <a:cs typeface="Arial"/>
              </a:defRPr>
            </a:pPr>
            <a:r>
              <a:rPr sz="3150" b="1">
                <a:solidFill>
                  <a:srgbClr val="142E42"/>
                </a:solidFill>
                <a:latin typeface="Arial"/>
                <a:ea typeface="Arial"/>
                <a:cs typeface="Arial"/>
              </a:rPr>
              <a:t>Iterative search</a:t>
            </a:r>
          </a:p>
        </p:txBody>
      </p:sp>
      <p:sp>
        <p:nvSpPr>
          <p:cNvPr id="2" name="text-1">
            <a:extLst xmlns:a="http://schemas.openxmlformats.org/drawingml/2006/main">
              <a:ext uri="{FF2B5EF4-FFF2-40B4-BE49-F238E27FC236}">
                <a16:creationId xmlns:a16="http://schemas.microsoft.com/office/drawing/2014/main" id="{DC159043-0FCE-4383-AEB7-F6A08B1E83B4}"/>
              </a:ext>
            </a:extLst>
          </p:cNvPr>
          <p:cNvSpPr>
            <a:spLocks xmlns:a="http://schemas.openxmlformats.org/drawingml/2006/main" noGrp="1"/>
          </p:cNvSpPr>
          <p:nvPr/>
        </p:nvSpPr>
        <p:spPr>
          <a:xfrm xmlns:a="http://schemas.openxmlformats.org/drawingml/2006/main">
            <a:off x="11163300" y="6381750"/>
            <a:ext cx="476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lgn="l">
              <a:defRPr sz="1275" b="0">
                <a:solidFill>
                  <a:srgbClr val="4B6070"/>
                </a:solidFill>
                <a:latin typeface="Arial"/>
                <a:ea typeface="Arial"/>
                <a:cs typeface="Arial"/>
              </a:defRPr>
            </a:defPPr>
            <a:lvl1pPr algn="l">
              <a:buNone/>
              <a:defRPr sz="1275" b="0">
                <a:solidFill>
                  <a:srgbClr val="4B6070"/>
                </a:solidFill>
                <a:latin typeface="Arial"/>
                <a:ea typeface="Arial"/>
                <a:cs typeface="Arial"/>
              </a:defRPr>
            </a:lvl1pPr>
            <a:lvl2pPr algn="l">
              <a:buNone/>
              <a:defRPr sz="1275" b="0">
                <a:solidFill>
                  <a:srgbClr val="4B6070"/>
                </a:solidFill>
                <a:latin typeface="Arial"/>
                <a:ea typeface="Arial"/>
                <a:cs typeface="Arial"/>
              </a:defRPr>
            </a:lvl2pPr>
            <a:lvl3pPr algn="l">
              <a:buNone/>
              <a:defRPr sz="1275" b="0">
                <a:solidFill>
                  <a:srgbClr val="4B6070"/>
                </a:solidFill>
                <a:latin typeface="Arial"/>
                <a:ea typeface="Arial"/>
                <a:cs typeface="Arial"/>
              </a:defRPr>
            </a:lvl3pPr>
            <a:lvl4pPr algn="l">
              <a:buNone/>
              <a:defRPr sz="1275" b="0">
                <a:solidFill>
                  <a:srgbClr val="4B6070"/>
                </a:solidFill>
                <a:latin typeface="Arial"/>
                <a:ea typeface="Arial"/>
                <a:cs typeface="Arial"/>
              </a:defRPr>
            </a:lvl4pPr>
            <a:lvl5pPr algn="l">
              <a:buNone/>
              <a:defRPr sz="1275" b="0">
                <a:solidFill>
                  <a:srgbClr val="4B6070"/>
                </a:solidFill>
                <a:latin typeface="Arial"/>
                <a:ea typeface="Arial"/>
                <a:cs typeface="Arial"/>
              </a:defRPr>
            </a:lvl5pPr>
            <a:lvl6pPr algn="l">
              <a:buNone/>
              <a:defRPr sz="1275" b="0">
                <a:solidFill>
                  <a:srgbClr val="4B6070"/>
                </a:solidFill>
                <a:latin typeface="Arial"/>
                <a:ea typeface="Arial"/>
                <a:cs typeface="Arial"/>
              </a:defRPr>
            </a:lvl6pPr>
            <a:lvl7pPr algn="l">
              <a:buNone/>
              <a:defRPr sz="1275" b="0">
                <a:solidFill>
                  <a:srgbClr val="4B6070"/>
                </a:solidFill>
                <a:latin typeface="Arial"/>
                <a:ea typeface="Arial"/>
                <a:cs typeface="Arial"/>
              </a:defRPr>
            </a:lvl7pPr>
            <a:lvl8pPr algn="l">
              <a:buNone/>
              <a:defRPr sz="1275" b="0">
                <a:solidFill>
                  <a:srgbClr val="4B6070"/>
                </a:solidFill>
                <a:latin typeface="Arial"/>
                <a:ea typeface="Arial"/>
                <a:cs typeface="Arial"/>
              </a:defRPr>
            </a:lvl8pPr>
            <a:lvl9pPr algn="l">
              <a:buNone/>
              <a:defRPr sz="1275" b="0">
                <a:solidFill>
                  <a:srgbClr val="4B6070"/>
                </a:solidFill>
                <a:latin typeface="Arial"/>
                <a:ea typeface="Arial"/>
                <a:cs typeface="Arial"/>
              </a:defRPr>
            </a:lvl9pPr>
          </a:lstStyle>
          <a:p xmlns:a="http://schemas.openxmlformats.org/drawingml/2006/main">
            <a:pPr algn="l">
              <a:buNone/>
              <a:defRPr sz="1275" b="0">
                <a:solidFill>
                  <a:srgbClr val="4B6070"/>
                </a:solidFill>
                <a:latin typeface="Arial"/>
                <a:ea typeface="Arial"/>
                <a:cs typeface="Arial"/>
              </a:defRPr>
            </a:pPr>
            <a:r>
              <a:rPr sz="1275" b="0">
                <a:solidFill>
                  <a:srgbClr val="4B6070"/>
                </a:solidFill>
                <a:latin typeface="Arial"/>
                <a:ea typeface="Arial"/>
                <a:cs typeface="Arial"/>
              </a:rPr>
              <a:t>14</a:t>
            </a:r>
          </a:p>
        </p:txBody>
      </p:sp>
      <p:sp>
        <p:nvSpPr>
          <p:cNvPr id="3" name="text-2">
            <a:extLst xmlns:a="http://schemas.openxmlformats.org/drawingml/2006/main">
              <a:ext uri="{FF2B5EF4-FFF2-40B4-BE49-F238E27FC236}">
                <a16:creationId xmlns:a16="http://schemas.microsoft.com/office/drawing/2014/main" id="{8771539B-9A64-4F9B-89DF-302F0C22EDBE}"/>
              </a:ext>
            </a:extLst>
          </p:cNvPr>
          <p:cNvSpPr>
            <a:spLocks xmlns:a="http://schemas.openxmlformats.org/drawingml/2006/main" noGrp="1"/>
          </p:cNvSpPr>
          <p:nvPr/>
        </p:nvSpPr>
        <p:spPr>
          <a:xfrm xmlns:a="http://schemas.openxmlformats.org/drawingml/2006/main">
            <a:off x="609600" y="1571625"/>
            <a:ext cx="10953750" cy="3857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lgn="l">
              <a:defRPr sz="2025" b="0">
                <a:solidFill>
                  <a:srgbClr val="142E42"/>
                </a:solidFill>
                <a:latin typeface="Consolas"/>
                <a:ea typeface="Consolas"/>
                <a:cs typeface="Consolas"/>
              </a:defRPr>
            </a:defPPr>
            <a:lvl1pPr algn="l">
              <a:buNone/>
              <a:defRPr sz="2025" b="0">
                <a:solidFill>
                  <a:srgbClr val="142E42"/>
                </a:solidFill>
                <a:latin typeface="Consolas"/>
                <a:ea typeface="Consolas"/>
                <a:cs typeface="Consolas"/>
              </a:defRPr>
            </a:lvl1pPr>
            <a:lvl2pPr algn="l">
              <a:buNone/>
              <a:defRPr sz="2025" b="0">
                <a:solidFill>
                  <a:srgbClr val="142E42"/>
                </a:solidFill>
                <a:latin typeface="Consolas"/>
                <a:ea typeface="Consolas"/>
                <a:cs typeface="Consolas"/>
              </a:defRPr>
            </a:lvl2pPr>
            <a:lvl3pPr algn="l">
              <a:buNone/>
              <a:defRPr sz="2025" b="0">
                <a:solidFill>
                  <a:srgbClr val="142E42"/>
                </a:solidFill>
                <a:latin typeface="Consolas"/>
                <a:ea typeface="Consolas"/>
                <a:cs typeface="Consolas"/>
              </a:defRPr>
            </a:lvl3pPr>
            <a:lvl4pPr algn="l">
              <a:buNone/>
              <a:defRPr sz="2025" b="0">
                <a:solidFill>
                  <a:srgbClr val="142E42"/>
                </a:solidFill>
                <a:latin typeface="Consolas"/>
                <a:ea typeface="Consolas"/>
                <a:cs typeface="Consolas"/>
              </a:defRPr>
            </a:lvl4pPr>
            <a:lvl5pPr algn="l">
              <a:buNone/>
              <a:defRPr sz="2025" b="0">
                <a:solidFill>
                  <a:srgbClr val="142E42"/>
                </a:solidFill>
                <a:latin typeface="Consolas"/>
                <a:ea typeface="Consolas"/>
                <a:cs typeface="Consolas"/>
              </a:defRPr>
            </a:lvl5pPr>
            <a:lvl6pPr algn="l">
              <a:buNone/>
              <a:defRPr sz="2025" b="0">
                <a:solidFill>
                  <a:srgbClr val="142E42"/>
                </a:solidFill>
                <a:latin typeface="Consolas"/>
                <a:ea typeface="Consolas"/>
                <a:cs typeface="Consolas"/>
              </a:defRPr>
            </a:lvl6pPr>
            <a:lvl7pPr algn="l">
              <a:buNone/>
              <a:defRPr sz="2025" b="0">
                <a:solidFill>
                  <a:srgbClr val="142E42"/>
                </a:solidFill>
                <a:latin typeface="Consolas"/>
                <a:ea typeface="Consolas"/>
                <a:cs typeface="Consolas"/>
              </a:defRPr>
            </a:lvl7pPr>
            <a:lvl8pPr algn="l">
              <a:buNone/>
              <a:defRPr sz="2025" b="0">
                <a:solidFill>
                  <a:srgbClr val="142E42"/>
                </a:solidFill>
                <a:latin typeface="Consolas"/>
                <a:ea typeface="Consolas"/>
                <a:cs typeface="Consolas"/>
              </a:defRPr>
            </a:lvl8pPr>
            <a:lvl9pPr algn="l">
              <a:buNone/>
              <a:defRPr sz="2025" b="0">
                <a:solidFill>
                  <a:srgbClr val="142E42"/>
                </a:solidFill>
                <a:latin typeface="Consolas"/>
                <a:ea typeface="Consolas"/>
                <a:cs typeface="Consolas"/>
              </a:defRPr>
            </a:lvl9pPr>
          </a:lstStyle>
          <a:p xmlns:a="http://schemas.openxmlformats.org/drawingml/2006/main">
            <a:pPr algn="l">
              <a:buNone/>
              <a:defRPr sz="2025" b="0">
                <a:solidFill>
                  <a:srgbClr val="142E42"/>
                </a:solidFill>
                <a:latin typeface="Consolas"/>
                <a:ea typeface="Consolas"/>
                <a:cs typeface="Consolas"/>
              </a:defRPr>
            </a:pPr>
            <a:r>
              <a:rPr sz="2025" b="0">
                <a:solidFill>
                  <a:srgbClr val="142E42"/>
                </a:solidFill>
                <a:latin typeface="Consolas"/>
                <a:ea typeface="Consolas"/>
                <a:cs typeface="Consolas"/>
              </a:rPr>
              <a:t>public </a:t>
            </a:r>
            <a:r>
              <a:rPr sz="2025" b="0">
                <a:solidFill>
                  <a:srgbClr val="142E42"/>
                </a:solidFill>
                <a:latin typeface="Consolas"/>
                <a:ea typeface="Consolas"/>
                <a:cs typeface="Consolas"/>
              </a:rPr>
              <a:t>boolean</a:t>
            </a:r>
            <a:r>
              <a:rPr sz="2025" b="0">
                <a:solidFill>
                  <a:srgbClr val="142E42"/>
                </a:solidFill>
                <a:latin typeface="Consolas"/>
                <a:ea typeface="Consolas"/>
                <a:cs typeface="Consolas"/>
              </a:rPr>
              <a:t> contains(E key) {</a:t>
            </a:r>
          </a:p>
          <a:p xmlns:a="http://schemas.openxmlformats.org/drawingml/2006/main">
            <a:pPr algn="l">
              <a:buNone/>
              <a:defRPr sz="2025" b="0">
                <a:solidFill>
                  <a:srgbClr val="142E42"/>
                </a:solidFill>
                <a:latin typeface="Consolas"/>
                <a:ea typeface="Consolas"/>
                <a:cs typeface="Consolas"/>
              </a:defRPr>
            </a:pPr>
            <a:r>
              <a:rPr sz="2025" b="0">
                <a:solidFill>
                  <a:srgbClr val="142E42"/>
                </a:solidFill>
                <a:latin typeface="Consolas"/>
                <a:ea typeface="Consolas"/>
                <a:cs typeface="Consolas"/>
              </a:rPr>
              <a:t>    </a:t>
            </a:r>
            <a:r>
              <a:rPr sz="2025" b="0">
                <a:solidFill>
                  <a:srgbClr val="142E42"/>
                </a:solidFill>
                <a:latin typeface="Consolas"/>
                <a:ea typeface="Consolas"/>
                <a:cs typeface="Consolas"/>
              </a:rPr>
              <a:t>Objects.requireNonNull</a:t>
            </a:r>
            <a:r>
              <a:rPr sz="2025" b="0">
                <a:solidFill>
                  <a:srgbClr val="142E42"/>
                </a:solidFill>
                <a:latin typeface="Consolas"/>
                <a:ea typeface="Consolas"/>
                <a:cs typeface="Consolas"/>
              </a:rPr>
              <a:t>(key);</a:t>
            </a:r>
          </a:p>
          <a:p xmlns:a="http://schemas.openxmlformats.org/drawingml/2006/main">
            <a:pPr algn="l">
              <a:buNone/>
              <a:defRPr sz="2025" b="0">
                <a:solidFill>
                  <a:srgbClr val="142E42"/>
                </a:solidFill>
                <a:latin typeface="Consolas"/>
                <a:ea typeface="Consolas"/>
                <a:cs typeface="Consolas"/>
              </a:defRPr>
            </a:pPr>
            <a:r>
              <a:rPr sz="2025" b="0">
                <a:solidFill>
                  <a:srgbClr val="142E42"/>
                </a:solidFill>
                <a:latin typeface="Consolas"/>
                <a:ea typeface="Consolas"/>
                <a:cs typeface="Consolas"/>
              </a:rPr>
              <a:t>    Node&lt;E&gt; x = root;</a:t>
            </a:r>
          </a:p>
          <a:p xmlns:a="http://schemas.openxmlformats.org/drawingml/2006/main">
            <a:pPr algn="l">
              <a:buNone/>
              <a:defRPr sz="2025" b="0">
                <a:solidFill>
                  <a:srgbClr val="142E42"/>
                </a:solidFill>
                <a:latin typeface="Consolas"/>
                <a:ea typeface="Consolas"/>
                <a:cs typeface="Consolas"/>
              </a:defRPr>
            </a:pPr>
            <a:r>
              <a:rPr sz="2025" b="0">
                <a:solidFill>
                  <a:srgbClr val="142E42"/>
                </a:solidFill>
                <a:latin typeface="Consolas"/>
                <a:ea typeface="Consolas"/>
                <a:cs typeface="Consolas"/>
              </a:rPr>
              <a:t>    while (x != null) {</a:t>
            </a:r>
          </a:p>
          <a:p xmlns:a="http://schemas.openxmlformats.org/drawingml/2006/main">
            <a:pPr algn="l">
              <a:buNone/>
              <a:defRPr sz="2025" b="0">
                <a:solidFill>
                  <a:srgbClr val="142E42"/>
                </a:solidFill>
                <a:latin typeface="Consolas"/>
                <a:ea typeface="Consolas"/>
                <a:cs typeface="Consolas"/>
              </a:defRPr>
            </a:pPr>
            <a:r>
              <a:rPr sz="2025" b="0">
                <a:solidFill>
                  <a:srgbClr val="142E42"/>
                </a:solidFill>
                <a:latin typeface="Consolas"/>
                <a:ea typeface="Consolas"/>
                <a:cs typeface="Consolas"/>
              </a:rPr>
              <a:t>        int </a:t>
            </a:r>
            <a:r>
              <a:rPr sz="2025" b="0">
                <a:solidFill>
                  <a:srgbClr val="142E42"/>
                </a:solidFill>
                <a:latin typeface="Consolas"/>
                <a:ea typeface="Consolas"/>
                <a:cs typeface="Consolas"/>
              </a:rPr>
              <a:t>cmp</a:t>
            </a:r>
            <a:r>
              <a:rPr sz="2025" b="0">
                <a:solidFill>
                  <a:srgbClr val="142E42"/>
                </a:solidFill>
                <a:latin typeface="Consolas"/>
                <a:ea typeface="Consolas"/>
                <a:cs typeface="Consolas"/>
              </a:rPr>
              <a:t> = </a:t>
            </a:r>
            <a:r>
              <a:rPr sz="2025" b="0">
                <a:solidFill>
                  <a:srgbClr val="142E42"/>
                </a:solidFill>
                <a:latin typeface="Consolas"/>
                <a:ea typeface="Consolas"/>
                <a:cs typeface="Consolas"/>
              </a:rPr>
              <a:t>key.compareTo</a:t>
            </a:r>
            <a:r>
              <a:rPr sz="2025" b="0">
                <a:solidFill>
                  <a:srgbClr val="142E42"/>
                </a:solidFill>
                <a:latin typeface="Consolas"/>
                <a:ea typeface="Consolas"/>
                <a:cs typeface="Consolas"/>
              </a:rPr>
              <a:t>(</a:t>
            </a:r>
            <a:r>
              <a:rPr sz="2025" b="0">
                <a:solidFill>
                  <a:srgbClr val="142E42"/>
                </a:solidFill>
                <a:latin typeface="Consolas"/>
                <a:ea typeface="Consolas"/>
                <a:cs typeface="Consolas"/>
              </a:rPr>
              <a:t>x.key</a:t>
            </a:r>
            <a:r>
              <a:rPr sz="2025" b="0">
                <a:solidFill>
                  <a:srgbClr val="142E42"/>
                </a:solidFill>
                <a:latin typeface="Consolas"/>
                <a:ea typeface="Consolas"/>
                <a:cs typeface="Consolas"/>
              </a:rPr>
              <a:t>);</a:t>
            </a:r>
          </a:p>
          <a:p xmlns:a="http://schemas.openxmlformats.org/drawingml/2006/main">
            <a:pPr algn="l">
              <a:buNone/>
              <a:defRPr sz="2025" b="0">
                <a:solidFill>
                  <a:srgbClr val="142E42"/>
                </a:solidFill>
                <a:latin typeface="Consolas"/>
                <a:ea typeface="Consolas"/>
                <a:cs typeface="Consolas"/>
              </a:defRPr>
            </a:pPr>
            <a:r>
              <a:rPr sz="2025" b="0">
                <a:solidFill>
                  <a:srgbClr val="142E42"/>
                </a:solidFill>
                <a:latin typeface="Consolas"/>
                <a:ea typeface="Consolas"/>
                <a:cs typeface="Consolas"/>
              </a:rPr>
              <a:t>        if (</a:t>
            </a:r>
            <a:r>
              <a:rPr sz="2025" b="0">
                <a:solidFill>
                  <a:srgbClr val="142E42"/>
                </a:solidFill>
                <a:latin typeface="Consolas"/>
                <a:ea typeface="Consolas"/>
                <a:cs typeface="Consolas"/>
              </a:rPr>
              <a:t>cmp</a:t>
            </a:r>
            <a:r>
              <a:rPr sz="2025" b="0">
                <a:solidFill>
                  <a:srgbClr val="142E42"/>
                </a:solidFill>
                <a:latin typeface="Consolas"/>
                <a:ea typeface="Consolas"/>
                <a:cs typeface="Consolas"/>
              </a:rPr>
              <a:t> &lt; 0) x = </a:t>
            </a:r>
            <a:r>
              <a:rPr sz="2025" b="0">
                <a:solidFill>
                  <a:srgbClr val="142E42"/>
                </a:solidFill>
                <a:latin typeface="Consolas"/>
                <a:ea typeface="Consolas"/>
                <a:cs typeface="Consolas"/>
              </a:rPr>
              <a:t>x.left</a:t>
            </a:r>
            <a:r>
              <a:rPr sz="2025" b="0">
                <a:solidFill>
                  <a:srgbClr val="142E42"/>
                </a:solidFill>
                <a:latin typeface="Consolas"/>
                <a:ea typeface="Consolas"/>
                <a:cs typeface="Consolas"/>
              </a:rPr>
              <a:t>;</a:t>
            </a:r>
          </a:p>
          <a:p xmlns:a="http://schemas.openxmlformats.org/drawingml/2006/main">
            <a:pPr algn="l">
              <a:buNone/>
              <a:defRPr sz="2025" b="0">
                <a:solidFill>
                  <a:srgbClr val="142E42"/>
                </a:solidFill>
                <a:latin typeface="Consolas"/>
                <a:ea typeface="Consolas"/>
                <a:cs typeface="Consolas"/>
              </a:defRPr>
            </a:pPr>
            <a:r>
              <a:rPr sz="2025" b="0">
                <a:solidFill>
                  <a:srgbClr val="142E42"/>
                </a:solidFill>
                <a:latin typeface="Consolas"/>
                <a:ea typeface="Consolas"/>
                <a:cs typeface="Consolas"/>
              </a:rPr>
              <a:t>        else if (</a:t>
            </a:r>
            <a:r>
              <a:rPr sz="2025" b="0">
                <a:solidFill>
                  <a:srgbClr val="142E42"/>
                </a:solidFill>
                <a:latin typeface="Consolas"/>
                <a:ea typeface="Consolas"/>
                <a:cs typeface="Consolas"/>
              </a:rPr>
              <a:t>cmp</a:t>
            </a:r>
            <a:r>
              <a:rPr sz="2025" b="0">
                <a:solidFill>
                  <a:srgbClr val="142E42"/>
                </a:solidFill>
                <a:latin typeface="Consolas"/>
                <a:ea typeface="Consolas"/>
                <a:cs typeface="Consolas"/>
              </a:rPr>
              <a:t> &gt; 0) x = </a:t>
            </a:r>
            <a:r>
              <a:rPr sz="2025" b="0">
                <a:solidFill>
                  <a:srgbClr val="142E42"/>
                </a:solidFill>
                <a:latin typeface="Consolas"/>
                <a:ea typeface="Consolas"/>
                <a:cs typeface="Consolas"/>
              </a:rPr>
              <a:t>x.right</a:t>
            </a:r>
            <a:r>
              <a:rPr sz="2025" b="0">
                <a:solidFill>
                  <a:srgbClr val="142E42"/>
                </a:solidFill>
                <a:latin typeface="Consolas"/>
                <a:ea typeface="Consolas"/>
                <a:cs typeface="Consolas"/>
              </a:rPr>
              <a:t>;</a:t>
            </a:r>
          </a:p>
          <a:p xmlns:a="http://schemas.openxmlformats.org/drawingml/2006/main">
            <a:pPr algn="l">
              <a:buNone/>
              <a:defRPr sz="2025" b="0">
                <a:solidFill>
                  <a:srgbClr val="142E42"/>
                </a:solidFill>
                <a:latin typeface="Consolas"/>
                <a:ea typeface="Consolas"/>
                <a:cs typeface="Consolas"/>
              </a:defRPr>
            </a:pPr>
            <a:r>
              <a:rPr sz="2025" b="0">
                <a:solidFill>
                  <a:srgbClr val="142E42"/>
                </a:solidFill>
                <a:latin typeface="Consolas"/>
                <a:ea typeface="Consolas"/>
                <a:cs typeface="Consolas"/>
              </a:rPr>
              <a:t>        else return true;</a:t>
            </a:r>
          </a:p>
          <a:p xmlns:a="http://schemas.openxmlformats.org/drawingml/2006/main">
            <a:pPr algn="l">
              <a:buNone/>
              <a:defRPr sz="2025" b="0">
                <a:solidFill>
                  <a:srgbClr val="142E42"/>
                </a:solidFill>
                <a:latin typeface="Consolas"/>
                <a:ea typeface="Consolas"/>
                <a:cs typeface="Consolas"/>
              </a:defRPr>
            </a:pPr>
            <a:r>
              <a:rPr sz="2025" b="0">
                <a:solidFill>
                  <a:srgbClr val="142E42"/>
                </a:solidFill>
                <a:latin typeface="Consolas"/>
                <a:ea typeface="Consolas"/>
                <a:cs typeface="Consolas"/>
              </a:rPr>
              <a:t>    }</a:t>
            </a:r>
          </a:p>
          <a:p xmlns:a="http://schemas.openxmlformats.org/drawingml/2006/main">
            <a:pPr algn="l">
              <a:buNone/>
              <a:defRPr sz="2025" b="0">
                <a:solidFill>
                  <a:srgbClr val="142E42"/>
                </a:solidFill>
                <a:latin typeface="Consolas"/>
                <a:ea typeface="Consolas"/>
                <a:cs typeface="Consolas"/>
              </a:defRPr>
            </a:pPr>
            <a:r>
              <a:rPr sz="2025" b="0">
                <a:solidFill>
                  <a:srgbClr val="142E42"/>
                </a:solidFill>
                <a:latin typeface="Consolas"/>
                <a:ea typeface="Consolas"/>
                <a:cs typeface="Consolas"/>
              </a:rPr>
              <a:t>    return false;</a:t>
            </a:r>
          </a:p>
          <a:p xmlns:a="http://schemas.openxmlformats.org/drawingml/2006/main">
            <a:pPr algn="l">
              <a:buNone/>
              <a:defRPr sz="2025" b="0">
                <a:solidFill>
                  <a:srgbClr val="142E42"/>
                </a:solidFill>
                <a:latin typeface="Consolas"/>
                <a:ea typeface="Consolas"/>
                <a:cs typeface="Consolas"/>
              </a:defRPr>
            </a:pPr>
            <a:r>
              <a:rPr sz="2025" b="0">
                <a:solidFill>
                  <a:srgbClr val="142E42"/>
                </a:solidFill>
                <a:latin typeface="Consolas"/>
                <a:ea typeface="Consolas"/>
                <a:cs typeface="Consolas"/>
              </a:rPr>
              <a:t>}</a:t>
            </a:r>
          </a:p>
        </p:txBody>
      </p:sp>
      <p:sp>
        <p:nvSpPr>
          <p:cNvPr id="4" name="text-3">
            <a:extLst xmlns:a="http://schemas.openxmlformats.org/drawingml/2006/main">
              <a:ext uri="{FF2B5EF4-FFF2-40B4-BE49-F238E27FC236}">
                <a16:creationId xmlns:a16="http://schemas.microsoft.com/office/drawing/2014/main" id="{06846BFD-A07B-48C5-9D3C-2FB977566BCB}"/>
              </a:ext>
            </a:extLst>
          </p:cNvPr>
          <p:cNvSpPr>
            <a:spLocks xmlns:a="http://schemas.openxmlformats.org/drawingml/2006/main" noGrp="1"/>
          </p:cNvSpPr>
          <p:nvPr/>
        </p:nvSpPr>
        <p:spPr>
          <a:xfrm xmlns:a="http://schemas.openxmlformats.org/drawingml/2006/main">
            <a:off x="609600" y="5800725"/>
            <a:ext cx="104775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lgn="l">
              <a:defRPr sz="1800" b="1">
                <a:solidFill>
                  <a:srgbClr val="007C83"/>
                </a:solidFill>
                <a:latin typeface="Arial"/>
                <a:ea typeface="Arial"/>
                <a:cs typeface="Arial"/>
              </a:defRPr>
            </a:defPPr>
            <a:lvl1pPr algn="l">
              <a:buNone/>
              <a:defRPr sz="1800" b="1">
                <a:solidFill>
                  <a:srgbClr val="007C83"/>
                </a:solidFill>
                <a:latin typeface="Arial"/>
                <a:ea typeface="Arial"/>
                <a:cs typeface="Arial"/>
              </a:defRPr>
            </a:lvl1pPr>
            <a:lvl2pPr algn="l">
              <a:buNone/>
              <a:defRPr sz="1800" b="1">
                <a:solidFill>
                  <a:srgbClr val="007C83"/>
                </a:solidFill>
                <a:latin typeface="Arial"/>
                <a:ea typeface="Arial"/>
                <a:cs typeface="Arial"/>
              </a:defRPr>
            </a:lvl2pPr>
            <a:lvl3pPr algn="l">
              <a:buNone/>
              <a:defRPr sz="1800" b="1">
                <a:solidFill>
                  <a:srgbClr val="007C83"/>
                </a:solidFill>
                <a:latin typeface="Arial"/>
                <a:ea typeface="Arial"/>
                <a:cs typeface="Arial"/>
              </a:defRPr>
            </a:lvl3pPr>
            <a:lvl4pPr algn="l">
              <a:buNone/>
              <a:defRPr sz="1800" b="1">
                <a:solidFill>
                  <a:srgbClr val="007C83"/>
                </a:solidFill>
                <a:latin typeface="Arial"/>
                <a:ea typeface="Arial"/>
                <a:cs typeface="Arial"/>
              </a:defRPr>
            </a:lvl4pPr>
            <a:lvl5pPr algn="l">
              <a:buNone/>
              <a:defRPr sz="1800" b="1">
                <a:solidFill>
                  <a:srgbClr val="007C83"/>
                </a:solidFill>
                <a:latin typeface="Arial"/>
                <a:ea typeface="Arial"/>
                <a:cs typeface="Arial"/>
              </a:defRPr>
            </a:lvl5pPr>
            <a:lvl6pPr algn="l">
              <a:buNone/>
              <a:defRPr sz="1800" b="1">
                <a:solidFill>
                  <a:srgbClr val="007C83"/>
                </a:solidFill>
                <a:latin typeface="Arial"/>
                <a:ea typeface="Arial"/>
                <a:cs typeface="Arial"/>
              </a:defRPr>
            </a:lvl6pPr>
            <a:lvl7pPr algn="l">
              <a:buNone/>
              <a:defRPr sz="1800" b="1">
                <a:solidFill>
                  <a:srgbClr val="007C83"/>
                </a:solidFill>
                <a:latin typeface="Arial"/>
                <a:ea typeface="Arial"/>
                <a:cs typeface="Arial"/>
              </a:defRPr>
            </a:lvl7pPr>
            <a:lvl8pPr algn="l">
              <a:buNone/>
              <a:defRPr sz="1800" b="1">
                <a:solidFill>
                  <a:srgbClr val="007C83"/>
                </a:solidFill>
                <a:latin typeface="Arial"/>
                <a:ea typeface="Arial"/>
                <a:cs typeface="Arial"/>
              </a:defRPr>
            </a:lvl8pPr>
            <a:lvl9pPr algn="l">
              <a:buNone/>
              <a:defRPr sz="1800" b="1">
                <a:solidFill>
                  <a:srgbClr val="007C83"/>
                </a:solidFill>
                <a:latin typeface="Arial"/>
                <a:ea typeface="Arial"/>
                <a:cs typeface="Arial"/>
              </a:defRPr>
            </a:lvl9pPr>
          </a:lstStyle>
          <a:p xmlns:a="http://schemas.openxmlformats.org/drawingml/2006/main">
            <a:pPr algn="l">
              <a:buNone/>
              <a:defRPr sz="1800" b="1">
                <a:solidFill>
                  <a:srgbClr val="007C83"/>
                </a:solidFill>
                <a:latin typeface="Arial"/>
                <a:ea typeface="Arial"/>
                <a:cs typeface="Arial"/>
              </a:defRPr>
            </a:pPr>
            <a:r>
              <a:rPr sz="1800" b="1">
                <a:solidFill>
                  <a:srgbClr val="007C83"/>
                </a:solidFill>
                <a:latin typeface="Arial"/>
                <a:ea typeface="Arial"/>
                <a:cs typeface="Arial"/>
              </a:rPr>
              <a:t>Time O(h + 1). Extra space O(1). Import java.util.Objects.</a:t>
            </a:r>
          </a:p>
        </p:txBody>
      </p:sp>
      <p:sp>
        <p:nvSpPr>
          <p:cNvPr id="6" name="local-java-BST">
            <a:extLst xmlns:a="http://schemas.openxmlformats.org/drawingml/2006/main">
              <a:ext uri="{FF2B5EF4-FFF2-40B4-BE49-F238E27FC236}">
                <a16:creationId xmlns:a16="http://schemas.microsoft.com/office/drawing/2014/main" id="{7635513A-5E64-4C71-B8D1-95EB9F34E938}"/>
              </a:ext>
            </a:extLst>
          </p:cNvPr>
          <p:cNvSpPr>
            <a:spLocks xmlns:a="http://schemas.openxmlformats.org/drawingml/2006/main" noGrp="1"/>
          </p:cNvSpPr>
          <p:nvPr/>
        </p:nvSpPr>
        <p:spPr>
          <a:xfrm xmlns:a="http://schemas.openxmlformats.org/drawingml/2006/main">
            <a:off x="609600" y="6134100"/>
            <a:ext cx="357187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350" b="0">
                <a:solidFill>
                  <a:srgbClr val="007D89"/>
                </a:solidFill>
                <a:latin typeface="Arial"/>
                <a:ea typeface="Arial"/>
                <a:cs typeface="Arial"/>
              </a:defRPr>
            </a:defPPr>
            <a:lvl1pPr>
              <a:defRPr sz="1350" b="0">
                <a:solidFill>
                  <a:srgbClr val="007D89"/>
                </a:solidFill>
                <a:latin typeface="Arial"/>
                <a:ea typeface="Arial"/>
                <a:cs typeface="Arial"/>
              </a:defRPr>
            </a:lvl1pPr>
            <a:lvl2pPr>
              <a:defRPr sz="1350" b="0">
                <a:solidFill>
                  <a:srgbClr val="007D89"/>
                </a:solidFill>
                <a:latin typeface="Arial"/>
                <a:ea typeface="Arial"/>
                <a:cs typeface="Arial"/>
              </a:defRPr>
            </a:lvl2pPr>
            <a:lvl3pPr>
              <a:defRPr sz="1350" b="0">
                <a:solidFill>
                  <a:srgbClr val="007D89"/>
                </a:solidFill>
                <a:latin typeface="Arial"/>
                <a:ea typeface="Arial"/>
                <a:cs typeface="Arial"/>
              </a:defRPr>
            </a:lvl3pPr>
            <a:lvl4pPr>
              <a:defRPr sz="1350" b="0">
                <a:solidFill>
                  <a:srgbClr val="007D89"/>
                </a:solidFill>
                <a:latin typeface="Arial"/>
                <a:ea typeface="Arial"/>
                <a:cs typeface="Arial"/>
              </a:defRPr>
            </a:lvl4pPr>
            <a:lvl5pPr>
              <a:defRPr sz="1350" b="0">
                <a:solidFill>
                  <a:srgbClr val="007D89"/>
                </a:solidFill>
                <a:latin typeface="Arial"/>
                <a:ea typeface="Arial"/>
                <a:cs typeface="Arial"/>
              </a:defRPr>
            </a:lvl5pPr>
            <a:lvl6pPr>
              <a:defRPr sz="1350" b="0">
                <a:solidFill>
                  <a:srgbClr val="007D89"/>
                </a:solidFill>
                <a:latin typeface="Arial"/>
                <a:ea typeface="Arial"/>
                <a:cs typeface="Arial"/>
              </a:defRPr>
            </a:lvl6pPr>
            <a:lvl7pPr>
              <a:defRPr sz="1350" b="0">
                <a:solidFill>
                  <a:srgbClr val="007D89"/>
                </a:solidFill>
                <a:latin typeface="Arial"/>
                <a:ea typeface="Arial"/>
                <a:cs typeface="Arial"/>
              </a:defRPr>
            </a:lvl7pPr>
            <a:lvl8pPr>
              <a:defRPr sz="1350" b="0">
                <a:solidFill>
                  <a:srgbClr val="007D89"/>
                </a:solidFill>
                <a:latin typeface="Arial"/>
                <a:ea typeface="Arial"/>
                <a:cs typeface="Arial"/>
              </a:defRPr>
            </a:lvl8pPr>
            <a:lvl9pPr>
              <a:defRPr sz="1350" b="0">
                <a:solidFill>
                  <a:srgbClr val="007D89"/>
                </a:solidFill>
                <a:latin typeface="Arial"/>
                <a:ea typeface="Arial"/>
                <a:cs typeface="Arial"/>
              </a:defRPr>
            </a:lvl9pPr>
          </a:lstStyle>
          <a:p xmlns:a="http://schemas.openxmlformats.org/drawingml/2006/main">
            <a:pPr>
              <a:defRPr sz="1350" b="0">
                <a:solidFill>
                  <a:srgbClr val="007D89"/>
                </a:solidFill>
                <a:latin typeface="Arial"/>
                <a:ea typeface="Arial"/>
                <a:cs typeface="Arial"/>
              </a:defRPr>
            </a:pPr>
            <a:r>
              <a:rPr sz="1350" u="sng">
                <a:solidFill>
                  <a:srgbClr val="007D89"/>
                </a:solidFill>
                <a:latin typeface="Arial"/>
                <a:ea typeface="Arial"/>
                <a:cs typeface="Arial"/>
                <a:hlinkClick xmlns:r="http://schemas.openxmlformats.org/officeDocument/2006/relationships" r:id="R5295f1e443234eeb"/>
              </a:rPr>
              <a:t>Java: BST.java</a:t>
            </a:r>
          </a:p>
        </p:txBody>
      </p:sp>
      <p:sp>
        <p:nvSpPr>
          <p:cNvPr id="7" name="local-java-SearchDemo">
            <a:extLst xmlns:a="http://schemas.openxmlformats.org/drawingml/2006/main">
              <a:ext uri="{FF2B5EF4-FFF2-40B4-BE49-F238E27FC236}">
                <a16:creationId xmlns:a16="http://schemas.microsoft.com/office/drawing/2014/main" id="{BE23A0A0-72B9-4868-8E0B-2D26FE2E8B76}"/>
              </a:ext>
            </a:extLst>
          </p:cNvPr>
          <p:cNvSpPr>
            <a:spLocks xmlns:a="http://schemas.openxmlformats.org/drawingml/2006/main" noGrp="1"/>
          </p:cNvSpPr>
          <p:nvPr/>
        </p:nvSpPr>
        <p:spPr>
          <a:xfrm xmlns:a="http://schemas.openxmlformats.org/drawingml/2006/main">
            <a:off x="4229100" y="6134100"/>
            <a:ext cx="357187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350" b="0">
                <a:solidFill>
                  <a:srgbClr val="007D89"/>
                </a:solidFill>
                <a:latin typeface="Arial"/>
                <a:ea typeface="Arial"/>
                <a:cs typeface="Arial"/>
              </a:defRPr>
            </a:defPPr>
            <a:lvl1pPr>
              <a:defRPr sz="1350" b="0">
                <a:solidFill>
                  <a:srgbClr val="007D89"/>
                </a:solidFill>
                <a:latin typeface="Arial"/>
                <a:ea typeface="Arial"/>
                <a:cs typeface="Arial"/>
              </a:defRPr>
            </a:lvl1pPr>
            <a:lvl2pPr>
              <a:defRPr sz="1350" b="0">
                <a:solidFill>
                  <a:srgbClr val="007D89"/>
                </a:solidFill>
                <a:latin typeface="Arial"/>
                <a:ea typeface="Arial"/>
                <a:cs typeface="Arial"/>
              </a:defRPr>
            </a:lvl2pPr>
            <a:lvl3pPr>
              <a:defRPr sz="1350" b="0">
                <a:solidFill>
                  <a:srgbClr val="007D89"/>
                </a:solidFill>
                <a:latin typeface="Arial"/>
                <a:ea typeface="Arial"/>
                <a:cs typeface="Arial"/>
              </a:defRPr>
            </a:lvl3pPr>
            <a:lvl4pPr>
              <a:defRPr sz="1350" b="0">
                <a:solidFill>
                  <a:srgbClr val="007D89"/>
                </a:solidFill>
                <a:latin typeface="Arial"/>
                <a:ea typeface="Arial"/>
                <a:cs typeface="Arial"/>
              </a:defRPr>
            </a:lvl4pPr>
            <a:lvl5pPr>
              <a:defRPr sz="1350" b="0">
                <a:solidFill>
                  <a:srgbClr val="007D89"/>
                </a:solidFill>
                <a:latin typeface="Arial"/>
                <a:ea typeface="Arial"/>
                <a:cs typeface="Arial"/>
              </a:defRPr>
            </a:lvl5pPr>
            <a:lvl6pPr>
              <a:defRPr sz="1350" b="0">
                <a:solidFill>
                  <a:srgbClr val="007D89"/>
                </a:solidFill>
                <a:latin typeface="Arial"/>
                <a:ea typeface="Arial"/>
                <a:cs typeface="Arial"/>
              </a:defRPr>
            </a:lvl6pPr>
            <a:lvl7pPr>
              <a:defRPr sz="1350" b="0">
                <a:solidFill>
                  <a:srgbClr val="007D89"/>
                </a:solidFill>
                <a:latin typeface="Arial"/>
                <a:ea typeface="Arial"/>
                <a:cs typeface="Arial"/>
              </a:defRPr>
            </a:lvl7pPr>
            <a:lvl8pPr>
              <a:defRPr sz="1350" b="0">
                <a:solidFill>
                  <a:srgbClr val="007D89"/>
                </a:solidFill>
                <a:latin typeface="Arial"/>
                <a:ea typeface="Arial"/>
                <a:cs typeface="Arial"/>
              </a:defRPr>
            </a:lvl8pPr>
            <a:lvl9pPr>
              <a:defRPr sz="1350" b="0">
                <a:solidFill>
                  <a:srgbClr val="007D89"/>
                </a:solidFill>
                <a:latin typeface="Arial"/>
                <a:ea typeface="Arial"/>
                <a:cs typeface="Arial"/>
              </a:defRPr>
            </a:lvl9pPr>
          </a:lstStyle>
          <a:p xmlns:a="http://schemas.openxmlformats.org/drawingml/2006/main">
            <a:pPr>
              <a:defRPr sz="1350" b="0">
                <a:solidFill>
                  <a:srgbClr val="007D89"/>
                </a:solidFill>
                <a:latin typeface="Arial"/>
                <a:ea typeface="Arial"/>
                <a:cs typeface="Arial"/>
              </a:defRPr>
            </a:pPr>
            <a:r>
              <a:rPr sz="1350" u="sng">
                <a:solidFill>
                  <a:srgbClr val="007D89"/>
                </a:solidFill>
                <a:latin typeface="Arial"/>
                <a:ea typeface="Arial"/>
                <a:cs typeface="Arial"/>
                <a:hlinkClick xmlns:r="http://schemas.openxmlformats.org/officeDocument/2006/relationships" r:id="R486914e1dea9491d"/>
              </a:rPr>
              <a:t>Java: SearchDemo.java</a:t>
            </a:r>
          </a:p>
        </p:txBody>
      </p:sp>
    </p:spTree>
    <p:extLst>
      <p:ext uri="{BB962C8B-B14F-4D97-AF65-F5344CB8AC3E}">
        <p14:creationId xmlns:p14="http://schemas.microsoft.com/office/powerpoint/2010/main" val="41551430"/>
      </p:ext>
    </p:extLst>
  </p:cSld>
</p:sld>
</file>

<file path=ppt/slides/slide15.xml><?xml version="1.0" encoding="utf-8"?>
<p:sld xmlns:p="http://schemas.openxmlformats.org/presentationml/2006/main">
  <p:cSld>
    <p:bg>
      <p:bgPr>
        <a:solidFill xmlns:a="http://schemas.openxmlformats.org/drawingml/2006/main">
          <a:srgbClr val="FAFCFD"/>
        </a:solidFill>
      </p:bgPr>
    </p:bg>
    <p:spTree>
      <p:nvGrpSpPr>
        <p:cNvPr id="1" name=""/>
        <p:cNvGrpSpPr/>
        <p:nvPr/>
      </p:nvGrpSpPr>
      <p:grpSpPr>
        <a:xfrm xmlns:a="http://schemas.openxmlformats.org/drawingml/2006/main"/>
      </p:grpSpPr>
      <p:sp>
        <p:nvSpPr>
          <p:cNvPr id="6" name="text-0">
            <a:extLst xmlns:a="http://schemas.openxmlformats.org/drawingml/2006/main">
              <a:ext uri="{FF2B5EF4-FFF2-40B4-BE49-F238E27FC236}">
                <a16:creationId xmlns:a16="http://schemas.microsoft.com/office/drawing/2014/main" id="{1C7B6110-54C9-4766-917A-A41C064CA6D9}"/>
              </a:ext>
            </a:extLst>
          </p:cNvPr>
          <p:cNvSpPr>
            <a:spLocks xmlns:a="http://schemas.openxmlformats.org/drawingml/2006/main" noGrp="1"/>
          </p:cNvSpPr>
          <p:nvPr/>
        </p:nvSpPr>
        <p:spPr>
          <a:xfrm xmlns:a="http://schemas.openxmlformats.org/drawingml/2006/main">
            <a:off x="609600" y="419100"/>
            <a:ext cx="10953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lgn="l">
              <a:defRPr sz="3150" b="1">
                <a:solidFill>
                  <a:srgbClr val="142E42"/>
                </a:solidFill>
                <a:latin typeface="Arial"/>
                <a:ea typeface="Arial"/>
                <a:cs typeface="Arial"/>
              </a:defRPr>
            </a:defPPr>
            <a:lvl1pPr algn="l">
              <a:buNone/>
              <a:defRPr sz="3150" b="1">
                <a:solidFill>
                  <a:srgbClr val="142E42"/>
                </a:solidFill>
                <a:latin typeface="Arial"/>
                <a:ea typeface="Arial"/>
                <a:cs typeface="Arial"/>
              </a:defRPr>
            </a:lvl1pPr>
            <a:lvl2pPr algn="l">
              <a:buNone/>
              <a:defRPr sz="3150" b="1">
                <a:solidFill>
                  <a:srgbClr val="142E42"/>
                </a:solidFill>
                <a:latin typeface="Arial"/>
                <a:ea typeface="Arial"/>
                <a:cs typeface="Arial"/>
              </a:defRPr>
            </a:lvl2pPr>
            <a:lvl3pPr algn="l">
              <a:buNone/>
              <a:defRPr sz="3150" b="1">
                <a:solidFill>
                  <a:srgbClr val="142E42"/>
                </a:solidFill>
                <a:latin typeface="Arial"/>
                <a:ea typeface="Arial"/>
                <a:cs typeface="Arial"/>
              </a:defRPr>
            </a:lvl3pPr>
            <a:lvl4pPr algn="l">
              <a:buNone/>
              <a:defRPr sz="3150" b="1">
                <a:solidFill>
                  <a:srgbClr val="142E42"/>
                </a:solidFill>
                <a:latin typeface="Arial"/>
                <a:ea typeface="Arial"/>
                <a:cs typeface="Arial"/>
              </a:defRPr>
            </a:lvl4pPr>
            <a:lvl5pPr algn="l">
              <a:buNone/>
              <a:defRPr sz="3150" b="1">
                <a:solidFill>
                  <a:srgbClr val="142E42"/>
                </a:solidFill>
                <a:latin typeface="Arial"/>
                <a:ea typeface="Arial"/>
                <a:cs typeface="Arial"/>
              </a:defRPr>
            </a:lvl5pPr>
            <a:lvl6pPr algn="l">
              <a:buNone/>
              <a:defRPr sz="3150" b="1">
                <a:solidFill>
                  <a:srgbClr val="142E42"/>
                </a:solidFill>
                <a:latin typeface="Arial"/>
                <a:ea typeface="Arial"/>
                <a:cs typeface="Arial"/>
              </a:defRPr>
            </a:lvl6pPr>
            <a:lvl7pPr algn="l">
              <a:buNone/>
              <a:defRPr sz="3150" b="1">
                <a:solidFill>
                  <a:srgbClr val="142E42"/>
                </a:solidFill>
                <a:latin typeface="Arial"/>
                <a:ea typeface="Arial"/>
                <a:cs typeface="Arial"/>
              </a:defRPr>
            </a:lvl7pPr>
            <a:lvl8pPr algn="l">
              <a:buNone/>
              <a:defRPr sz="3150" b="1">
                <a:solidFill>
                  <a:srgbClr val="142E42"/>
                </a:solidFill>
                <a:latin typeface="Arial"/>
                <a:ea typeface="Arial"/>
                <a:cs typeface="Arial"/>
              </a:defRPr>
            </a:lvl8pPr>
            <a:lvl9pPr algn="l">
              <a:buNone/>
              <a:defRPr sz="3150" b="1">
                <a:solidFill>
                  <a:srgbClr val="142E42"/>
                </a:solidFill>
                <a:latin typeface="Arial"/>
                <a:ea typeface="Arial"/>
                <a:cs typeface="Arial"/>
              </a:defRPr>
            </a:lvl9pPr>
          </a:lstStyle>
          <a:p xmlns:a="http://schemas.openxmlformats.org/drawingml/2006/main">
            <a:pPr algn="l">
              <a:buNone/>
              <a:defRPr sz="3150" b="1">
                <a:solidFill>
                  <a:srgbClr val="142E42"/>
                </a:solidFill>
                <a:latin typeface="Arial"/>
                <a:ea typeface="Arial"/>
                <a:cs typeface="Arial"/>
              </a:defRPr>
            </a:pPr>
            <a:r>
              <a:rPr sz="3150" b="1">
                <a:solidFill>
                  <a:srgbClr val="142E42"/>
                </a:solidFill>
                <a:latin typeface="Arial"/>
                <a:ea typeface="Arial"/>
                <a:cs typeface="Arial"/>
              </a:rPr>
              <a:t>Recursive search</a:t>
            </a:r>
          </a:p>
        </p:txBody>
      </p:sp>
      <p:sp>
        <p:nvSpPr>
          <p:cNvPr id="2" name="text-1">
            <a:extLst xmlns:a="http://schemas.openxmlformats.org/drawingml/2006/main">
              <a:ext uri="{FF2B5EF4-FFF2-40B4-BE49-F238E27FC236}">
                <a16:creationId xmlns:a16="http://schemas.microsoft.com/office/drawing/2014/main" id="{898C6F6B-9641-4B10-A642-602F2582AC7C}"/>
              </a:ext>
            </a:extLst>
          </p:cNvPr>
          <p:cNvSpPr>
            <a:spLocks xmlns:a="http://schemas.openxmlformats.org/drawingml/2006/main" noGrp="1"/>
          </p:cNvSpPr>
          <p:nvPr/>
        </p:nvSpPr>
        <p:spPr>
          <a:xfrm xmlns:a="http://schemas.openxmlformats.org/drawingml/2006/main">
            <a:off x="11163300" y="6381750"/>
            <a:ext cx="476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lgn="l">
              <a:defRPr sz="1275" b="0">
                <a:solidFill>
                  <a:srgbClr val="4B6070"/>
                </a:solidFill>
                <a:latin typeface="Arial"/>
                <a:ea typeface="Arial"/>
                <a:cs typeface="Arial"/>
              </a:defRPr>
            </a:defPPr>
            <a:lvl1pPr algn="l">
              <a:buNone/>
              <a:defRPr sz="1275" b="0">
                <a:solidFill>
                  <a:srgbClr val="4B6070"/>
                </a:solidFill>
                <a:latin typeface="Arial"/>
                <a:ea typeface="Arial"/>
                <a:cs typeface="Arial"/>
              </a:defRPr>
            </a:lvl1pPr>
            <a:lvl2pPr algn="l">
              <a:buNone/>
              <a:defRPr sz="1275" b="0">
                <a:solidFill>
                  <a:srgbClr val="4B6070"/>
                </a:solidFill>
                <a:latin typeface="Arial"/>
                <a:ea typeface="Arial"/>
                <a:cs typeface="Arial"/>
              </a:defRPr>
            </a:lvl2pPr>
            <a:lvl3pPr algn="l">
              <a:buNone/>
              <a:defRPr sz="1275" b="0">
                <a:solidFill>
                  <a:srgbClr val="4B6070"/>
                </a:solidFill>
                <a:latin typeface="Arial"/>
                <a:ea typeface="Arial"/>
                <a:cs typeface="Arial"/>
              </a:defRPr>
            </a:lvl3pPr>
            <a:lvl4pPr algn="l">
              <a:buNone/>
              <a:defRPr sz="1275" b="0">
                <a:solidFill>
                  <a:srgbClr val="4B6070"/>
                </a:solidFill>
                <a:latin typeface="Arial"/>
                <a:ea typeface="Arial"/>
                <a:cs typeface="Arial"/>
              </a:defRPr>
            </a:lvl4pPr>
            <a:lvl5pPr algn="l">
              <a:buNone/>
              <a:defRPr sz="1275" b="0">
                <a:solidFill>
                  <a:srgbClr val="4B6070"/>
                </a:solidFill>
                <a:latin typeface="Arial"/>
                <a:ea typeface="Arial"/>
                <a:cs typeface="Arial"/>
              </a:defRPr>
            </a:lvl5pPr>
            <a:lvl6pPr algn="l">
              <a:buNone/>
              <a:defRPr sz="1275" b="0">
                <a:solidFill>
                  <a:srgbClr val="4B6070"/>
                </a:solidFill>
                <a:latin typeface="Arial"/>
                <a:ea typeface="Arial"/>
                <a:cs typeface="Arial"/>
              </a:defRPr>
            </a:lvl6pPr>
            <a:lvl7pPr algn="l">
              <a:buNone/>
              <a:defRPr sz="1275" b="0">
                <a:solidFill>
                  <a:srgbClr val="4B6070"/>
                </a:solidFill>
                <a:latin typeface="Arial"/>
                <a:ea typeface="Arial"/>
                <a:cs typeface="Arial"/>
              </a:defRPr>
            </a:lvl7pPr>
            <a:lvl8pPr algn="l">
              <a:buNone/>
              <a:defRPr sz="1275" b="0">
                <a:solidFill>
                  <a:srgbClr val="4B6070"/>
                </a:solidFill>
                <a:latin typeface="Arial"/>
                <a:ea typeface="Arial"/>
                <a:cs typeface="Arial"/>
              </a:defRPr>
            </a:lvl8pPr>
            <a:lvl9pPr algn="l">
              <a:buNone/>
              <a:defRPr sz="1275" b="0">
                <a:solidFill>
                  <a:srgbClr val="4B6070"/>
                </a:solidFill>
                <a:latin typeface="Arial"/>
                <a:ea typeface="Arial"/>
                <a:cs typeface="Arial"/>
              </a:defRPr>
            </a:lvl9pPr>
          </a:lstStyle>
          <a:p xmlns:a="http://schemas.openxmlformats.org/drawingml/2006/main">
            <a:pPr algn="l">
              <a:buNone/>
              <a:defRPr sz="1275" b="0">
                <a:solidFill>
                  <a:srgbClr val="4B6070"/>
                </a:solidFill>
                <a:latin typeface="Arial"/>
                <a:ea typeface="Arial"/>
                <a:cs typeface="Arial"/>
              </a:defRPr>
            </a:pPr>
            <a:r>
              <a:rPr sz="1275" b="0">
                <a:solidFill>
                  <a:srgbClr val="4B6070"/>
                </a:solidFill>
                <a:latin typeface="Arial"/>
                <a:ea typeface="Arial"/>
                <a:cs typeface="Arial"/>
              </a:rPr>
              <a:t>15</a:t>
            </a:r>
          </a:p>
        </p:txBody>
      </p:sp>
      <p:sp>
        <p:nvSpPr>
          <p:cNvPr id="3" name="text-2">
            <a:extLst xmlns:a="http://schemas.openxmlformats.org/drawingml/2006/main">
              <a:ext uri="{FF2B5EF4-FFF2-40B4-BE49-F238E27FC236}">
                <a16:creationId xmlns:a16="http://schemas.microsoft.com/office/drawing/2014/main" id="{BACEF785-2BDF-4583-8D12-F70822AB96D1}"/>
              </a:ext>
            </a:extLst>
          </p:cNvPr>
          <p:cNvSpPr>
            <a:spLocks xmlns:a="http://schemas.openxmlformats.org/drawingml/2006/main" noGrp="1"/>
          </p:cNvSpPr>
          <p:nvPr/>
        </p:nvSpPr>
        <p:spPr>
          <a:xfrm xmlns:a="http://schemas.openxmlformats.org/drawingml/2006/main">
            <a:off x="609600" y="1714500"/>
            <a:ext cx="10953750" cy="2857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lgn="l">
              <a:defRPr sz="2100" b="0">
                <a:solidFill>
                  <a:srgbClr val="142E42"/>
                </a:solidFill>
                <a:latin typeface="Consolas"/>
                <a:ea typeface="Consolas"/>
                <a:cs typeface="Consolas"/>
              </a:defRPr>
            </a:defPPr>
            <a:lvl1pPr algn="l">
              <a:buNone/>
              <a:defRPr sz="2100" b="0">
                <a:solidFill>
                  <a:srgbClr val="142E42"/>
                </a:solidFill>
                <a:latin typeface="Consolas"/>
                <a:ea typeface="Consolas"/>
                <a:cs typeface="Consolas"/>
              </a:defRPr>
            </a:lvl1pPr>
            <a:lvl2pPr algn="l">
              <a:buNone/>
              <a:defRPr sz="2100" b="0">
                <a:solidFill>
                  <a:srgbClr val="142E42"/>
                </a:solidFill>
                <a:latin typeface="Consolas"/>
                <a:ea typeface="Consolas"/>
                <a:cs typeface="Consolas"/>
              </a:defRPr>
            </a:lvl2pPr>
            <a:lvl3pPr algn="l">
              <a:buNone/>
              <a:defRPr sz="2100" b="0">
                <a:solidFill>
                  <a:srgbClr val="142E42"/>
                </a:solidFill>
                <a:latin typeface="Consolas"/>
                <a:ea typeface="Consolas"/>
                <a:cs typeface="Consolas"/>
              </a:defRPr>
            </a:lvl3pPr>
            <a:lvl4pPr algn="l">
              <a:buNone/>
              <a:defRPr sz="2100" b="0">
                <a:solidFill>
                  <a:srgbClr val="142E42"/>
                </a:solidFill>
                <a:latin typeface="Consolas"/>
                <a:ea typeface="Consolas"/>
                <a:cs typeface="Consolas"/>
              </a:defRPr>
            </a:lvl4pPr>
            <a:lvl5pPr algn="l">
              <a:buNone/>
              <a:defRPr sz="2100" b="0">
                <a:solidFill>
                  <a:srgbClr val="142E42"/>
                </a:solidFill>
                <a:latin typeface="Consolas"/>
                <a:ea typeface="Consolas"/>
                <a:cs typeface="Consolas"/>
              </a:defRPr>
            </a:lvl5pPr>
            <a:lvl6pPr algn="l">
              <a:buNone/>
              <a:defRPr sz="2100" b="0">
                <a:solidFill>
                  <a:srgbClr val="142E42"/>
                </a:solidFill>
                <a:latin typeface="Consolas"/>
                <a:ea typeface="Consolas"/>
                <a:cs typeface="Consolas"/>
              </a:defRPr>
            </a:lvl6pPr>
            <a:lvl7pPr algn="l">
              <a:buNone/>
              <a:defRPr sz="2100" b="0">
                <a:solidFill>
                  <a:srgbClr val="142E42"/>
                </a:solidFill>
                <a:latin typeface="Consolas"/>
                <a:ea typeface="Consolas"/>
                <a:cs typeface="Consolas"/>
              </a:defRPr>
            </a:lvl7pPr>
            <a:lvl8pPr algn="l">
              <a:buNone/>
              <a:defRPr sz="2100" b="0">
                <a:solidFill>
                  <a:srgbClr val="142E42"/>
                </a:solidFill>
                <a:latin typeface="Consolas"/>
                <a:ea typeface="Consolas"/>
                <a:cs typeface="Consolas"/>
              </a:defRPr>
            </a:lvl8pPr>
            <a:lvl9pPr algn="l">
              <a:buNone/>
              <a:defRPr sz="2100" b="0">
                <a:solidFill>
                  <a:srgbClr val="142E42"/>
                </a:solidFill>
                <a:latin typeface="Consolas"/>
                <a:ea typeface="Consolas"/>
                <a:cs typeface="Consolas"/>
              </a:defRPr>
            </a:lvl9pPr>
          </a:lstStyle>
          <a:p xmlns:a="http://schemas.openxmlformats.org/drawingml/2006/main">
            <a:pPr algn="l">
              <a:buNone/>
              <a:defRPr sz="2100" b="0">
                <a:solidFill>
                  <a:srgbClr val="142E42"/>
                </a:solidFill>
                <a:latin typeface="Consolas"/>
                <a:ea typeface="Consolas"/>
                <a:cs typeface="Consolas"/>
              </a:defRPr>
            </a:pPr>
            <a:r>
              <a:rPr sz="2100" b="0">
                <a:solidFill>
                  <a:srgbClr val="142E42"/>
                </a:solidFill>
                <a:latin typeface="Consolas"/>
                <a:ea typeface="Consolas"/>
                <a:cs typeface="Consolas"/>
              </a:rPr>
              <a:t>private </a:t>
            </a:r>
            <a:r>
              <a:rPr sz="2100" b="0">
                <a:solidFill>
                  <a:srgbClr val="142E42"/>
                </a:solidFill>
                <a:latin typeface="Consolas"/>
                <a:ea typeface="Consolas"/>
                <a:cs typeface="Consolas"/>
              </a:rPr>
              <a:t>boolean</a:t>
            </a:r>
            <a:r>
              <a:rPr sz="2100" b="0">
                <a:solidFill>
                  <a:srgbClr val="142E42"/>
                </a:solidFill>
                <a:latin typeface="Consolas"/>
                <a:ea typeface="Consolas"/>
                <a:cs typeface="Consolas"/>
              </a:rPr>
              <a:t> contains(Node&lt;E&gt; x, E key) {</a:t>
            </a:r>
          </a:p>
          <a:p xmlns:a="http://schemas.openxmlformats.org/drawingml/2006/main">
            <a:pPr algn="l">
              <a:buNone/>
              <a:defRPr sz="2100" b="0">
                <a:solidFill>
                  <a:srgbClr val="142E42"/>
                </a:solidFill>
                <a:latin typeface="Consolas"/>
                <a:ea typeface="Consolas"/>
                <a:cs typeface="Consolas"/>
              </a:defRPr>
            </a:pPr>
            <a:r>
              <a:rPr sz="2100" b="0">
                <a:solidFill>
                  <a:srgbClr val="142E42"/>
                </a:solidFill>
                <a:latin typeface="Consolas"/>
                <a:ea typeface="Consolas"/>
                <a:cs typeface="Consolas"/>
              </a:rPr>
              <a:t>    if (x == null) return false;</a:t>
            </a:r>
          </a:p>
          <a:p xmlns:a="http://schemas.openxmlformats.org/drawingml/2006/main">
            <a:pPr algn="l">
              <a:buNone/>
              <a:defRPr sz="2100" b="0">
                <a:solidFill>
                  <a:srgbClr val="142E42"/>
                </a:solidFill>
                <a:latin typeface="Consolas"/>
                <a:ea typeface="Consolas"/>
                <a:cs typeface="Consolas"/>
              </a:defRPr>
            </a:pPr>
            <a:r>
              <a:rPr sz="2100" b="0">
                <a:solidFill>
                  <a:srgbClr val="142E42"/>
                </a:solidFill>
                <a:latin typeface="Consolas"/>
                <a:ea typeface="Consolas"/>
                <a:cs typeface="Consolas"/>
              </a:rPr>
              <a:t>    int </a:t>
            </a:r>
            <a:r>
              <a:rPr sz="2100" b="0">
                <a:solidFill>
                  <a:srgbClr val="142E42"/>
                </a:solidFill>
                <a:latin typeface="Consolas"/>
                <a:ea typeface="Consolas"/>
                <a:cs typeface="Consolas"/>
              </a:rPr>
              <a:t>cmp</a:t>
            </a:r>
            <a:r>
              <a:rPr sz="2100" b="0">
                <a:solidFill>
                  <a:srgbClr val="142E42"/>
                </a:solidFill>
                <a:latin typeface="Consolas"/>
                <a:ea typeface="Consolas"/>
                <a:cs typeface="Consolas"/>
              </a:rPr>
              <a:t> = </a:t>
            </a:r>
            <a:r>
              <a:rPr sz="2100" b="0">
                <a:solidFill>
                  <a:srgbClr val="142E42"/>
                </a:solidFill>
                <a:latin typeface="Consolas"/>
                <a:ea typeface="Consolas"/>
                <a:cs typeface="Consolas"/>
              </a:rPr>
              <a:t>key.compareTo</a:t>
            </a:r>
            <a:r>
              <a:rPr sz="2100" b="0">
                <a:solidFill>
                  <a:srgbClr val="142E42"/>
                </a:solidFill>
                <a:latin typeface="Consolas"/>
                <a:ea typeface="Consolas"/>
                <a:cs typeface="Consolas"/>
              </a:rPr>
              <a:t>(</a:t>
            </a:r>
            <a:r>
              <a:rPr sz="2100" b="0">
                <a:solidFill>
                  <a:srgbClr val="142E42"/>
                </a:solidFill>
                <a:latin typeface="Consolas"/>
                <a:ea typeface="Consolas"/>
                <a:cs typeface="Consolas"/>
              </a:rPr>
              <a:t>x.key</a:t>
            </a:r>
            <a:r>
              <a:rPr sz="2100" b="0">
                <a:solidFill>
                  <a:srgbClr val="142E42"/>
                </a:solidFill>
                <a:latin typeface="Consolas"/>
                <a:ea typeface="Consolas"/>
                <a:cs typeface="Consolas"/>
              </a:rPr>
              <a:t>);</a:t>
            </a:r>
          </a:p>
          <a:p xmlns:a="http://schemas.openxmlformats.org/drawingml/2006/main">
            <a:pPr algn="l">
              <a:buNone/>
              <a:defRPr sz="2100" b="0">
                <a:solidFill>
                  <a:srgbClr val="142E42"/>
                </a:solidFill>
                <a:latin typeface="Consolas"/>
                <a:ea typeface="Consolas"/>
                <a:cs typeface="Consolas"/>
              </a:defRPr>
            </a:pPr>
            <a:r>
              <a:rPr sz="2100" b="0">
                <a:solidFill>
                  <a:srgbClr val="142E42"/>
                </a:solidFill>
                <a:latin typeface="Consolas"/>
                <a:ea typeface="Consolas"/>
                <a:cs typeface="Consolas"/>
              </a:rPr>
              <a:t>    if (</a:t>
            </a:r>
            <a:r>
              <a:rPr sz="2100" b="0">
                <a:solidFill>
                  <a:srgbClr val="142E42"/>
                </a:solidFill>
                <a:latin typeface="Consolas"/>
                <a:ea typeface="Consolas"/>
                <a:cs typeface="Consolas"/>
              </a:rPr>
              <a:t>cmp</a:t>
            </a:r>
            <a:r>
              <a:rPr sz="2100" b="0">
                <a:solidFill>
                  <a:srgbClr val="142E42"/>
                </a:solidFill>
                <a:latin typeface="Consolas"/>
                <a:ea typeface="Consolas"/>
                <a:cs typeface="Consolas"/>
              </a:rPr>
              <a:t> &lt; 0) return contains(</a:t>
            </a:r>
            <a:r>
              <a:rPr sz="2100" b="0">
                <a:solidFill>
                  <a:srgbClr val="142E42"/>
                </a:solidFill>
                <a:latin typeface="Consolas"/>
                <a:ea typeface="Consolas"/>
                <a:cs typeface="Consolas"/>
              </a:rPr>
              <a:t>x.left</a:t>
            </a:r>
            <a:r>
              <a:rPr sz="2100" b="0">
                <a:solidFill>
                  <a:srgbClr val="142E42"/>
                </a:solidFill>
                <a:latin typeface="Consolas"/>
                <a:ea typeface="Consolas"/>
                <a:cs typeface="Consolas"/>
              </a:rPr>
              <a:t>, key);</a:t>
            </a:r>
          </a:p>
          <a:p xmlns:a="http://schemas.openxmlformats.org/drawingml/2006/main">
            <a:pPr algn="l">
              <a:buNone/>
              <a:defRPr sz="2100" b="0">
                <a:solidFill>
                  <a:srgbClr val="142E42"/>
                </a:solidFill>
                <a:latin typeface="Consolas"/>
                <a:ea typeface="Consolas"/>
                <a:cs typeface="Consolas"/>
              </a:defRPr>
            </a:pPr>
            <a:r>
              <a:rPr sz="2100" b="0">
                <a:solidFill>
                  <a:srgbClr val="142E42"/>
                </a:solidFill>
                <a:latin typeface="Consolas"/>
                <a:ea typeface="Consolas"/>
                <a:cs typeface="Consolas"/>
              </a:rPr>
              <a:t>    if (</a:t>
            </a:r>
            <a:r>
              <a:rPr sz="2100" b="0">
                <a:solidFill>
                  <a:srgbClr val="142E42"/>
                </a:solidFill>
                <a:latin typeface="Consolas"/>
                <a:ea typeface="Consolas"/>
                <a:cs typeface="Consolas"/>
              </a:rPr>
              <a:t>cmp</a:t>
            </a:r>
            <a:r>
              <a:rPr sz="2100" b="0">
                <a:solidFill>
                  <a:srgbClr val="142E42"/>
                </a:solidFill>
                <a:latin typeface="Consolas"/>
                <a:ea typeface="Consolas"/>
                <a:cs typeface="Consolas"/>
              </a:rPr>
              <a:t> &gt; 0) return contains(</a:t>
            </a:r>
            <a:r>
              <a:rPr sz="2100" b="0">
                <a:solidFill>
                  <a:srgbClr val="142E42"/>
                </a:solidFill>
                <a:latin typeface="Consolas"/>
                <a:ea typeface="Consolas"/>
                <a:cs typeface="Consolas"/>
              </a:rPr>
              <a:t>x.right</a:t>
            </a:r>
            <a:r>
              <a:rPr sz="2100" b="0">
                <a:solidFill>
                  <a:srgbClr val="142E42"/>
                </a:solidFill>
                <a:latin typeface="Consolas"/>
                <a:ea typeface="Consolas"/>
                <a:cs typeface="Consolas"/>
              </a:rPr>
              <a:t>, key);</a:t>
            </a:r>
          </a:p>
          <a:p xmlns:a="http://schemas.openxmlformats.org/drawingml/2006/main">
            <a:pPr algn="l">
              <a:buNone/>
              <a:defRPr sz="2100" b="0">
                <a:solidFill>
                  <a:srgbClr val="142E42"/>
                </a:solidFill>
                <a:latin typeface="Consolas"/>
                <a:ea typeface="Consolas"/>
                <a:cs typeface="Consolas"/>
              </a:defRPr>
            </a:pPr>
            <a:r>
              <a:rPr sz="2100" b="0">
                <a:solidFill>
                  <a:srgbClr val="142E42"/>
                </a:solidFill>
                <a:latin typeface="Consolas"/>
                <a:ea typeface="Consolas"/>
                <a:cs typeface="Consolas"/>
              </a:rPr>
              <a:t>    return true;</a:t>
            </a:r>
          </a:p>
          <a:p xmlns:a="http://schemas.openxmlformats.org/drawingml/2006/main">
            <a:pPr algn="l">
              <a:buNone/>
              <a:defRPr sz="2100" b="0">
                <a:solidFill>
                  <a:srgbClr val="142E42"/>
                </a:solidFill>
                <a:latin typeface="Consolas"/>
                <a:ea typeface="Consolas"/>
                <a:cs typeface="Consolas"/>
              </a:defRPr>
            </a:pPr>
            <a:r>
              <a:rPr sz="2100" b="0">
                <a:solidFill>
                  <a:srgbClr val="142E42"/>
                </a:solidFill>
                <a:latin typeface="Consolas"/>
                <a:ea typeface="Consolas"/>
                <a:cs typeface="Consolas"/>
              </a:rPr>
              <a:t>}</a:t>
            </a:r>
          </a:p>
        </p:txBody>
      </p:sp>
      <p:sp>
        <p:nvSpPr>
          <p:cNvPr id="4" name="text-3">
            <a:extLst xmlns:a="http://schemas.openxmlformats.org/drawingml/2006/main">
              <a:ext uri="{FF2B5EF4-FFF2-40B4-BE49-F238E27FC236}">
                <a16:creationId xmlns:a16="http://schemas.microsoft.com/office/drawing/2014/main" id="{92F42CD5-149D-47FB-8C04-38360083C537}"/>
              </a:ext>
            </a:extLst>
          </p:cNvPr>
          <p:cNvSpPr>
            <a:spLocks xmlns:a="http://schemas.openxmlformats.org/drawingml/2006/main" noGrp="1"/>
          </p:cNvSpPr>
          <p:nvPr/>
        </p:nvSpPr>
        <p:spPr>
          <a:xfrm xmlns:a="http://schemas.openxmlformats.org/drawingml/2006/main">
            <a:off x="609600" y="4857750"/>
            <a:ext cx="1095375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lgn="l">
              <a:defRPr sz="2025" b="0">
                <a:solidFill>
                  <a:srgbClr val="142E42"/>
                </a:solidFill>
                <a:latin typeface="Arial"/>
                <a:ea typeface="Arial"/>
                <a:cs typeface="Arial"/>
              </a:defRPr>
            </a:defPPr>
            <a:lvl1pPr algn="l">
              <a:buNone/>
              <a:defRPr sz="2025" b="0">
                <a:solidFill>
                  <a:srgbClr val="142E42"/>
                </a:solidFill>
                <a:latin typeface="Arial"/>
                <a:ea typeface="Arial"/>
                <a:cs typeface="Arial"/>
              </a:defRPr>
            </a:lvl1pPr>
            <a:lvl2pPr algn="l">
              <a:buNone/>
              <a:defRPr sz="2025" b="0">
                <a:solidFill>
                  <a:srgbClr val="142E42"/>
                </a:solidFill>
                <a:latin typeface="Arial"/>
                <a:ea typeface="Arial"/>
                <a:cs typeface="Arial"/>
              </a:defRPr>
            </a:lvl2pPr>
            <a:lvl3pPr algn="l">
              <a:buNone/>
              <a:defRPr sz="2025" b="0">
                <a:solidFill>
                  <a:srgbClr val="142E42"/>
                </a:solidFill>
                <a:latin typeface="Arial"/>
                <a:ea typeface="Arial"/>
                <a:cs typeface="Arial"/>
              </a:defRPr>
            </a:lvl3pPr>
            <a:lvl4pPr algn="l">
              <a:buNone/>
              <a:defRPr sz="2025" b="0">
                <a:solidFill>
                  <a:srgbClr val="142E42"/>
                </a:solidFill>
                <a:latin typeface="Arial"/>
                <a:ea typeface="Arial"/>
                <a:cs typeface="Arial"/>
              </a:defRPr>
            </a:lvl4pPr>
            <a:lvl5pPr algn="l">
              <a:buNone/>
              <a:defRPr sz="2025" b="0">
                <a:solidFill>
                  <a:srgbClr val="142E42"/>
                </a:solidFill>
                <a:latin typeface="Arial"/>
                <a:ea typeface="Arial"/>
                <a:cs typeface="Arial"/>
              </a:defRPr>
            </a:lvl5pPr>
            <a:lvl6pPr algn="l">
              <a:buNone/>
              <a:defRPr sz="2025" b="0">
                <a:solidFill>
                  <a:srgbClr val="142E42"/>
                </a:solidFill>
                <a:latin typeface="Arial"/>
                <a:ea typeface="Arial"/>
                <a:cs typeface="Arial"/>
              </a:defRPr>
            </a:lvl6pPr>
            <a:lvl7pPr algn="l">
              <a:buNone/>
              <a:defRPr sz="2025" b="0">
                <a:solidFill>
                  <a:srgbClr val="142E42"/>
                </a:solidFill>
                <a:latin typeface="Arial"/>
                <a:ea typeface="Arial"/>
                <a:cs typeface="Arial"/>
              </a:defRPr>
            </a:lvl7pPr>
            <a:lvl8pPr algn="l">
              <a:buNone/>
              <a:defRPr sz="2025" b="0">
                <a:solidFill>
                  <a:srgbClr val="142E42"/>
                </a:solidFill>
                <a:latin typeface="Arial"/>
                <a:ea typeface="Arial"/>
                <a:cs typeface="Arial"/>
              </a:defRPr>
            </a:lvl8pPr>
            <a:lvl9pPr algn="l">
              <a:buNone/>
              <a:defRPr sz="2025" b="0">
                <a:solidFill>
                  <a:srgbClr val="142E42"/>
                </a:solidFill>
                <a:latin typeface="Arial"/>
                <a:ea typeface="Arial"/>
                <a:cs typeface="Arial"/>
              </a:defRPr>
            </a:lvl9pPr>
          </a:lstStyle>
          <a:p xmlns:a="http://schemas.openxmlformats.org/drawingml/2006/main">
            <a:pPr algn="l">
              <a:buNone/>
              <a:defRPr sz="2025" b="0">
                <a:solidFill>
                  <a:srgbClr val="142E42"/>
                </a:solidFill>
                <a:latin typeface="Arial"/>
                <a:ea typeface="Arial"/>
                <a:cs typeface="Arial"/>
              </a:defRPr>
            </a:pPr>
            <a:r>
              <a:rPr sz="2025" b="0">
                <a:solidFill>
                  <a:srgbClr val="142E42"/>
                </a:solidFill>
                <a:latin typeface="Arial"/>
                <a:ea typeface="Arial"/>
                <a:cs typeface="Arial"/>
              </a:rPr>
              <a:t>The public method checks the key, then calls contains(root, key).</a:t>
            </a:r>
          </a:p>
        </p:txBody>
      </p:sp>
      <p:sp>
        <p:nvSpPr>
          <p:cNvPr id="5" name="text-4">
            <a:extLst xmlns:a="http://schemas.openxmlformats.org/drawingml/2006/main">
              <a:ext uri="{FF2B5EF4-FFF2-40B4-BE49-F238E27FC236}">
                <a16:creationId xmlns:a16="http://schemas.microsoft.com/office/drawing/2014/main" id="{B9A02DBF-3B16-4DFC-96ED-866DC95153CA}"/>
              </a:ext>
            </a:extLst>
          </p:cNvPr>
          <p:cNvSpPr>
            <a:spLocks xmlns:a="http://schemas.openxmlformats.org/drawingml/2006/main" noGrp="1"/>
          </p:cNvSpPr>
          <p:nvPr/>
        </p:nvSpPr>
        <p:spPr>
          <a:xfrm xmlns:a="http://schemas.openxmlformats.org/drawingml/2006/main">
            <a:off x="609600" y="5800725"/>
            <a:ext cx="104775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lgn="l">
              <a:defRPr sz="1800" b="1">
                <a:solidFill>
                  <a:srgbClr val="007C83"/>
                </a:solidFill>
                <a:latin typeface="Arial"/>
                <a:ea typeface="Arial"/>
                <a:cs typeface="Arial"/>
              </a:defRPr>
            </a:defPPr>
            <a:lvl1pPr algn="l">
              <a:buNone/>
              <a:defRPr sz="1800" b="1">
                <a:solidFill>
                  <a:srgbClr val="007C83"/>
                </a:solidFill>
                <a:latin typeface="Arial"/>
                <a:ea typeface="Arial"/>
                <a:cs typeface="Arial"/>
              </a:defRPr>
            </a:lvl1pPr>
            <a:lvl2pPr algn="l">
              <a:buNone/>
              <a:defRPr sz="1800" b="1">
                <a:solidFill>
                  <a:srgbClr val="007C83"/>
                </a:solidFill>
                <a:latin typeface="Arial"/>
                <a:ea typeface="Arial"/>
                <a:cs typeface="Arial"/>
              </a:defRPr>
            </a:lvl2pPr>
            <a:lvl3pPr algn="l">
              <a:buNone/>
              <a:defRPr sz="1800" b="1">
                <a:solidFill>
                  <a:srgbClr val="007C83"/>
                </a:solidFill>
                <a:latin typeface="Arial"/>
                <a:ea typeface="Arial"/>
                <a:cs typeface="Arial"/>
              </a:defRPr>
            </a:lvl3pPr>
            <a:lvl4pPr algn="l">
              <a:buNone/>
              <a:defRPr sz="1800" b="1">
                <a:solidFill>
                  <a:srgbClr val="007C83"/>
                </a:solidFill>
                <a:latin typeface="Arial"/>
                <a:ea typeface="Arial"/>
                <a:cs typeface="Arial"/>
              </a:defRPr>
            </a:lvl4pPr>
            <a:lvl5pPr algn="l">
              <a:buNone/>
              <a:defRPr sz="1800" b="1">
                <a:solidFill>
                  <a:srgbClr val="007C83"/>
                </a:solidFill>
                <a:latin typeface="Arial"/>
                <a:ea typeface="Arial"/>
                <a:cs typeface="Arial"/>
              </a:defRPr>
            </a:lvl5pPr>
            <a:lvl6pPr algn="l">
              <a:buNone/>
              <a:defRPr sz="1800" b="1">
                <a:solidFill>
                  <a:srgbClr val="007C83"/>
                </a:solidFill>
                <a:latin typeface="Arial"/>
                <a:ea typeface="Arial"/>
                <a:cs typeface="Arial"/>
              </a:defRPr>
            </a:lvl6pPr>
            <a:lvl7pPr algn="l">
              <a:buNone/>
              <a:defRPr sz="1800" b="1">
                <a:solidFill>
                  <a:srgbClr val="007C83"/>
                </a:solidFill>
                <a:latin typeface="Arial"/>
                <a:ea typeface="Arial"/>
                <a:cs typeface="Arial"/>
              </a:defRPr>
            </a:lvl7pPr>
            <a:lvl8pPr algn="l">
              <a:buNone/>
              <a:defRPr sz="1800" b="1">
                <a:solidFill>
                  <a:srgbClr val="007C83"/>
                </a:solidFill>
                <a:latin typeface="Arial"/>
                <a:ea typeface="Arial"/>
                <a:cs typeface="Arial"/>
              </a:defRPr>
            </a:lvl8pPr>
            <a:lvl9pPr algn="l">
              <a:buNone/>
              <a:defRPr sz="1800" b="1">
                <a:solidFill>
                  <a:srgbClr val="007C83"/>
                </a:solidFill>
                <a:latin typeface="Arial"/>
                <a:ea typeface="Arial"/>
                <a:cs typeface="Arial"/>
              </a:defRPr>
            </a:lvl9pPr>
          </a:lstStyle>
          <a:p xmlns:a="http://schemas.openxmlformats.org/drawingml/2006/main">
            <a:pPr algn="l">
              <a:buNone/>
              <a:defRPr sz="1800" b="1">
                <a:solidFill>
                  <a:srgbClr val="007C83"/>
                </a:solidFill>
                <a:latin typeface="Arial"/>
                <a:ea typeface="Arial"/>
                <a:cs typeface="Arial"/>
              </a:defRPr>
            </a:pPr>
            <a:r>
              <a:rPr sz="1800" b="1">
                <a:solidFill>
                  <a:srgbClr val="007C83"/>
                </a:solidFill>
                <a:latin typeface="Arial"/>
                <a:ea typeface="Arial"/>
                <a:cs typeface="Arial"/>
              </a:rPr>
              <a:t>Time O(h + 1). Call stack O(h + 1).</a:t>
            </a:r>
          </a:p>
        </p:txBody>
      </p:sp>
      <p:sp>
        <p:nvSpPr>
          <p:cNvPr id="7" name="local-java-BST">
            <a:extLst xmlns:a="http://schemas.openxmlformats.org/drawingml/2006/main">
              <a:ext uri="{FF2B5EF4-FFF2-40B4-BE49-F238E27FC236}">
                <a16:creationId xmlns:a16="http://schemas.microsoft.com/office/drawing/2014/main" id="{3FF870D0-9433-455A-BF11-A04EEE70B4F9}"/>
              </a:ext>
            </a:extLst>
          </p:cNvPr>
          <p:cNvSpPr>
            <a:spLocks xmlns:a="http://schemas.openxmlformats.org/drawingml/2006/main" noGrp="1"/>
          </p:cNvSpPr>
          <p:nvPr/>
        </p:nvSpPr>
        <p:spPr>
          <a:xfrm xmlns:a="http://schemas.openxmlformats.org/drawingml/2006/main">
            <a:off x="609600" y="6134100"/>
            <a:ext cx="357187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350" b="0">
                <a:solidFill>
                  <a:srgbClr val="007D89"/>
                </a:solidFill>
                <a:latin typeface="Arial"/>
                <a:ea typeface="Arial"/>
                <a:cs typeface="Arial"/>
              </a:defRPr>
            </a:defPPr>
            <a:lvl1pPr>
              <a:defRPr sz="1350" b="0">
                <a:solidFill>
                  <a:srgbClr val="007D89"/>
                </a:solidFill>
                <a:latin typeface="Arial"/>
                <a:ea typeface="Arial"/>
                <a:cs typeface="Arial"/>
              </a:defRPr>
            </a:lvl1pPr>
            <a:lvl2pPr>
              <a:defRPr sz="1350" b="0">
                <a:solidFill>
                  <a:srgbClr val="007D89"/>
                </a:solidFill>
                <a:latin typeface="Arial"/>
                <a:ea typeface="Arial"/>
                <a:cs typeface="Arial"/>
              </a:defRPr>
            </a:lvl2pPr>
            <a:lvl3pPr>
              <a:defRPr sz="1350" b="0">
                <a:solidFill>
                  <a:srgbClr val="007D89"/>
                </a:solidFill>
                <a:latin typeface="Arial"/>
                <a:ea typeface="Arial"/>
                <a:cs typeface="Arial"/>
              </a:defRPr>
            </a:lvl3pPr>
            <a:lvl4pPr>
              <a:defRPr sz="1350" b="0">
                <a:solidFill>
                  <a:srgbClr val="007D89"/>
                </a:solidFill>
                <a:latin typeface="Arial"/>
                <a:ea typeface="Arial"/>
                <a:cs typeface="Arial"/>
              </a:defRPr>
            </a:lvl4pPr>
            <a:lvl5pPr>
              <a:defRPr sz="1350" b="0">
                <a:solidFill>
                  <a:srgbClr val="007D89"/>
                </a:solidFill>
                <a:latin typeface="Arial"/>
                <a:ea typeface="Arial"/>
                <a:cs typeface="Arial"/>
              </a:defRPr>
            </a:lvl5pPr>
            <a:lvl6pPr>
              <a:defRPr sz="1350" b="0">
                <a:solidFill>
                  <a:srgbClr val="007D89"/>
                </a:solidFill>
                <a:latin typeface="Arial"/>
                <a:ea typeface="Arial"/>
                <a:cs typeface="Arial"/>
              </a:defRPr>
            </a:lvl6pPr>
            <a:lvl7pPr>
              <a:defRPr sz="1350" b="0">
                <a:solidFill>
                  <a:srgbClr val="007D89"/>
                </a:solidFill>
                <a:latin typeface="Arial"/>
                <a:ea typeface="Arial"/>
                <a:cs typeface="Arial"/>
              </a:defRPr>
            </a:lvl7pPr>
            <a:lvl8pPr>
              <a:defRPr sz="1350" b="0">
                <a:solidFill>
                  <a:srgbClr val="007D89"/>
                </a:solidFill>
                <a:latin typeface="Arial"/>
                <a:ea typeface="Arial"/>
                <a:cs typeface="Arial"/>
              </a:defRPr>
            </a:lvl8pPr>
            <a:lvl9pPr>
              <a:defRPr sz="1350" b="0">
                <a:solidFill>
                  <a:srgbClr val="007D89"/>
                </a:solidFill>
                <a:latin typeface="Arial"/>
                <a:ea typeface="Arial"/>
                <a:cs typeface="Arial"/>
              </a:defRPr>
            </a:lvl9pPr>
          </a:lstStyle>
          <a:p xmlns:a="http://schemas.openxmlformats.org/drawingml/2006/main">
            <a:pPr>
              <a:defRPr sz="1350" b="0">
                <a:solidFill>
                  <a:srgbClr val="007D89"/>
                </a:solidFill>
                <a:latin typeface="Arial"/>
                <a:ea typeface="Arial"/>
                <a:cs typeface="Arial"/>
              </a:defRPr>
            </a:pPr>
            <a:r>
              <a:rPr sz="1350" u="sng">
                <a:solidFill>
                  <a:srgbClr val="007D89"/>
                </a:solidFill>
                <a:latin typeface="Arial"/>
                <a:ea typeface="Arial"/>
                <a:cs typeface="Arial"/>
                <a:hlinkClick xmlns:r="http://schemas.openxmlformats.org/officeDocument/2006/relationships" r:id="R3a49adf0942a4b9f"/>
              </a:rPr>
              <a:t>Java: BST.java</a:t>
            </a:r>
          </a:p>
        </p:txBody>
      </p:sp>
      <p:sp>
        <p:nvSpPr>
          <p:cNvPr id="8" name="local-java-SearchDemo">
            <a:extLst xmlns:a="http://schemas.openxmlformats.org/drawingml/2006/main">
              <a:ext uri="{FF2B5EF4-FFF2-40B4-BE49-F238E27FC236}">
                <a16:creationId xmlns:a16="http://schemas.microsoft.com/office/drawing/2014/main" id="{0CECCD24-15AF-4122-A169-5EAB391AC5F6}"/>
              </a:ext>
            </a:extLst>
          </p:cNvPr>
          <p:cNvSpPr>
            <a:spLocks xmlns:a="http://schemas.openxmlformats.org/drawingml/2006/main" noGrp="1"/>
          </p:cNvSpPr>
          <p:nvPr/>
        </p:nvSpPr>
        <p:spPr>
          <a:xfrm xmlns:a="http://schemas.openxmlformats.org/drawingml/2006/main">
            <a:off x="4229100" y="6134100"/>
            <a:ext cx="357187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350" b="0">
                <a:solidFill>
                  <a:srgbClr val="007D89"/>
                </a:solidFill>
                <a:latin typeface="Arial"/>
                <a:ea typeface="Arial"/>
                <a:cs typeface="Arial"/>
              </a:defRPr>
            </a:defPPr>
            <a:lvl1pPr>
              <a:defRPr sz="1350" b="0">
                <a:solidFill>
                  <a:srgbClr val="007D89"/>
                </a:solidFill>
                <a:latin typeface="Arial"/>
                <a:ea typeface="Arial"/>
                <a:cs typeface="Arial"/>
              </a:defRPr>
            </a:lvl1pPr>
            <a:lvl2pPr>
              <a:defRPr sz="1350" b="0">
                <a:solidFill>
                  <a:srgbClr val="007D89"/>
                </a:solidFill>
                <a:latin typeface="Arial"/>
                <a:ea typeface="Arial"/>
                <a:cs typeface="Arial"/>
              </a:defRPr>
            </a:lvl2pPr>
            <a:lvl3pPr>
              <a:defRPr sz="1350" b="0">
                <a:solidFill>
                  <a:srgbClr val="007D89"/>
                </a:solidFill>
                <a:latin typeface="Arial"/>
                <a:ea typeface="Arial"/>
                <a:cs typeface="Arial"/>
              </a:defRPr>
            </a:lvl3pPr>
            <a:lvl4pPr>
              <a:defRPr sz="1350" b="0">
                <a:solidFill>
                  <a:srgbClr val="007D89"/>
                </a:solidFill>
                <a:latin typeface="Arial"/>
                <a:ea typeface="Arial"/>
                <a:cs typeface="Arial"/>
              </a:defRPr>
            </a:lvl4pPr>
            <a:lvl5pPr>
              <a:defRPr sz="1350" b="0">
                <a:solidFill>
                  <a:srgbClr val="007D89"/>
                </a:solidFill>
                <a:latin typeface="Arial"/>
                <a:ea typeface="Arial"/>
                <a:cs typeface="Arial"/>
              </a:defRPr>
            </a:lvl5pPr>
            <a:lvl6pPr>
              <a:defRPr sz="1350" b="0">
                <a:solidFill>
                  <a:srgbClr val="007D89"/>
                </a:solidFill>
                <a:latin typeface="Arial"/>
                <a:ea typeface="Arial"/>
                <a:cs typeface="Arial"/>
              </a:defRPr>
            </a:lvl6pPr>
            <a:lvl7pPr>
              <a:defRPr sz="1350" b="0">
                <a:solidFill>
                  <a:srgbClr val="007D89"/>
                </a:solidFill>
                <a:latin typeface="Arial"/>
                <a:ea typeface="Arial"/>
                <a:cs typeface="Arial"/>
              </a:defRPr>
            </a:lvl7pPr>
            <a:lvl8pPr>
              <a:defRPr sz="1350" b="0">
                <a:solidFill>
                  <a:srgbClr val="007D89"/>
                </a:solidFill>
                <a:latin typeface="Arial"/>
                <a:ea typeface="Arial"/>
                <a:cs typeface="Arial"/>
              </a:defRPr>
            </a:lvl8pPr>
            <a:lvl9pPr>
              <a:defRPr sz="1350" b="0">
                <a:solidFill>
                  <a:srgbClr val="007D89"/>
                </a:solidFill>
                <a:latin typeface="Arial"/>
                <a:ea typeface="Arial"/>
                <a:cs typeface="Arial"/>
              </a:defRPr>
            </a:lvl9pPr>
          </a:lstStyle>
          <a:p xmlns:a="http://schemas.openxmlformats.org/drawingml/2006/main">
            <a:pPr>
              <a:defRPr sz="1350" b="0">
                <a:solidFill>
                  <a:srgbClr val="007D89"/>
                </a:solidFill>
                <a:latin typeface="Arial"/>
                <a:ea typeface="Arial"/>
                <a:cs typeface="Arial"/>
              </a:defRPr>
            </a:pPr>
            <a:r>
              <a:rPr sz="1350" u="sng">
                <a:solidFill>
                  <a:srgbClr val="007D89"/>
                </a:solidFill>
                <a:latin typeface="Arial"/>
                <a:ea typeface="Arial"/>
                <a:cs typeface="Arial"/>
                <a:hlinkClick xmlns:r="http://schemas.openxmlformats.org/officeDocument/2006/relationships" r:id="Rcd103ece39cd406a"/>
              </a:rPr>
              <a:t>Java: SearchDemo.java</a:t>
            </a:r>
          </a:p>
        </p:txBody>
      </p:sp>
    </p:spTree>
    <p:extLst>
      <p:ext uri="{BB962C8B-B14F-4D97-AF65-F5344CB8AC3E}">
        <p14:creationId xmlns:p14="http://schemas.microsoft.com/office/powerpoint/2010/main" val="1749790141"/>
      </p:ext>
    </p:extLst>
  </p:cSld>
</p:sld>
</file>

<file path=ppt/slides/slide16.xml><?xml version="1.0" encoding="utf-8"?>
<p:sld xmlns:p="http://schemas.openxmlformats.org/presentationml/2006/main">
  <p:cSld>
    <p:bg>
      <p:bgPr>
        <a:solidFill xmlns:a="http://schemas.openxmlformats.org/drawingml/2006/main">
          <a:srgbClr val="FAFCFD"/>
        </a:solidFill>
      </p:bgPr>
    </p:bg>
    <p:spTree>
      <p:nvGrpSpPr>
        <p:cNvPr id="1" name=""/>
        <p:cNvGrpSpPr/>
        <p:nvPr/>
      </p:nvGrpSpPr>
      <p:grpSpPr>
        <a:xfrm xmlns:a="http://schemas.openxmlformats.org/drawingml/2006/main"/>
      </p:grpSpPr>
      <p:sp>
        <p:nvSpPr>
          <p:cNvPr id="29" name="text-0">
            <a:extLst xmlns:a="http://schemas.openxmlformats.org/drawingml/2006/main">
              <a:ext uri="{FF2B5EF4-FFF2-40B4-BE49-F238E27FC236}">
                <a16:creationId xmlns:a16="http://schemas.microsoft.com/office/drawing/2014/main" id="{5DB64835-4DF4-4E4F-AA9D-CD0922BEC5B4}"/>
              </a:ext>
            </a:extLst>
          </p:cNvPr>
          <p:cNvSpPr>
            <a:spLocks xmlns:a="http://schemas.openxmlformats.org/drawingml/2006/main" noGrp="1"/>
          </p:cNvSpPr>
          <p:nvPr/>
        </p:nvSpPr>
        <p:spPr>
          <a:xfrm xmlns:a="http://schemas.openxmlformats.org/drawingml/2006/main">
            <a:off x="609600" y="419100"/>
            <a:ext cx="10953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lgn="l">
              <a:defRPr sz="3150" b="1">
                <a:solidFill>
                  <a:srgbClr val="142E42"/>
                </a:solidFill>
                <a:latin typeface="Arial"/>
                <a:ea typeface="Arial"/>
                <a:cs typeface="Arial"/>
              </a:defRPr>
            </a:defPPr>
            <a:lvl1pPr algn="l">
              <a:buNone/>
              <a:defRPr sz="3150" b="1">
                <a:solidFill>
                  <a:srgbClr val="142E42"/>
                </a:solidFill>
                <a:latin typeface="Arial"/>
                <a:ea typeface="Arial"/>
                <a:cs typeface="Arial"/>
              </a:defRPr>
            </a:lvl1pPr>
            <a:lvl2pPr algn="l">
              <a:buNone/>
              <a:defRPr sz="3150" b="1">
                <a:solidFill>
                  <a:srgbClr val="142E42"/>
                </a:solidFill>
                <a:latin typeface="Arial"/>
                <a:ea typeface="Arial"/>
                <a:cs typeface="Arial"/>
              </a:defRPr>
            </a:lvl2pPr>
            <a:lvl3pPr algn="l">
              <a:buNone/>
              <a:defRPr sz="3150" b="1">
                <a:solidFill>
                  <a:srgbClr val="142E42"/>
                </a:solidFill>
                <a:latin typeface="Arial"/>
                <a:ea typeface="Arial"/>
                <a:cs typeface="Arial"/>
              </a:defRPr>
            </a:lvl3pPr>
            <a:lvl4pPr algn="l">
              <a:buNone/>
              <a:defRPr sz="3150" b="1">
                <a:solidFill>
                  <a:srgbClr val="142E42"/>
                </a:solidFill>
                <a:latin typeface="Arial"/>
                <a:ea typeface="Arial"/>
                <a:cs typeface="Arial"/>
              </a:defRPr>
            </a:lvl4pPr>
            <a:lvl5pPr algn="l">
              <a:buNone/>
              <a:defRPr sz="3150" b="1">
                <a:solidFill>
                  <a:srgbClr val="142E42"/>
                </a:solidFill>
                <a:latin typeface="Arial"/>
                <a:ea typeface="Arial"/>
                <a:cs typeface="Arial"/>
              </a:defRPr>
            </a:lvl5pPr>
            <a:lvl6pPr algn="l">
              <a:buNone/>
              <a:defRPr sz="3150" b="1">
                <a:solidFill>
                  <a:srgbClr val="142E42"/>
                </a:solidFill>
                <a:latin typeface="Arial"/>
                <a:ea typeface="Arial"/>
                <a:cs typeface="Arial"/>
              </a:defRPr>
            </a:lvl6pPr>
            <a:lvl7pPr algn="l">
              <a:buNone/>
              <a:defRPr sz="3150" b="1">
                <a:solidFill>
                  <a:srgbClr val="142E42"/>
                </a:solidFill>
                <a:latin typeface="Arial"/>
                <a:ea typeface="Arial"/>
                <a:cs typeface="Arial"/>
              </a:defRPr>
            </a:lvl7pPr>
            <a:lvl8pPr algn="l">
              <a:buNone/>
              <a:defRPr sz="3150" b="1">
                <a:solidFill>
                  <a:srgbClr val="142E42"/>
                </a:solidFill>
                <a:latin typeface="Arial"/>
                <a:ea typeface="Arial"/>
                <a:cs typeface="Arial"/>
              </a:defRPr>
            </a:lvl8pPr>
            <a:lvl9pPr algn="l">
              <a:buNone/>
              <a:defRPr sz="3150" b="1">
                <a:solidFill>
                  <a:srgbClr val="142E42"/>
                </a:solidFill>
                <a:latin typeface="Arial"/>
                <a:ea typeface="Arial"/>
                <a:cs typeface="Arial"/>
              </a:defRPr>
            </a:lvl9pPr>
          </a:lstStyle>
          <a:p xmlns:a="http://schemas.openxmlformats.org/drawingml/2006/main">
            <a:pPr algn="l">
              <a:buNone/>
              <a:defRPr sz="3150" b="1">
                <a:solidFill>
                  <a:srgbClr val="142E42"/>
                </a:solidFill>
                <a:latin typeface="Arial"/>
                <a:ea typeface="Arial"/>
                <a:cs typeface="Arial"/>
              </a:defRPr>
            </a:pPr>
            <a:r>
              <a:rPr sz="3150" b="1">
                <a:solidFill>
                  <a:srgbClr val="142E42"/>
                </a:solidFill>
                <a:latin typeface="Arial"/>
                <a:ea typeface="Arial"/>
                <a:cs typeface="Arial"/>
              </a:rPr>
              <a:t>Insertion attaches a new leaf</a:t>
            </a:r>
          </a:p>
        </p:txBody>
      </p:sp>
      <p:sp>
        <p:nvSpPr>
          <p:cNvPr id="2" name="text-1">
            <a:extLst xmlns:a="http://schemas.openxmlformats.org/drawingml/2006/main">
              <a:ext uri="{FF2B5EF4-FFF2-40B4-BE49-F238E27FC236}">
                <a16:creationId xmlns:a16="http://schemas.microsoft.com/office/drawing/2014/main" id="{8E52628E-6E82-459C-9F73-1ADA0366BF49}"/>
              </a:ext>
            </a:extLst>
          </p:cNvPr>
          <p:cNvSpPr>
            <a:spLocks xmlns:a="http://schemas.openxmlformats.org/drawingml/2006/main" noGrp="1"/>
          </p:cNvSpPr>
          <p:nvPr/>
        </p:nvSpPr>
        <p:spPr>
          <a:xfrm xmlns:a="http://schemas.openxmlformats.org/drawingml/2006/main">
            <a:off x="11163300" y="6381750"/>
            <a:ext cx="476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lgn="l">
              <a:defRPr sz="1275" b="0">
                <a:solidFill>
                  <a:srgbClr val="4B6070"/>
                </a:solidFill>
                <a:latin typeface="Arial"/>
                <a:ea typeface="Arial"/>
                <a:cs typeface="Arial"/>
              </a:defRPr>
            </a:defPPr>
            <a:lvl1pPr algn="l">
              <a:buNone/>
              <a:defRPr sz="1275" b="0">
                <a:solidFill>
                  <a:srgbClr val="4B6070"/>
                </a:solidFill>
                <a:latin typeface="Arial"/>
                <a:ea typeface="Arial"/>
                <a:cs typeface="Arial"/>
              </a:defRPr>
            </a:lvl1pPr>
            <a:lvl2pPr algn="l">
              <a:buNone/>
              <a:defRPr sz="1275" b="0">
                <a:solidFill>
                  <a:srgbClr val="4B6070"/>
                </a:solidFill>
                <a:latin typeface="Arial"/>
                <a:ea typeface="Arial"/>
                <a:cs typeface="Arial"/>
              </a:defRPr>
            </a:lvl2pPr>
            <a:lvl3pPr algn="l">
              <a:buNone/>
              <a:defRPr sz="1275" b="0">
                <a:solidFill>
                  <a:srgbClr val="4B6070"/>
                </a:solidFill>
                <a:latin typeface="Arial"/>
                <a:ea typeface="Arial"/>
                <a:cs typeface="Arial"/>
              </a:defRPr>
            </a:lvl3pPr>
            <a:lvl4pPr algn="l">
              <a:buNone/>
              <a:defRPr sz="1275" b="0">
                <a:solidFill>
                  <a:srgbClr val="4B6070"/>
                </a:solidFill>
                <a:latin typeface="Arial"/>
                <a:ea typeface="Arial"/>
                <a:cs typeface="Arial"/>
              </a:defRPr>
            </a:lvl4pPr>
            <a:lvl5pPr algn="l">
              <a:buNone/>
              <a:defRPr sz="1275" b="0">
                <a:solidFill>
                  <a:srgbClr val="4B6070"/>
                </a:solidFill>
                <a:latin typeface="Arial"/>
                <a:ea typeface="Arial"/>
                <a:cs typeface="Arial"/>
              </a:defRPr>
            </a:lvl5pPr>
            <a:lvl6pPr algn="l">
              <a:buNone/>
              <a:defRPr sz="1275" b="0">
                <a:solidFill>
                  <a:srgbClr val="4B6070"/>
                </a:solidFill>
                <a:latin typeface="Arial"/>
                <a:ea typeface="Arial"/>
                <a:cs typeface="Arial"/>
              </a:defRPr>
            </a:lvl6pPr>
            <a:lvl7pPr algn="l">
              <a:buNone/>
              <a:defRPr sz="1275" b="0">
                <a:solidFill>
                  <a:srgbClr val="4B6070"/>
                </a:solidFill>
                <a:latin typeface="Arial"/>
                <a:ea typeface="Arial"/>
                <a:cs typeface="Arial"/>
              </a:defRPr>
            </a:lvl7pPr>
            <a:lvl8pPr algn="l">
              <a:buNone/>
              <a:defRPr sz="1275" b="0">
                <a:solidFill>
                  <a:srgbClr val="4B6070"/>
                </a:solidFill>
                <a:latin typeface="Arial"/>
                <a:ea typeface="Arial"/>
                <a:cs typeface="Arial"/>
              </a:defRPr>
            </a:lvl8pPr>
            <a:lvl9pPr algn="l">
              <a:buNone/>
              <a:defRPr sz="1275" b="0">
                <a:solidFill>
                  <a:srgbClr val="4B6070"/>
                </a:solidFill>
                <a:latin typeface="Arial"/>
                <a:ea typeface="Arial"/>
                <a:cs typeface="Arial"/>
              </a:defRPr>
            </a:lvl9pPr>
          </a:lstStyle>
          <a:p xmlns:a="http://schemas.openxmlformats.org/drawingml/2006/main">
            <a:pPr algn="l">
              <a:buNone/>
              <a:defRPr sz="1275" b="0">
                <a:solidFill>
                  <a:srgbClr val="4B6070"/>
                </a:solidFill>
                <a:latin typeface="Arial"/>
                <a:ea typeface="Arial"/>
                <a:cs typeface="Arial"/>
              </a:defRPr>
            </a:pPr>
            <a:r>
              <a:rPr sz="1275" b="0">
                <a:solidFill>
                  <a:srgbClr val="4B6070"/>
                </a:solidFill>
                <a:latin typeface="Arial"/>
                <a:ea typeface="Arial"/>
                <a:cs typeface="Arial"/>
              </a:rPr>
              <a:t>16</a:t>
            </a:r>
          </a:p>
        </p:txBody>
      </p:sp>
      <p:sp>
        <p:nvSpPr>
          <p:cNvPr id="3" name="text-2">
            <a:extLst xmlns:a="http://schemas.openxmlformats.org/drawingml/2006/main">
              <a:ext uri="{FF2B5EF4-FFF2-40B4-BE49-F238E27FC236}">
                <a16:creationId xmlns:a16="http://schemas.microsoft.com/office/drawing/2014/main" id="{50C77CA1-BF89-4C68-95D7-D78A237E2207}"/>
              </a:ext>
            </a:extLst>
          </p:cNvPr>
          <p:cNvSpPr>
            <a:spLocks xmlns:a="http://schemas.openxmlformats.org/drawingml/2006/main" noGrp="1"/>
          </p:cNvSpPr>
          <p:nvPr/>
        </p:nvSpPr>
        <p:spPr>
          <a:xfrm xmlns:a="http://schemas.openxmlformats.org/drawingml/2006/main">
            <a:off x="609600" y="1619250"/>
            <a:ext cx="5619750" cy="3810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lgn="l">
              <a:defRPr sz="2175" b="0">
                <a:solidFill>
                  <a:srgbClr val="142E42"/>
                </a:solidFill>
                <a:latin typeface="Arial"/>
                <a:ea typeface="Arial"/>
                <a:cs typeface="Arial"/>
              </a:defRPr>
            </a:defPPr>
            <a:lvl1pPr algn="l">
              <a:buNone/>
              <a:defRPr sz="2175" b="0">
                <a:solidFill>
                  <a:srgbClr val="142E42"/>
                </a:solidFill>
                <a:latin typeface="Arial"/>
                <a:ea typeface="Arial"/>
                <a:cs typeface="Arial"/>
              </a:defRPr>
            </a:lvl1pPr>
            <a:lvl2pPr algn="l">
              <a:buNone/>
              <a:defRPr sz="2175" b="0">
                <a:solidFill>
                  <a:srgbClr val="142E42"/>
                </a:solidFill>
                <a:latin typeface="Arial"/>
                <a:ea typeface="Arial"/>
                <a:cs typeface="Arial"/>
              </a:defRPr>
            </a:lvl2pPr>
            <a:lvl3pPr algn="l">
              <a:buNone/>
              <a:defRPr sz="2175" b="0">
                <a:solidFill>
                  <a:srgbClr val="142E42"/>
                </a:solidFill>
                <a:latin typeface="Arial"/>
                <a:ea typeface="Arial"/>
                <a:cs typeface="Arial"/>
              </a:defRPr>
            </a:lvl3pPr>
            <a:lvl4pPr algn="l">
              <a:buNone/>
              <a:defRPr sz="2175" b="0">
                <a:solidFill>
                  <a:srgbClr val="142E42"/>
                </a:solidFill>
                <a:latin typeface="Arial"/>
                <a:ea typeface="Arial"/>
                <a:cs typeface="Arial"/>
              </a:defRPr>
            </a:lvl4pPr>
            <a:lvl5pPr algn="l">
              <a:buNone/>
              <a:defRPr sz="2175" b="0">
                <a:solidFill>
                  <a:srgbClr val="142E42"/>
                </a:solidFill>
                <a:latin typeface="Arial"/>
                <a:ea typeface="Arial"/>
                <a:cs typeface="Arial"/>
              </a:defRPr>
            </a:lvl5pPr>
            <a:lvl6pPr algn="l">
              <a:buNone/>
              <a:defRPr sz="2175" b="0">
                <a:solidFill>
                  <a:srgbClr val="142E42"/>
                </a:solidFill>
                <a:latin typeface="Arial"/>
                <a:ea typeface="Arial"/>
                <a:cs typeface="Arial"/>
              </a:defRPr>
            </a:lvl6pPr>
            <a:lvl7pPr algn="l">
              <a:buNone/>
              <a:defRPr sz="2175" b="0">
                <a:solidFill>
                  <a:srgbClr val="142E42"/>
                </a:solidFill>
                <a:latin typeface="Arial"/>
                <a:ea typeface="Arial"/>
                <a:cs typeface="Arial"/>
              </a:defRPr>
            </a:lvl7pPr>
            <a:lvl8pPr algn="l">
              <a:buNone/>
              <a:defRPr sz="2175" b="0">
                <a:solidFill>
                  <a:srgbClr val="142E42"/>
                </a:solidFill>
                <a:latin typeface="Arial"/>
                <a:ea typeface="Arial"/>
                <a:cs typeface="Arial"/>
              </a:defRPr>
            </a:lvl8pPr>
            <a:lvl9pPr algn="l">
              <a:buNone/>
              <a:defRPr sz="2175" b="0">
                <a:solidFill>
                  <a:srgbClr val="142E42"/>
                </a:solidFill>
                <a:latin typeface="Arial"/>
                <a:ea typeface="Arial"/>
                <a:cs typeface="Arial"/>
              </a:defRPr>
            </a:lvl9pPr>
          </a:lstStyle>
          <a:p xmlns:a="http://schemas.openxmlformats.org/drawingml/2006/main">
            <a:pPr algn="l">
              <a:buNone/>
              <a:defRPr sz="2175" b="0">
                <a:solidFill>
                  <a:srgbClr val="142E42"/>
                </a:solidFill>
                <a:latin typeface="Arial"/>
                <a:ea typeface="Arial"/>
                <a:cs typeface="Arial"/>
              </a:defRPr>
            </a:pPr>
            <a:r>
              <a:rPr sz="2175" b="0">
                <a:solidFill>
                  <a:srgbClr val="142E42"/>
                </a:solidFill>
                <a:latin typeface="Arial"/>
                <a:ea typeface="Arial"/>
                <a:cs typeface="Arial"/>
              </a:rPr>
              <a:t>Search for the new key.</a:t>
            </a:r>
          </a:p>
          <a:p xmlns:a="http://schemas.openxmlformats.org/drawingml/2006/main">
            <a:endParaRPr sz="2175" b="0">
              <a:solidFill>
                <a:srgbClr val="142E42"/>
              </a:solidFill>
              <a:latin typeface="Arial"/>
              <a:ea typeface="Arial"/>
              <a:cs typeface="Arial"/>
            </a:endParaRPr>
          </a:p>
          <a:p xmlns:a="http://schemas.openxmlformats.org/drawingml/2006/main">
            <a:pPr algn="l">
              <a:buNone/>
              <a:defRPr sz="2175" b="0">
                <a:solidFill>
                  <a:srgbClr val="142E42"/>
                </a:solidFill>
                <a:latin typeface="Arial"/>
                <a:ea typeface="Arial"/>
                <a:cs typeface="Arial"/>
              </a:defRPr>
            </a:pPr>
            <a:r>
              <a:rPr sz="2175" b="0">
                <a:solidFill>
                  <a:srgbClr val="142E42"/>
                </a:solidFill>
                <a:latin typeface="Arial"/>
                <a:ea typeface="Arial"/>
                <a:cs typeface="Arial"/>
              </a:rPr>
              <a:t>If an equal key exists, return false.</a:t>
            </a:r>
          </a:p>
          <a:p xmlns:a="http://schemas.openxmlformats.org/drawingml/2006/main">
            <a:endParaRPr sz="2175" b="0">
              <a:solidFill>
                <a:srgbClr val="142E42"/>
              </a:solidFill>
              <a:latin typeface="Arial"/>
              <a:ea typeface="Arial"/>
              <a:cs typeface="Arial"/>
            </a:endParaRPr>
          </a:p>
          <a:p xmlns:a="http://schemas.openxmlformats.org/drawingml/2006/main">
            <a:pPr algn="l">
              <a:buNone/>
              <a:defRPr sz="2175" b="0">
                <a:solidFill>
                  <a:srgbClr val="142E42"/>
                </a:solidFill>
                <a:latin typeface="Arial"/>
                <a:ea typeface="Arial"/>
                <a:cs typeface="Arial"/>
              </a:defRPr>
            </a:pPr>
            <a:r>
              <a:rPr sz="2175" b="0">
                <a:solidFill>
                  <a:srgbClr val="142E42"/>
                </a:solidFill>
                <a:latin typeface="Arial"/>
                <a:ea typeface="Arial"/>
                <a:cs typeface="Arial"/>
              </a:rPr>
              <a:t>Otherwise, attach a new node</a:t>
            </a:r>
          </a:p>
          <a:p xmlns:a="http://schemas.openxmlformats.org/drawingml/2006/main">
            <a:pPr algn="l">
              <a:buNone/>
              <a:defRPr sz="2175" b="0">
                <a:solidFill>
                  <a:srgbClr val="142E42"/>
                </a:solidFill>
                <a:latin typeface="Arial"/>
                <a:ea typeface="Arial"/>
                <a:cs typeface="Arial"/>
              </a:defRPr>
            </a:pPr>
            <a:r>
              <a:rPr sz="2175" b="0">
                <a:solidFill>
                  <a:srgbClr val="142E42"/>
                </a:solidFill>
                <a:latin typeface="Arial"/>
                <a:ea typeface="Arial"/>
                <a:cs typeface="Arial"/>
              </a:rPr>
              <a:t>at the first missing child link.</a:t>
            </a:r>
          </a:p>
          <a:p xmlns:a="http://schemas.openxmlformats.org/drawingml/2006/main">
            <a:endParaRPr sz="2175" b="0">
              <a:solidFill>
                <a:srgbClr val="142E42"/>
              </a:solidFill>
              <a:latin typeface="Arial"/>
              <a:ea typeface="Arial"/>
              <a:cs typeface="Arial"/>
            </a:endParaRPr>
          </a:p>
          <a:p xmlns:a="http://schemas.openxmlformats.org/drawingml/2006/main">
            <a:pPr algn="l">
              <a:buNone/>
              <a:defRPr sz="2175" b="0">
                <a:solidFill>
                  <a:srgbClr val="142E42"/>
                </a:solidFill>
                <a:latin typeface="Arial"/>
                <a:ea typeface="Arial"/>
                <a:cs typeface="Arial"/>
              </a:defRPr>
            </a:pPr>
            <a:r>
              <a:rPr sz="2175" b="0">
                <a:solidFill>
                  <a:srgbClr val="142E42"/>
                </a:solidFill>
                <a:latin typeface="Arial"/>
                <a:ea typeface="Arial"/>
                <a:cs typeface="Arial"/>
              </a:rPr>
              <a:t>An empty tree gets a new root.</a:t>
            </a:r>
          </a:p>
        </p:txBody>
      </p:sp>
      <p:sp>
        <p:nvSpPr>
          <p:cNvPr id="4" name="source-diagram-dg15-30">
            <a:extLst xmlns:a="http://schemas.openxmlformats.org/drawingml/2006/main">
              <a:ext uri="{FF2B5EF4-FFF2-40B4-BE49-F238E27FC236}">
                <a16:creationId xmlns:a16="http://schemas.microsoft.com/office/drawing/2014/main" id="{A47C2BF4-03FF-4DA6-8005-0B3D6996CB47}"/>
              </a:ext>
            </a:extLst>
          </p:cNvPr>
          <p:cNvSpPr>
            <a:spLocks xmlns:a="http://schemas.openxmlformats.org/drawingml/2006/main" noGrp="1"/>
          </p:cNvSpPr>
          <p:nvPr/>
        </p:nvSpPr>
        <p:spPr>
          <a:xfrm xmlns:a="http://schemas.openxmlformats.org/drawingml/2006/main">
            <a:off x="8379554" y="3301517"/>
            <a:ext cx="382701" cy="382701"/>
          </a:xfrm>
          <a:prstGeom xmlns:a="http://schemas.openxmlformats.org/drawingml/2006/main" prst="ellipse">
            <a:avLst/>
          </a:prstGeom>
          <a:solidFill xmlns:a="http://schemas.openxmlformats.org/drawingml/2006/main">
            <a:srgbClr val="E5EEF2"/>
          </a:solidFill>
          <a:ln xmlns:a="http://schemas.openxmlformats.org/drawingml/2006/main" w="38100">
            <a:solidFill>
              <a:srgbClr val="142E42"/>
            </a:solidFill>
            <a:round/>
          </a:l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145" b="0">
                <a:solidFill>
                  <a:srgbClr val="142E42"/>
                </a:solidFill>
                <a:latin typeface="Arial"/>
                <a:ea typeface="Arial"/>
                <a:cs typeface="Arial"/>
              </a:rPr>
              <a:t>9</a:t>
            </a:r>
          </a:p>
        </p:txBody>
      </p:sp>
      <p:sp>
        <p:nvSpPr>
          <p:cNvPr id="5" name="source-diagram-dg15-31">
            <a:extLst xmlns:a="http://schemas.openxmlformats.org/drawingml/2006/main">
              <a:ext uri="{FF2B5EF4-FFF2-40B4-BE49-F238E27FC236}">
                <a16:creationId xmlns:a16="http://schemas.microsoft.com/office/drawing/2014/main" id="{F6FD3E75-076A-4AB0-8590-8D3A6B140ECD}"/>
              </a:ext>
            </a:extLst>
          </p:cNvPr>
          <p:cNvSpPr>
            <a:spLocks xmlns:a="http://schemas.openxmlformats.org/drawingml/2006/main" noGrp="1"/>
          </p:cNvSpPr>
          <p:nvPr/>
        </p:nvSpPr>
        <p:spPr>
          <a:xfrm xmlns:a="http://schemas.openxmlformats.org/drawingml/2006/main">
            <a:off x="7143750" y="3301517"/>
            <a:ext cx="382701" cy="382701"/>
          </a:xfrm>
          <a:prstGeom xmlns:a="http://schemas.openxmlformats.org/drawingml/2006/main" prst="ellipse">
            <a:avLst/>
          </a:prstGeom>
          <a:solidFill xmlns:a="http://schemas.openxmlformats.org/drawingml/2006/main">
            <a:srgbClr val="E5EEF2"/>
          </a:solidFill>
          <a:ln xmlns:a="http://schemas.openxmlformats.org/drawingml/2006/main" w="38100">
            <a:solidFill>
              <a:srgbClr val="142E42"/>
            </a:solidFill>
            <a:round/>
          </a:l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145" b="0">
                <a:solidFill>
                  <a:srgbClr val="142E42"/>
                </a:solidFill>
                <a:latin typeface="Arial"/>
                <a:ea typeface="Arial"/>
                <a:cs typeface="Arial"/>
              </a:rPr>
              <a:t>2</a:t>
            </a:r>
          </a:p>
        </p:txBody>
      </p:sp>
      <p:sp>
        <p:nvSpPr>
          <p:cNvPr id="6" name="source-diagram-dg15-32">
            <a:extLst xmlns:a="http://schemas.openxmlformats.org/drawingml/2006/main">
              <a:ext uri="{FF2B5EF4-FFF2-40B4-BE49-F238E27FC236}">
                <a16:creationId xmlns:a16="http://schemas.microsoft.com/office/drawing/2014/main" id="{E642F5E1-D6A6-4A97-9D4F-C6CB3B852DC7}"/>
              </a:ext>
            </a:extLst>
          </p:cNvPr>
          <p:cNvSpPr>
            <a:spLocks xmlns:a="http://schemas.openxmlformats.org/drawingml/2006/main" noGrp="1"/>
          </p:cNvSpPr>
          <p:nvPr/>
        </p:nvSpPr>
        <p:spPr>
          <a:xfrm xmlns:a="http://schemas.openxmlformats.org/drawingml/2006/main">
            <a:off x="9669576" y="2464594"/>
            <a:ext cx="382701" cy="382701"/>
          </a:xfrm>
          <a:prstGeom xmlns:a="http://schemas.openxmlformats.org/drawingml/2006/main" prst="ellipse">
            <a:avLst/>
          </a:prstGeom>
          <a:solidFill xmlns:a="http://schemas.openxmlformats.org/drawingml/2006/main">
            <a:srgbClr val="E5EEF2"/>
          </a:solidFill>
          <a:ln xmlns:a="http://schemas.openxmlformats.org/drawingml/2006/main" w="38100">
            <a:solidFill>
              <a:srgbClr val="142E42"/>
            </a:solidFill>
            <a:round/>
          </a:l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145" b="0">
                <a:solidFill>
                  <a:srgbClr val="142E42"/>
                </a:solidFill>
                <a:latin typeface="Arial"/>
                <a:ea typeface="Arial"/>
                <a:cs typeface="Arial"/>
              </a:rPr>
              <a:t>15</a:t>
            </a:r>
          </a:p>
        </p:txBody>
      </p:sp>
      <p:sp>
        <p:nvSpPr>
          <p:cNvPr id="7" name="source-diagram-dg15-33">
            <a:extLst xmlns:a="http://schemas.openxmlformats.org/drawingml/2006/main">
              <a:ext uri="{FF2B5EF4-FFF2-40B4-BE49-F238E27FC236}">
                <a16:creationId xmlns:a16="http://schemas.microsoft.com/office/drawing/2014/main" id="{129E2516-5F89-47BF-97DC-63D927793BF1}"/>
              </a:ext>
            </a:extLst>
          </p:cNvPr>
          <p:cNvSpPr>
            <a:spLocks xmlns:a="http://schemas.openxmlformats.org/drawingml/2006/main" noGrp="1"/>
          </p:cNvSpPr>
          <p:nvPr/>
        </p:nvSpPr>
        <p:spPr>
          <a:xfrm xmlns:a="http://schemas.openxmlformats.org/drawingml/2006/main">
            <a:off x="7740125" y="2464594"/>
            <a:ext cx="382701" cy="382701"/>
          </a:xfrm>
          <a:prstGeom xmlns:a="http://schemas.openxmlformats.org/drawingml/2006/main" prst="ellipse">
            <a:avLst/>
          </a:prstGeom>
          <a:solidFill xmlns:a="http://schemas.openxmlformats.org/drawingml/2006/main">
            <a:srgbClr val="E5EEF2"/>
          </a:solidFill>
          <a:ln xmlns:a="http://schemas.openxmlformats.org/drawingml/2006/main" w="38100">
            <a:solidFill>
              <a:srgbClr val="142E42"/>
            </a:solidFill>
            <a:round/>
          </a:l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145" b="0">
                <a:solidFill>
                  <a:srgbClr val="142E42"/>
                </a:solidFill>
                <a:latin typeface="Arial"/>
                <a:ea typeface="Arial"/>
                <a:cs typeface="Arial"/>
              </a:rPr>
              <a:t>5</a:t>
            </a:r>
          </a:p>
        </p:txBody>
      </p:sp>
      <p:sp>
        <p:nvSpPr>
          <p:cNvPr id="8" name="source-diagram-dg15-57">
            <a:extLst xmlns:a="http://schemas.openxmlformats.org/drawingml/2006/main">
              <a:ext uri="{FF2B5EF4-FFF2-40B4-BE49-F238E27FC236}">
                <a16:creationId xmlns:a16="http://schemas.microsoft.com/office/drawing/2014/main" id="{214408AF-0653-4DE3-BEEA-37711CB55178}"/>
              </a:ext>
            </a:extLst>
          </p:cNvPr>
          <p:cNvSpPr>
            <a:spLocks xmlns:a="http://schemas.openxmlformats.org/drawingml/2006/main" noGrp="1"/>
          </p:cNvSpPr>
          <p:nvPr/>
        </p:nvSpPr>
        <p:spPr>
          <a:xfrm xmlns:a="http://schemas.openxmlformats.org/drawingml/2006/main">
            <a:off x="8751094" y="1571625"/>
            <a:ext cx="382701" cy="382701"/>
          </a:xfrm>
          <a:prstGeom xmlns:a="http://schemas.openxmlformats.org/drawingml/2006/main" prst="ellipse">
            <a:avLst/>
          </a:prstGeom>
          <a:solidFill xmlns:a="http://schemas.openxmlformats.org/drawingml/2006/main">
            <a:srgbClr val="E5EEF2"/>
          </a:solidFill>
          <a:ln xmlns:a="http://schemas.openxmlformats.org/drawingml/2006/main" w="38100">
            <a:solidFill>
              <a:srgbClr val="142E42"/>
            </a:solidFill>
            <a:round/>
          </a:l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145" b="0">
                <a:solidFill>
                  <a:srgbClr val="142E42"/>
                </a:solidFill>
                <a:latin typeface="Arial"/>
                <a:ea typeface="Arial"/>
                <a:cs typeface="Arial"/>
              </a:rPr>
              <a:t>12</a:t>
            </a:r>
          </a:p>
        </p:txBody>
      </p:sp>
      <p:cxnSp>
        <p:nvCxnSpPr>
          <p:cNvPr id="9" name="source-diagram-dg15-58">
            <a:extLst xmlns:a="http://schemas.openxmlformats.org/drawingml/2006/main">
              <a:ext uri="{FF2B5EF4-FFF2-40B4-BE49-F238E27FC236}">
                <a16:creationId xmlns:a16="http://schemas.microsoft.com/office/drawing/2014/main" id="{8599300A-120A-4744-B066-987ED71C9D66}"/>
              </a:ext>
            </a:extLst>
          </p:cNvPr>
          <p:cNvCxnSpPr/>
          <p:nvPr/>
        </p:nvCxnSpPr>
        <p:spPr>
          <a:xfrm xmlns:a="http://schemas.openxmlformats.org/drawingml/2006/main" flipH="1">
            <a:off x="7931475" y="1898281"/>
            <a:ext cx="875664" cy="566313"/>
          </a:xfrm>
          <a:prstGeom xmlns:a="http://schemas.openxmlformats.org/drawingml/2006/main" prst="straightConnector1">
            <a:avLst/>
          </a:prstGeom>
          <a:ln xmlns:a="http://schemas.openxmlformats.org/drawingml/2006/main" w="9525">
            <a:solidFill>
              <a:srgbClr val="142E42"/>
            </a:solidFill>
            <a:round/>
            <a:headEnd type="none" w="med" len="med"/>
            <a:tailEnd type="none" w="med" len="med"/>
          </a:ln>
        </p:spPr>
      </p:cxnSp>
      <p:cxnSp>
        <p:nvCxnSpPr>
          <p:cNvPr id="10" name="source-diagram-dg15-59">
            <a:extLst xmlns:a="http://schemas.openxmlformats.org/drawingml/2006/main">
              <a:ext uri="{FF2B5EF4-FFF2-40B4-BE49-F238E27FC236}">
                <a16:creationId xmlns:a16="http://schemas.microsoft.com/office/drawing/2014/main" id="{9110AD4C-5831-4283-A7EC-879481AB34BF}"/>
              </a:ext>
            </a:extLst>
          </p:cNvPr>
          <p:cNvCxnSpPr/>
          <p:nvPr/>
        </p:nvCxnSpPr>
        <p:spPr>
          <a:xfrm xmlns:a="http://schemas.openxmlformats.org/drawingml/2006/main">
            <a:off x="9077750" y="1898281"/>
            <a:ext cx="783177" cy="566313"/>
          </a:xfrm>
          <a:prstGeom xmlns:a="http://schemas.openxmlformats.org/drawingml/2006/main" prst="straightConnector1">
            <a:avLst/>
          </a:prstGeom>
          <a:ln xmlns:a="http://schemas.openxmlformats.org/drawingml/2006/main" w="9525">
            <a:solidFill>
              <a:srgbClr val="142E42"/>
            </a:solidFill>
            <a:round/>
            <a:headEnd type="none" w="med" len="med"/>
            <a:tailEnd type="none" w="med" len="med"/>
          </a:ln>
        </p:spPr>
      </p:cxnSp>
      <p:cxnSp>
        <p:nvCxnSpPr>
          <p:cNvPr id="11" name="source-diagram-dg15-60">
            <a:extLst xmlns:a="http://schemas.openxmlformats.org/drawingml/2006/main">
              <a:ext uri="{FF2B5EF4-FFF2-40B4-BE49-F238E27FC236}">
                <a16:creationId xmlns:a16="http://schemas.microsoft.com/office/drawing/2014/main" id="{BA5A3A7F-3A8C-4262-8745-C4670712CAB0}"/>
              </a:ext>
            </a:extLst>
          </p:cNvPr>
          <p:cNvCxnSpPr/>
          <p:nvPr/>
        </p:nvCxnSpPr>
        <p:spPr>
          <a:xfrm xmlns:a="http://schemas.openxmlformats.org/drawingml/2006/main">
            <a:off x="9996232" y="2791250"/>
            <a:ext cx="477016" cy="510268"/>
          </a:xfrm>
          <a:prstGeom xmlns:a="http://schemas.openxmlformats.org/drawingml/2006/main" prst="straightConnector1">
            <a:avLst/>
          </a:prstGeom>
          <a:ln xmlns:a="http://schemas.openxmlformats.org/drawingml/2006/main" w="9525">
            <a:solidFill>
              <a:srgbClr val="142E42"/>
            </a:solidFill>
            <a:round/>
            <a:headEnd type="none" w="med" len="med"/>
            <a:tailEnd type="none" w="med" len="med"/>
          </a:ln>
        </p:spPr>
      </p:cxnSp>
      <p:cxnSp>
        <p:nvCxnSpPr>
          <p:cNvPr id="12" name="source-diagram-dg15-61">
            <a:extLst xmlns:a="http://schemas.openxmlformats.org/drawingml/2006/main">
              <a:ext uri="{FF2B5EF4-FFF2-40B4-BE49-F238E27FC236}">
                <a16:creationId xmlns:a16="http://schemas.microsoft.com/office/drawing/2014/main" id="{1CC37456-500B-4F6E-A985-29CE080CAA37}"/>
              </a:ext>
            </a:extLst>
          </p:cNvPr>
          <p:cNvCxnSpPr/>
          <p:nvPr/>
        </p:nvCxnSpPr>
        <p:spPr>
          <a:xfrm xmlns:a="http://schemas.openxmlformats.org/drawingml/2006/main" flipH="1">
            <a:off x="7335100" y="2791250"/>
            <a:ext cx="461069" cy="510268"/>
          </a:xfrm>
          <a:prstGeom xmlns:a="http://schemas.openxmlformats.org/drawingml/2006/main" prst="straightConnector1">
            <a:avLst/>
          </a:prstGeom>
          <a:ln xmlns:a="http://schemas.openxmlformats.org/drawingml/2006/main" w="9525">
            <a:solidFill>
              <a:srgbClr val="142E42"/>
            </a:solidFill>
            <a:round/>
            <a:headEnd type="none" w="med" len="med"/>
            <a:tailEnd type="none" w="med" len="med"/>
          </a:ln>
        </p:spPr>
      </p:cxnSp>
      <p:cxnSp>
        <p:nvCxnSpPr>
          <p:cNvPr id="13" name="source-diagram-dg15-62">
            <a:extLst xmlns:a="http://schemas.openxmlformats.org/drawingml/2006/main">
              <a:ext uri="{FF2B5EF4-FFF2-40B4-BE49-F238E27FC236}">
                <a16:creationId xmlns:a16="http://schemas.microsoft.com/office/drawing/2014/main" id="{5E934E17-4037-4A15-BFD8-B8FB7288E9B0}"/>
              </a:ext>
            </a:extLst>
          </p:cNvPr>
          <p:cNvCxnSpPr/>
          <p:nvPr/>
        </p:nvCxnSpPr>
        <p:spPr>
          <a:xfrm xmlns:a="http://schemas.openxmlformats.org/drawingml/2006/main">
            <a:off x="8066780" y="2791250"/>
            <a:ext cx="504125" cy="510268"/>
          </a:xfrm>
          <a:prstGeom xmlns:a="http://schemas.openxmlformats.org/drawingml/2006/main" prst="straightConnector1">
            <a:avLst/>
          </a:prstGeom>
          <a:ln xmlns:a="http://schemas.openxmlformats.org/drawingml/2006/main" w="9525">
            <a:solidFill>
              <a:srgbClr val="142E42"/>
            </a:solidFill>
            <a:round/>
            <a:headEnd type="none" w="med" len="med"/>
            <a:tailEnd type="none" w="med" len="med"/>
          </a:ln>
        </p:spPr>
      </p:cxnSp>
      <p:sp>
        <p:nvSpPr>
          <p:cNvPr id="14" name="source-diagram-dg15-63">
            <a:extLst xmlns:a="http://schemas.openxmlformats.org/drawingml/2006/main">
              <a:ext uri="{FF2B5EF4-FFF2-40B4-BE49-F238E27FC236}">
                <a16:creationId xmlns:a16="http://schemas.microsoft.com/office/drawing/2014/main" id="{91F696A2-46EA-4C90-9CD2-0D1A451688FC}"/>
              </a:ext>
            </a:extLst>
          </p:cNvPr>
          <p:cNvSpPr>
            <a:spLocks xmlns:a="http://schemas.openxmlformats.org/drawingml/2006/main" noGrp="1"/>
          </p:cNvSpPr>
          <p:nvPr/>
        </p:nvSpPr>
        <p:spPr>
          <a:xfrm xmlns:a="http://schemas.openxmlformats.org/drawingml/2006/main">
            <a:off x="8008015" y="4250531"/>
            <a:ext cx="382701" cy="382701"/>
          </a:xfrm>
          <a:prstGeom xmlns:a="http://schemas.openxmlformats.org/drawingml/2006/main" prst="ellipse">
            <a:avLst/>
          </a:prstGeom>
          <a:solidFill xmlns:a="http://schemas.openxmlformats.org/drawingml/2006/main">
            <a:srgbClr val="E5EEF2"/>
          </a:solidFill>
          <a:ln xmlns:a="http://schemas.openxmlformats.org/drawingml/2006/main" w="38100">
            <a:solidFill>
              <a:srgbClr val="142E42"/>
            </a:solidFill>
            <a:round/>
          </a:l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145" b="0">
                <a:solidFill>
                  <a:srgbClr val="142E42"/>
                </a:solidFill>
                <a:latin typeface="Arial"/>
                <a:ea typeface="Arial"/>
                <a:cs typeface="Arial"/>
              </a:rPr>
              <a:t>7</a:t>
            </a:r>
          </a:p>
        </p:txBody>
      </p:sp>
      <p:cxnSp>
        <p:nvCxnSpPr>
          <p:cNvPr id="15" name="source-diagram-dg15-64">
            <a:extLst xmlns:a="http://schemas.openxmlformats.org/drawingml/2006/main">
              <a:ext uri="{FF2B5EF4-FFF2-40B4-BE49-F238E27FC236}">
                <a16:creationId xmlns:a16="http://schemas.microsoft.com/office/drawing/2014/main" id="{D5CAD564-9A97-4866-A779-AC2744C30586}"/>
              </a:ext>
            </a:extLst>
          </p:cNvPr>
          <p:cNvCxnSpPr/>
          <p:nvPr/>
        </p:nvCxnSpPr>
        <p:spPr>
          <a:xfrm xmlns:a="http://schemas.openxmlformats.org/drawingml/2006/main" flipH="1">
            <a:off x="8199366" y="3628173"/>
            <a:ext cx="236234" cy="622358"/>
          </a:xfrm>
          <a:prstGeom xmlns:a="http://schemas.openxmlformats.org/drawingml/2006/main" prst="straightConnector1">
            <a:avLst/>
          </a:prstGeom>
          <a:ln xmlns:a="http://schemas.openxmlformats.org/drawingml/2006/main" w="9525">
            <a:solidFill>
              <a:srgbClr val="142E42"/>
            </a:solidFill>
            <a:round/>
            <a:headEnd type="none" w="med" len="med"/>
            <a:tailEnd type="none" w="med" len="med"/>
          </a:ln>
        </p:spPr>
      </p:cxnSp>
      <p:sp>
        <p:nvSpPr>
          <p:cNvPr id="16" name="source-diagram-dg15-66">
            <a:extLst xmlns:a="http://schemas.openxmlformats.org/drawingml/2006/main">
              <a:ext uri="{FF2B5EF4-FFF2-40B4-BE49-F238E27FC236}">
                <a16:creationId xmlns:a16="http://schemas.microsoft.com/office/drawing/2014/main" id="{A0393782-CC34-4AD7-87BC-2DF5E121E407}"/>
              </a:ext>
            </a:extLst>
          </p:cNvPr>
          <p:cNvSpPr>
            <a:spLocks xmlns:a="http://schemas.openxmlformats.org/drawingml/2006/main" noGrp="1"/>
          </p:cNvSpPr>
          <p:nvPr/>
        </p:nvSpPr>
        <p:spPr>
          <a:xfrm xmlns:a="http://schemas.openxmlformats.org/drawingml/2006/main">
            <a:off x="10281897" y="3301517"/>
            <a:ext cx="382701" cy="382701"/>
          </a:xfrm>
          <a:prstGeom xmlns:a="http://schemas.openxmlformats.org/drawingml/2006/main" prst="ellipse">
            <a:avLst/>
          </a:prstGeom>
          <a:solidFill xmlns:a="http://schemas.openxmlformats.org/drawingml/2006/main">
            <a:srgbClr val="E5EEF2"/>
          </a:solidFill>
          <a:ln xmlns:a="http://schemas.openxmlformats.org/drawingml/2006/main" w="38100">
            <a:solidFill>
              <a:srgbClr val="142E42"/>
            </a:solidFill>
            <a:round/>
          </a:l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145" b="0">
                <a:solidFill>
                  <a:srgbClr val="142E42"/>
                </a:solidFill>
                <a:latin typeface="Arial"/>
                <a:ea typeface="Arial"/>
                <a:cs typeface="Arial"/>
              </a:rPr>
              <a:t>20</a:t>
            </a:r>
          </a:p>
        </p:txBody>
      </p:sp>
      <p:sp>
        <p:nvSpPr>
          <p:cNvPr id="17" name="source-diagram-dg15-67">
            <a:extLst xmlns:a="http://schemas.openxmlformats.org/drawingml/2006/main">
              <a:ext uri="{FF2B5EF4-FFF2-40B4-BE49-F238E27FC236}">
                <a16:creationId xmlns:a16="http://schemas.microsoft.com/office/drawing/2014/main" id="{ED8DEC3F-2203-4C1F-8949-544AAA2FCD2E}"/>
              </a:ext>
            </a:extLst>
          </p:cNvPr>
          <p:cNvSpPr>
            <a:spLocks xmlns:a="http://schemas.openxmlformats.org/drawingml/2006/main" noGrp="1"/>
          </p:cNvSpPr>
          <p:nvPr/>
        </p:nvSpPr>
        <p:spPr>
          <a:xfrm xmlns:a="http://schemas.openxmlformats.org/drawingml/2006/main">
            <a:off x="10664598" y="4250531"/>
            <a:ext cx="382701" cy="382701"/>
          </a:xfrm>
          <a:prstGeom xmlns:a="http://schemas.openxmlformats.org/drawingml/2006/main" prst="ellipse">
            <a:avLst/>
          </a:prstGeom>
          <a:solidFill xmlns:a="http://schemas.openxmlformats.org/drawingml/2006/main">
            <a:srgbClr val="E5EEF2"/>
          </a:solidFill>
          <a:ln xmlns:a="http://schemas.openxmlformats.org/drawingml/2006/main" w="38100">
            <a:solidFill>
              <a:srgbClr val="142E42"/>
            </a:solidFill>
            <a:round/>
          </a:l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145" b="0">
                <a:solidFill>
                  <a:srgbClr val="142E42"/>
                </a:solidFill>
                <a:latin typeface="Arial"/>
                <a:ea typeface="Arial"/>
                <a:cs typeface="Arial"/>
              </a:rPr>
              <a:t>30</a:t>
            </a:r>
          </a:p>
        </p:txBody>
      </p:sp>
      <p:cxnSp>
        <p:nvCxnSpPr>
          <p:cNvPr id="18" name="source-diagram-dg15-68">
            <a:extLst xmlns:a="http://schemas.openxmlformats.org/drawingml/2006/main">
              <a:ext uri="{FF2B5EF4-FFF2-40B4-BE49-F238E27FC236}">
                <a16:creationId xmlns:a16="http://schemas.microsoft.com/office/drawing/2014/main" id="{C409E775-FE9E-4D9B-8FFF-0BD7BC4B175C}"/>
              </a:ext>
            </a:extLst>
          </p:cNvPr>
          <p:cNvCxnSpPr/>
          <p:nvPr/>
        </p:nvCxnSpPr>
        <p:spPr>
          <a:xfrm xmlns:a="http://schemas.openxmlformats.org/drawingml/2006/main">
            <a:off x="10608553" y="3628173"/>
            <a:ext cx="247396" cy="622358"/>
          </a:xfrm>
          <a:prstGeom xmlns:a="http://schemas.openxmlformats.org/drawingml/2006/main" prst="straightConnector1">
            <a:avLst/>
          </a:prstGeom>
          <a:ln xmlns:a="http://schemas.openxmlformats.org/drawingml/2006/main" w="9525">
            <a:solidFill>
              <a:srgbClr val="142E42"/>
            </a:solidFill>
            <a:round/>
            <a:headEnd type="none" w="med" len="med"/>
            <a:tailEnd type="none" w="med" len="med"/>
          </a:ln>
        </p:spPr>
      </p:cxnSp>
      <p:sp>
        <p:nvSpPr>
          <p:cNvPr id="19" name="source-diagram-dg15-69">
            <a:extLst xmlns:a="http://schemas.openxmlformats.org/drawingml/2006/main">
              <a:ext uri="{FF2B5EF4-FFF2-40B4-BE49-F238E27FC236}">
                <a16:creationId xmlns:a16="http://schemas.microsoft.com/office/drawing/2014/main" id="{C6C21D5A-08B7-41EC-AE4A-FC62CEA88E2A}"/>
              </a:ext>
            </a:extLst>
          </p:cNvPr>
          <p:cNvSpPr>
            <a:spLocks xmlns:a="http://schemas.openxmlformats.org/drawingml/2006/main" noGrp="1"/>
          </p:cNvSpPr>
          <p:nvPr/>
        </p:nvSpPr>
        <p:spPr>
          <a:xfrm xmlns:a="http://schemas.openxmlformats.org/drawingml/2006/main">
            <a:off x="9899196" y="4242559"/>
            <a:ext cx="382701" cy="382701"/>
          </a:xfrm>
          <a:prstGeom xmlns:a="http://schemas.openxmlformats.org/drawingml/2006/main" prst="ellipse">
            <a:avLst/>
          </a:prstGeom>
          <a:solidFill xmlns:a="http://schemas.openxmlformats.org/drawingml/2006/main">
            <a:srgbClr val="E5EEF2"/>
          </a:solidFill>
          <a:ln xmlns:a="http://schemas.openxmlformats.org/drawingml/2006/main" w="38100">
            <a:solidFill>
              <a:srgbClr val="142E42"/>
            </a:solidFill>
            <a:round/>
          </a:l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145" b="0">
                <a:solidFill>
                  <a:srgbClr val="142E42"/>
                </a:solidFill>
                <a:latin typeface="Arial"/>
                <a:ea typeface="Arial"/>
                <a:cs typeface="Arial"/>
              </a:rPr>
              <a:t>17</a:t>
            </a:r>
          </a:p>
        </p:txBody>
      </p:sp>
      <p:cxnSp>
        <p:nvCxnSpPr>
          <p:cNvPr id="20" name="source-diagram-dg15-70">
            <a:extLst xmlns:a="http://schemas.openxmlformats.org/drawingml/2006/main">
              <a:ext uri="{FF2B5EF4-FFF2-40B4-BE49-F238E27FC236}">
                <a16:creationId xmlns:a16="http://schemas.microsoft.com/office/drawing/2014/main" id="{BBE6FA5A-5749-44D9-A44A-7F989410F5B2}"/>
              </a:ext>
            </a:extLst>
          </p:cNvPr>
          <p:cNvCxnSpPr/>
          <p:nvPr/>
        </p:nvCxnSpPr>
        <p:spPr>
          <a:xfrm xmlns:a="http://schemas.openxmlformats.org/drawingml/2006/main" flipH="1">
            <a:off x="10090547" y="3628173"/>
            <a:ext cx="247396" cy="614386"/>
          </a:xfrm>
          <a:prstGeom xmlns:a="http://schemas.openxmlformats.org/drawingml/2006/main" prst="straightConnector1">
            <a:avLst/>
          </a:prstGeom>
          <a:ln xmlns:a="http://schemas.openxmlformats.org/drawingml/2006/main" w="9525">
            <a:solidFill>
              <a:srgbClr val="142E42"/>
            </a:solidFill>
            <a:round/>
            <a:headEnd type="none" w="med" len="med"/>
            <a:tailEnd type="none" w="med" len="med"/>
          </a:ln>
        </p:spPr>
      </p:cxnSp>
      <p:sp>
        <p:nvSpPr>
          <p:cNvPr id="21" name="source-diagram-dg15-71">
            <a:extLst xmlns:a="http://schemas.openxmlformats.org/drawingml/2006/main">
              <a:ext uri="{FF2B5EF4-FFF2-40B4-BE49-F238E27FC236}">
                <a16:creationId xmlns:a16="http://schemas.microsoft.com/office/drawing/2014/main" id="{C26C50D7-3A93-450E-B004-4915F02BFA34}"/>
              </a:ext>
            </a:extLst>
          </p:cNvPr>
          <p:cNvSpPr>
            <a:spLocks xmlns:a="http://schemas.openxmlformats.org/drawingml/2006/main" noGrp="1"/>
          </p:cNvSpPr>
          <p:nvPr/>
        </p:nvSpPr>
        <p:spPr>
          <a:xfrm xmlns:a="http://schemas.openxmlformats.org/drawingml/2006/main">
            <a:off x="8751094" y="4261694"/>
            <a:ext cx="382701" cy="382701"/>
          </a:xfrm>
          <a:prstGeom xmlns:a="http://schemas.openxmlformats.org/drawingml/2006/main" prst="ellipse">
            <a:avLst/>
          </a:prstGeom>
          <a:solidFill xmlns:a="http://schemas.openxmlformats.org/drawingml/2006/main">
            <a:srgbClr val="E5EEF2"/>
          </a:solidFill>
          <a:ln xmlns:a="http://schemas.openxmlformats.org/drawingml/2006/main" w="38100">
            <a:solidFill>
              <a:srgbClr val="142E42"/>
            </a:solidFill>
            <a:round/>
          </a:l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145" b="0">
                <a:solidFill>
                  <a:srgbClr val="142E42"/>
                </a:solidFill>
                <a:latin typeface="Arial"/>
                <a:ea typeface="Arial"/>
                <a:cs typeface="Arial"/>
              </a:rPr>
              <a:t>10</a:t>
            </a:r>
          </a:p>
        </p:txBody>
      </p:sp>
      <p:cxnSp>
        <p:nvCxnSpPr>
          <p:cNvPr id="22" name="source-diagram-dg15-72">
            <a:extLst xmlns:a="http://schemas.openxmlformats.org/drawingml/2006/main">
              <a:ext uri="{FF2B5EF4-FFF2-40B4-BE49-F238E27FC236}">
                <a16:creationId xmlns:a16="http://schemas.microsoft.com/office/drawing/2014/main" id="{BCFBA006-E5DD-4353-92F1-DCCFA43587C3}"/>
              </a:ext>
            </a:extLst>
          </p:cNvPr>
          <p:cNvCxnSpPr/>
          <p:nvPr/>
        </p:nvCxnSpPr>
        <p:spPr>
          <a:xfrm xmlns:a="http://schemas.openxmlformats.org/drawingml/2006/main">
            <a:off x="8706210" y="3628173"/>
            <a:ext cx="236234" cy="633521"/>
          </a:xfrm>
          <a:prstGeom xmlns:a="http://schemas.openxmlformats.org/drawingml/2006/main" prst="straightConnector1">
            <a:avLst/>
          </a:prstGeom>
          <a:ln xmlns:a="http://schemas.openxmlformats.org/drawingml/2006/main" w="9525">
            <a:solidFill>
              <a:srgbClr val="142E42"/>
            </a:solidFill>
            <a:round/>
            <a:headEnd type="none" w="med" len="med"/>
            <a:tailEnd type="none" w="med" len="med"/>
          </a:ln>
        </p:spPr>
      </p:cxnSp>
      <p:sp>
        <p:nvSpPr>
          <p:cNvPr id="23" name="source-diagram-dg15-73">
            <a:extLst xmlns:a="http://schemas.openxmlformats.org/drawingml/2006/main">
              <a:ext uri="{FF2B5EF4-FFF2-40B4-BE49-F238E27FC236}">
                <a16:creationId xmlns:a16="http://schemas.microsoft.com/office/drawing/2014/main" id="{940B71E9-C81B-47C6-A6E6-582E99D2B5E7}"/>
              </a:ext>
            </a:extLst>
          </p:cNvPr>
          <p:cNvSpPr>
            <a:spLocks xmlns:a="http://schemas.openxmlformats.org/drawingml/2006/main" noGrp="1"/>
          </p:cNvSpPr>
          <p:nvPr/>
        </p:nvSpPr>
        <p:spPr>
          <a:xfrm xmlns:a="http://schemas.openxmlformats.org/drawingml/2006/main">
            <a:off x="9133795" y="3301517"/>
            <a:ext cx="382701" cy="382701"/>
          </a:xfrm>
          <a:prstGeom xmlns:a="http://schemas.openxmlformats.org/drawingml/2006/main" prst="ellipse">
            <a:avLst/>
          </a:prstGeom>
          <a:solidFill xmlns:a="http://schemas.openxmlformats.org/drawingml/2006/main">
            <a:srgbClr val="007C83"/>
          </a:solidFill>
          <a:ln xmlns:a="http://schemas.openxmlformats.org/drawingml/2006/main" w="38100">
            <a:solidFill>
              <a:srgbClr val="142E42"/>
            </a:solidFill>
            <a:round/>
          </a:l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145" b="0">
                <a:solidFill>
                  <a:srgbClr val="FFFFFF"/>
                </a:solidFill>
                <a:latin typeface="Arial"/>
                <a:ea typeface="Arial"/>
                <a:cs typeface="Arial"/>
              </a:rPr>
              <a:t>13</a:t>
            </a:r>
          </a:p>
        </p:txBody>
      </p:sp>
      <p:cxnSp>
        <p:nvCxnSpPr>
          <p:cNvPr id="24" name="source-diagram-dg15-74">
            <a:extLst xmlns:a="http://schemas.openxmlformats.org/drawingml/2006/main">
              <a:ext uri="{FF2B5EF4-FFF2-40B4-BE49-F238E27FC236}">
                <a16:creationId xmlns:a16="http://schemas.microsoft.com/office/drawing/2014/main" id="{5D08A249-42C2-4234-B4A4-7947F218134B}"/>
              </a:ext>
            </a:extLst>
          </p:cNvPr>
          <p:cNvCxnSpPr/>
          <p:nvPr/>
        </p:nvCxnSpPr>
        <p:spPr>
          <a:xfrm xmlns:a="http://schemas.openxmlformats.org/drawingml/2006/main" flipH="1">
            <a:off x="9325145" y="2791250"/>
            <a:ext cx="400476" cy="510268"/>
          </a:xfrm>
          <a:prstGeom xmlns:a="http://schemas.openxmlformats.org/drawingml/2006/main" prst="straightConnector1">
            <a:avLst/>
          </a:prstGeom>
          <a:ln xmlns:a="http://schemas.openxmlformats.org/drawingml/2006/main" w="9525">
            <a:solidFill>
              <a:srgbClr val="142E42"/>
            </a:solidFill>
            <a:round/>
            <a:headEnd type="none" w="med" len="med"/>
            <a:tailEnd type="none" w="med" len="med"/>
          </a:ln>
        </p:spPr>
      </p:cxnSp>
      <p:sp>
        <p:nvSpPr>
          <p:cNvPr id="25" name="source-diagram-dg15-75">
            <a:extLst xmlns:a="http://schemas.openxmlformats.org/drawingml/2006/main">
              <a:ext uri="{FF2B5EF4-FFF2-40B4-BE49-F238E27FC236}">
                <a16:creationId xmlns:a16="http://schemas.microsoft.com/office/drawing/2014/main" id="{82F61915-F4DD-4581-8FF2-68251AA017F6}"/>
              </a:ext>
            </a:extLst>
          </p:cNvPr>
          <p:cNvSpPr>
            <a:spLocks xmlns:a="http://schemas.openxmlformats.org/drawingml/2006/main" noGrp="1"/>
          </p:cNvSpPr>
          <p:nvPr/>
        </p:nvSpPr>
        <p:spPr>
          <a:xfrm xmlns:a="http://schemas.openxmlformats.org/drawingml/2006/main">
            <a:off x="8368393" y="5046231"/>
            <a:ext cx="382701" cy="382701"/>
          </a:xfrm>
          <a:prstGeom xmlns:a="http://schemas.openxmlformats.org/drawingml/2006/main" prst="ellipse">
            <a:avLst/>
          </a:prstGeom>
          <a:solidFill xmlns:a="http://schemas.openxmlformats.org/drawingml/2006/main">
            <a:srgbClr val="007C83"/>
          </a:solidFill>
          <a:ln xmlns:a="http://schemas.openxmlformats.org/drawingml/2006/main" w="38100">
            <a:solidFill>
              <a:srgbClr val="142E42"/>
            </a:solidFill>
            <a:round/>
          </a:l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145" b="0">
                <a:solidFill>
                  <a:srgbClr val="FFFFFF"/>
                </a:solidFill>
                <a:latin typeface="Arial"/>
                <a:ea typeface="Arial"/>
                <a:cs typeface="Arial"/>
              </a:rPr>
              <a:t>8</a:t>
            </a:r>
          </a:p>
        </p:txBody>
      </p:sp>
      <p:cxnSp>
        <p:nvCxnSpPr>
          <p:cNvPr id="26" name="source-diagram-dg15-76">
            <a:extLst xmlns:a="http://schemas.openxmlformats.org/drawingml/2006/main">
              <a:ext uri="{FF2B5EF4-FFF2-40B4-BE49-F238E27FC236}">
                <a16:creationId xmlns:a16="http://schemas.microsoft.com/office/drawing/2014/main" id="{6B938FE7-7D13-4E16-A6BC-9D4A400065DB}"/>
              </a:ext>
            </a:extLst>
          </p:cNvPr>
          <p:cNvCxnSpPr/>
          <p:nvPr/>
        </p:nvCxnSpPr>
        <p:spPr>
          <a:xfrm xmlns:a="http://schemas.openxmlformats.org/drawingml/2006/main">
            <a:off x="8334671" y="4577187"/>
            <a:ext cx="225072" cy="469044"/>
          </a:xfrm>
          <a:prstGeom xmlns:a="http://schemas.openxmlformats.org/drawingml/2006/main" prst="straightConnector1">
            <a:avLst/>
          </a:prstGeom>
          <a:ln xmlns:a="http://schemas.openxmlformats.org/drawingml/2006/main" w="9525">
            <a:solidFill>
              <a:srgbClr val="142E42"/>
            </a:solidFill>
            <a:round/>
            <a:headEnd type="none" w="med" len="med"/>
            <a:tailEnd type="none" w="med" len="med"/>
          </a:ln>
        </p:spPr>
      </p:cxnSp>
      <p:sp>
        <p:nvSpPr>
          <p:cNvPr id="27" name="source-diagram-dg15-77">
            <a:extLst xmlns:a="http://schemas.openxmlformats.org/drawingml/2006/main">
              <a:ext uri="{FF2B5EF4-FFF2-40B4-BE49-F238E27FC236}">
                <a16:creationId xmlns:a16="http://schemas.microsoft.com/office/drawing/2014/main" id="{7D56FB65-86C3-46ED-AD3C-7944A0463639}"/>
              </a:ext>
            </a:extLst>
          </p:cNvPr>
          <p:cNvSpPr>
            <a:spLocks xmlns:a="http://schemas.openxmlformats.org/drawingml/2006/main" noGrp="1"/>
          </p:cNvSpPr>
          <p:nvPr/>
        </p:nvSpPr>
        <p:spPr>
          <a:xfrm xmlns:a="http://schemas.openxmlformats.org/drawingml/2006/main">
            <a:off x="11047299" y="5046231"/>
            <a:ext cx="382701" cy="382701"/>
          </a:xfrm>
          <a:prstGeom xmlns:a="http://schemas.openxmlformats.org/drawingml/2006/main" prst="ellipse">
            <a:avLst/>
          </a:prstGeom>
          <a:solidFill xmlns:a="http://schemas.openxmlformats.org/drawingml/2006/main">
            <a:srgbClr val="007C83"/>
          </a:solidFill>
          <a:ln xmlns:a="http://schemas.openxmlformats.org/drawingml/2006/main" w="38100">
            <a:solidFill>
              <a:srgbClr val="142E42"/>
            </a:solidFill>
            <a:round/>
          </a:l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145" b="0">
                <a:solidFill>
                  <a:srgbClr val="FFFFFF"/>
                </a:solidFill>
                <a:latin typeface="Arial"/>
                <a:ea typeface="Arial"/>
                <a:cs typeface="Arial"/>
              </a:rPr>
              <a:t>31</a:t>
            </a:r>
          </a:p>
        </p:txBody>
      </p:sp>
      <p:cxnSp>
        <p:nvCxnSpPr>
          <p:cNvPr id="28" name="source-diagram-dg15-78">
            <a:extLst xmlns:a="http://schemas.openxmlformats.org/drawingml/2006/main">
              <a:ext uri="{FF2B5EF4-FFF2-40B4-BE49-F238E27FC236}">
                <a16:creationId xmlns:a16="http://schemas.microsoft.com/office/drawing/2014/main" id="{CADF3B80-2888-4D1C-9D0E-68F56A9BA38D}"/>
              </a:ext>
            </a:extLst>
          </p:cNvPr>
          <p:cNvCxnSpPr/>
          <p:nvPr/>
        </p:nvCxnSpPr>
        <p:spPr>
          <a:xfrm xmlns:a="http://schemas.openxmlformats.org/drawingml/2006/main">
            <a:off x="10991254" y="4577187"/>
            <a:ext cx="247396" cy="469044"/>
          </a:xfrm>
          <a:prstGeom xmlns:a="http://schemas.openxmlformats.org/drawingml/2006/main" prst="straightConnector1">
            <a:avLst/>
          </a:prstGeom>
          <a:ln xmlns:a="http://schemas.openxmlformats.org/drawingml/2006/main" w="9525">
            <a:solidFill>
              <a:srgbClr val="142E42"/>
            </a:solidFill>
            <a:round/>
            <a:headEnd type="none" w="med" len="med"/>
            <a:tailEnd type="none" w="med" len="med"/>
          </a:ln>
        </p:spPr>
      </p:cxnSp>
      <p:sp>
        <p:nvSpPr>
          <p:cNvPr id="30" name="local-java-InsertionDemo">
            <a:extLst xmlns:a="http://schemas.openxmlformats.org/drawingml/2006/main">
              <a:ext uri="{FF2B5EF4-FFF2-40B4-BE49-F238E27FC236}">
                <a16:creationId xmlns:a16="http://schemas.microsoft.com/office/drawing/2014/main" id="{EC76CAEF-A598-4419-8278-DC89DB39FBF0}"/>
              </a:ext>
            </a:extLst>
          </p:cNvPr>
          <p:cNvSpPr>
            <a:spLocks xmlns:a="http://schemas.openxmlformats.org/drawingml/2006/main" noGrp="1"/>
          </p:cNvSpPr>
          <p:nvPr/>
        </p:nvSpPr>
        <p:spPr>
          <a:xfrm xmlns:a="http://schemas.openxmlformats.org/drawingml/2006/main">
            <a:off x="609600" y="6134100"/>
            <a:ext cx="357187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350" b="0">
                <a:solidFill>
                  <a:srgbClr val="007D89"/>
                </a:solidFill>
                <a:latin typeface="Arial"/>
                <a:ea typeface="Arial"/>
                <a:cs typeface="Arial"/>
              </a:defRPr>
            </a:defPPr>
            <a:lvl1pPr>
              <a:defRPr sz="1350" b="0">
                <a:solidFill>
                  <a:srgbClr val="007D89"/>
                </a:solidFill>
                <a:latin typeface="Arial"/>
                <a:ea typeface="Arial"/>
                <a:cs typeface="Arial"/>
              </a:defRPr>
            </a:lvl1pPr>
            <a:lvl2pPr>
              <a:defRPr sz="1350" b="0">
                <a:solidFill>
                  <a:srgbClr val="007D89"/>
                </a:solidFill>
                <a:latin typeface="Arial"/>
                <a:ea typeface="Arial"/>
                <a:cs typeface="Arial"/>
              </a:defRPr>
            </a:lvl2pPr>
            <a:lvl3pPr>
              <a:defRPr sz="1350" b="0">
                <a:solidFill>
                  <a:srgbClr val="007D89"/>
                </a:solidFill>
                <a:latin typeface="Arial"/>
                <a:ea typeface="Arial"/>
                <a:cs typeface="Arial"/>
              </a:defRPr>
            </a:lvl3pPr>
            <a:lvl4pPr>
              <a:defRPr sz="1350" b="0">
                <a:solidFill>
                  <a:srgbClr val="007D89"/>
                </a:solidFill>
                <a:latin typeface="Arial"/>
                <a:ea typeface="Arial"/>
                <a:cs typeface="Arial"/>
              </a:defRPr>
            </a:lvl4pPr>
            <a:lvl5pPr>
              <a:defRPr sz="1350" b="0">
                <a:solidFill>
                  <a:srgbClr val="007D89"/>
                </a:solidFill>
                <a:latin typeface="Arial"/>
                <a:ea typeface="Arial"/>
                <a:cs typeface="Arial"/>
              </a:defRPr>
            </a:lvl5pPr>
            <a:lvl6pPr>
              <a:defRPr sz="1350" b="0">
                <a:solidFill>
                  <a:srgbClr val="007D89"/>
                </a:solidFill>
                <a:latin typeface="Arial"/>
                <a:ea typeface="Arial"/>
                <a:cs typeface="Arial"/>
              </a:defRPr>
            </a:lvl6pPr>
            <a:lvl7pPr>
              <a:defRPr sz="1350" b="0">
                <a:solidFill>
                  <a:srgbClr val="007D89"/>
                </a:solidFill>
                <a:latin typeface="Arial"/>
                <a:ea typeface="Arial"/>
                <a:cs typeface="Arial"/>
              </a:defRPr>
            </a:lvl7pPr>
            <a:lvl8pPr>
              <a:defRPr sz="1350" b="0">
                <a:solidFill>
                  <a:srgbClr val="007D89"/>
                </a:solidFill>
                <a:latin typeface="Arial"/>
                <a:ea typeface="Arial"/>
                <a:cs typeface="Arial"/>
              </a:defRPr>
            </a:lvl8pPr>
            <a:lvl9pPr>
              <a:defRPr sz="1350" b="0">
                <a:solidFill>
                  <a:srgbClr val="007D89"/>
                </a:solidFill>
                <a:latin typeface="Arial"/>
                <a:ea typeface="Arial"/>
                <a:cs typeface="Arial"/>
              </a:defRPr>
            </a:lvl9pPr>
          </a:lstStyle>
          <a:p xmlns:a="http://schemas.openxmlformats.org/drawingml/2006/main">
            <a:pPr>
              <a:defRPr sz="1350" b="0">
                <a:solidFill>
                  <a:srgbClr val="007D89"/>
                </a:solidFill>
                <a:latin typeface="Arial"/>
                <a:ea typeface="Arial"/>
                <a:cs typeface="Arial"/>
              </a:defRPr>
            </a:pPr>
            <a:r>
              <a:rPr sz="1350" u="sng">
                <a:solidFill>
                  <a:srgbClr val="007D89"/>
                </a:solidFill>
                <a:latin typeface="Arial"/>
                <a:ea typeface="Arial"/>
                <a:cs typeface="Arial"/>
                <a:hlinkClick xmlns:r="http://schemas.openxmlformats.org/officeDocument/2006/relationships" r:id="Re3caf4c62d284a19"/>
              </a:rPr>
              <a:t>Java: InsertionDemo.java</a:t>
            </a:r>
          </a:p>
        </p:txBody>
      </p:sp>
    </p:spTree>
    <p:extLst>
      <p:ext uri="{BB962C8B-B14F-4D97-AF65-F5344CB8AC3E}">
        <p14:creationId xmlns:p14="http://schemas.microsoft.com/office/powerpoint/2010/main" val="692640143"/>
      </p:ext>
    </p:extLst>
  </p:cSld>
</p:sld>
</file>

<file path=ppt/slides/slide17.xml><?xml version="1.0" encoding="utf-8"?>
<p:sld xmlns:p="http://schemas.openxmlformats.org/presentationml/2006/main">
  <p:cSld>
    <p:bg>
      <p:bgPr>
        <a:solidFill xmlns:a="http://schemas.openxmlformats.org/drawingml/2006/main">
          <a:srgbClr val="FAFCFD"/>
        </a:solidFill>
      </p:bgPr>
    </p:bg>
    <p:spTree>
      <p:nvGrpSpPr>
        <p:cNvPr id="1" name=""/>
        <p:cNvGrpSpPr/>
        <p:nvPr/>
      </p:nvGrpSpPr>
      <p:grpSpPr>
        <a:xfrm xmlns:a="http://schemas.openxmlformats.org/drawingml/2006/main"/>
      </p:grpSpPr>
      <p:sp>
        <p:nvSpPr>
          <p:cNvPr id="25" name="text-0">
            <a:extLst xmlns:a="http://schemas.openxmlformats.org/drawingml/2006/main">
              <a:ext uri="{FF2B5EF4-FFF2-40B4-BE49-F238E27FC236}">
                <a16:creationId xmlns:a16="http://schemas.microsoft.com/office/drawing/2014/main" id="{B1279EC4-10EB-4B91-BF1B-40446729EE56}"/>
              </a:ext>
            </a:extLst>
          </p:cNvPr>
          <p:cNvSpPr>
            <a:spLocks xmlns:a="http://schemas.openxmlformats.org/drawingml/2006/main" noGrp="1"/>
          </p:cNvSpPr>
          <p:nvPr/>
        </p:nvSpPr>
        <p:spPr>
          <a:xfrm xmlns:a="http://schemas.openxmlformats.org/drawingml/2006/main">
            <a:off x="609600" y="419100"/>
            <a:ext cx="10953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lgn="l">
              <a:defRPr sz="3150" b="1">
                <a:solidFill>
                  <a:srgbClr val="142E42"/>
                </a:solidFill>
                <a:latin typeface="Arial"/>
                <a:ea typeface="Arial"/>
                <a:cs typeface="Arial"/>
              </a:defRPr>
            </a:defPPr>
            <a:lvl1pPr algn="l">
              <a:buNone/>
              <a:defRPr sz="3150" b="1">
                <a:solidFill>
                  <a:srgbClr val="142E42"/>
                </a:solidFill>
                <a:latin typeface="Arial"/>
                <a:ea typeface="Arial"/>
                <a:cs typeface="Arial"/>
              </a:defRPr>
            </a:lvl1pPr>
            <a:lvl2pPr algn="l">
              <a:buNone/>
              <a:defRPr sz="3150" b="1">
                <a:solidFill>
                  <a:srgbClr val="142E42"/>
                </a:solidFill>
                <a:latin typeface="Arial"/>
                <a:ea typeface="Arial"/>
                <a:cs typeface="Arial"/>
              </a:defRPr>
            </a:lvl2pPr>
            <a:lvl3pPr algn="l">
              <a:buNone/>
              <a:defRPr sz="3150" b="1">
                <a:solidFill>
                  <a:srgbClr val="142E42"/>
                </a:solidFill>
                <a:latin typeface="Arial"/>
                <a:ea typeface="Arial"/>
                <a:cs typeface="Arial"/>
              </a:defRPr>
            </a:lvl3pPr>
            <a:lvl4pPr algn="l">
              <a:buNone/>
              <a:defRPr sz="3150" b="1">
                <a:solidFill>
                  <a:srgbClr val="142E42"/>
                </a:solidFill>
                <a:latin typeface="Arial"/>
                <a:ea typeface="Arial"/>
                <a:cs typeface="Arial"/>
              </a:defRPr>
            </a:lvl4pPr>
            <a:lvl5pPr algn="l">
              <a:buNone/>
              <a:defRPr sz="3150" b="1">
                <a:solidFill>
                  <a:srgbClr val="142E42"/>
                </a:solidFill>
                <a:latin typeface="Arial"/>
                <a:ea typeface="Arial"/>
                <a:cs typeface="Arial"/>
              </a:defRPr>
            </a:lvl5pPr>
            <a:lvl6pPr algn="l">
              <a:buNone/>
              <a:defRPr sz="3150" b="1">
                <a:solidFill>
                  <a:srgbClr val="142E42"/>
                </a:solidFill>
                <a:latin typeface="Arial"/>
                <a:ea typeface="Arial"/>
                <a:cs typeface="Arial"/>
              </a:defRPr>
            </a:lvl6pPr>
            <a:lvl7pPr algn="l">
              <a:buNone/>
              <a:defRPr sz="3150" b="1">
                <a:solidFill>
                  <a:srgbClr val="142E42"/>
                </a:solidFill>
                <a:latin typeface="Arial"/>
                <a:ea typeface="Arial"/>
                <a:cs typeface="Arial"/>
              </a:defRPr>
            </a:lvl7pPr>
            <a:lvl8pPr algn="l">
              <a:buNone/>
              <a:defRPr sz="3150" b="1">
                <a:solidFill>
                  <a:srgbClr val="142E42"/>
                </a:solidFill>
                <a:latin typeface="Arial"/>
                <a:ea typeface="Arial"/>
                <a:cs typeface="Arial"/>
              </a:defRPr>
            </a:lvl8pPr>
            <a:lvl9pPr algn="l">
              <a:buNone/>
              <a:defRPr sz="3150" b="1">
                <a:solidFill>
                  <a:srgbClr val="142E42"/>
                </a:solidFill>
                <a:latin typeface="Arial"/>
                <a:ea typeface="Arial"/>
                <a:cs typeface="Arial"/>
              </a:defRPr>
            </a:lvl9pPr>
          </a:lstStyle>
          <a:p xmlns:a="http://schemas.openxmlformats.org/drawingml/2006/main">
            <a:pPr algn="l">
              <a:buNone/>
              <a:defRPr sz="3150" b="1">
                <a:solidFill>
                  <a:srgbClr val="142E42"/>
                </a:solidFill>
                <a:latin typeface="Arial"/>
                <a:ea typeface="Arial"/>
                <a:cs typeface="Arial"/>
              </a:defRPr>
            </a:pPr>
            <a:r>
              <a:rPr sz="3150" b="1">
                <a:solidFill>
                  <a:srgbClr val="142E42"/>
                </a:solidFill>
                <a:latin typeface="Arial"/>
                <a:ea typeface="Arial"/>
                <a:cs typeface="Arial"/>
              </a:rPr>
              <a:t>Worked insertion: key 13</a:t>
            </a:r>
          </a:p>
        </p:txBody>
      </p:sp>
      <p:sp>
        <p:nvSpPr>
          <p:cNvPr id="2" name="text-1">
            <a:extLst xmlns:a="http://schemas.openxmlformats.org/drawingml/2006/main">
              <a:ext uri="{FF2B5EF4-FFF2-40B4-BE49-F238E27FC236}">
                <a16:creationId xmlns:a16="http://schemas.microsoft.com/office/drawing/2014/main" id="{56E52F23-4EC9-4804-8C91-460C6FAA71AF}"/>
              </a:ext>
            </a:extLst>
          </p:cNvPr>
          <p:cNvSpPr>
            <a:spLocks xmlns:a="http://schemas.openxmlformats.org/drawingml/2006/main" noGrp="1"/>
          </p:cNvSpPr>
          <p:nvPr/>
        </p:nvSpPr>
        <p:spPr>
          <a:xfrm xmlns:a="http://schemas.openxmlformats.org/drawingml/2006/main">
            <a:off x="11163300" y="6381750"/>
            <a:ext cx="476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lgn="l">
              <a:defRPr sz="1275" b="0">
                <a:solidFill>
                  <a:srgbClr val="4B6070"/>
                </a:solidFill>
                <a:latin typeface="Arial"/>
                <a:ea typeface="Arial"/>
                <a:cs typeface="Arial"/>
              </a:defRPr>
            </a:defPPr>
            <a:lvl1pPr algn="l">
              <a:buNone/>
              <a:defRPr sz="1275" b="0">
                <a:solidFill>
                  <a:srgbClr val="4B6070"/>
                </a:solidFill>
                <a:latin typeface="Arial"/>
                <a:ea typeface="Arial"/>
                <a:cs typeface="Arial"/>
              </a:defRPr>
            </a:lvl1pPr>
            <a:lvl2pPr algn="l">
              <a:buNone/>
              <a:defRPr sz="1275" b="0">
                <a:solidFill>
                  <a:srgbClr val="4B6070"/>
                </a:solidFill>
                <a:latin typeface="Arial"/>
                <a:ea typeface="Arial"/>
                <a:cs typeface="Arial"/>
              </a:defRPr>
            </a:lvl2pPr>
            <a:lvl3pPr algn="l">
              <a:buNone/>
              <a:defRPr sz="1275" b="0">
                <a:solidFill>
                  <a:srgbClr val="4B6070"/>
                </a:solidFill>
                <a:latin typeface="Arial"/>
                <a:ea typeface="Arial"/>
                <a:cs typeface="Arial"/>
              </a:defRPr>
            </a:lvl3pPr>
            <a:lvl4pPr algn="l">
              <a:buNone/>
              <a:defRPr sz="1275" b="0">
                <a:solidFill>
                  <a:srgbClr val="4B6070"/>
                </a:solidFill>
                <a:latin typeface="Arial"/>
                <a:ea typeface="Arial"/>
                <a:cs typeface="Arial"/>
              </a:defRPr>
            </a:lvl4pPr>
            <a:lvl5pPr algn="l">
              <a:buNone/>
              <a:defRPr sz="1275" b="0">
                <a:solidFill>
                  <a:srgbClr val="4B6070"/>
                </a:solidFill>
                <a:latin typeface="Arial"/>
                <a:ea typeface="Arial"/>
                <a:cs typeface="Arial"/>
              </a:defRPr>
            </a:lvl5pPr>
            <a:lvl6pPr algn="l">
              <a:buNone/>
              <a:defRPr sz="1275" b="0">
                <a:solidFill>
                  <a:srgbClr val="4B6070"/>
                </a:solidFill>
                <a:latin typeface="Arial"/>
                <a:ea typeface="Arial"/>
                <a:cs typeface="Arial"/>
              </a:defRPr>
            </a:lvl6pPr>
            <a:lvl7pPr algn="l">
              <a:buNone/>
              <a:defRPr sz="1275" b="0">
                <a:solidFill>
                  <a:srgbClr val="4B6070"/>
                </a:solidFill>
                <a:latin typeface="Arial"/>
                <a:ea typeface="Arial"/>
                <a:cs typeface="Arial"/>
              </a:defRPr>
            </a:lvl7pPr>
            <a:lvl8pPr algn="l">
              <a:buNone/>
              <a:defRPr sz="1275" b="0">
                <a:solidFill>
                  <a:srgbClr val="4B6070"/>
                </a:solidFill>
                <a:latin typeface="Arial"/>
                <a:ea typeface="Arial"/>
                <a:cs typeface="Arial"/>
              </a:defRPr>
            </a:lvl8pPr>
            <a:lvl9pPr algn="l">
              <a:buNone/>
              <a:defRPr sz="1275" b="0">
                <a:solidFill>
                  <a:srgbClr val="4B6070"/>
                </a:solidFill>
                <a:latin typeface="Arial"/>
                <a:ea typeface="Arial"/>
                <a:cs typeface="Arial"/>
              </a:defRPr>
            </a:lvl9pPr>
          </a:lstStyle>
          <a:p xmlns:a="http://schemas.openxmlformats.org/drawingml/2006/main">
            <a:pPr algn="l">
              <a:buNone/>
              <a:defRPr sz="1275" b="0">
                <a:solidFill>
                  <a:srgbClr val="4B6070"/>
                </a:solidFill>
                <a:latin typeface="Arial"/>
                <a:ea typeface="Arial"/>
                <a:cs typeface="Arial"/>
              </a:defRPr>
            </a:pPr>
            <a:r>
              <a:rPr sz="1275" b="0">
                <a:solidFill>
                  <a:srgbClr val="4B6070"/>
                </a:solidFill>
                <a:latin typeface="Arial"/>
                <a:ea typeface="Arial"/>
                <a:cs typeface="Arial"/>
              </a:rPr>
              <a:t>17</a:t>
            </a:r>
          </a:p>
        </p:txBody>
      </p:sp>
      <p:sp>
        <p:nvSpPr>
          <p:cNvPr id="3" name="text-2">
            <a:extLst xmlns:a="http://schemas.openxmlformats.org/drawingml/2006/main">
              <a:ext uri="{FF2B5EF4-FFF2-40B4-BE49-F238E27FC236}">
                <a16:creationId xmlns:a16="http://schemas.microsoft.com/office/drawing/2014/main" id="{E479E728-0592-4F9F-81B8-144D9C22D834}"/>
              </a:ext>
            </a:extLst>
          </p:cNvPr>
          <p:cNvSpPr>
            <a:spLocks xmlns:a="http://schemas.openxmlformats.org/drawingml/2006/main" noGrp="1"/>
          </p:cNvSpPr>
          <p:nvPr/>
        </p:nvSpPr>
        <p:spPr>
          <a:xfrm xmlns:a="http://schemas.openxmlformats.org/drawingml/2006/main">
            <a:off x="609600" y="1619250"/>
            <a:ext cx="5619750" cy="3905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lgn="l">
              <a:defRPr sz="2175" b="0">
                <a:solidFill>
                  <a:srgbClr val="142E42"/>
                </a:solidFill>
                <a:latin typeface="Arial"/>
                <a:ea typeface="Arial"/>
                <a:cs typeface="Arial"/>
              </a:defRPr>
            </a:defPPr>
            <a:lvl1pPr algn="l">
              <a:buNone/>
              <a:defRPr sz="2175" b="0">
                <a:solidFill>
                  <a:srgbClr val="142E42"/>
                </a:solidFill>
                <a:latin typeface="Arial"/>
                <a:ea typeface="Arial"/>
                <a:cs typeface="Arial"/>
              </a:defRPr>
            </a:lvl1pPr>
            <a:lvl2pPr algn="l">
              <a:buNone/>
              <a:defRPr sz="2175" b="0">
                <a:solidFill>
                  <a:srgbClr val="142E42"/>
                </a:solidFill>
                <a:latin typeface="Arial"/>
                <a:ea typeface="Arial"/>
                <a:cs typeface="Arial"/>
              </a:defRPr>
            </a:lvl2pPr>
            <a:lvl3pPr algn="l">
              <a:buNone/>
              <a:defRPr sz="2175" b="0">
                <a:solidFill>
                  <a:srgbClr val="142E42"/>
                </a:solidFill>
                <a:latin typeface="Arial"/>
                <a:ea typeface="Arial"/>
                <a:cs typeface="Arial"/>
              </a:defRPr>
            </a:lvl3pPr>
            <a:lvl4pPr algn="l">
              <a:buNone/>
              <a:defRPr sz="2175" b="0">
                <a:solidFill>
                  <a:srgbClr val="142E42"/>
                </a:solidFill>
                <a:latin typeface="Arial"/>
                <a:ea typeface="Arial"/>
                <a:cs typeface="Arial"/>
              </a:defRPr>
            </a:lvl4pPr>
            <a:lvl5pPr algn="l">
              <a:buNone/>
              <a:defRPr sz="2175" b="0">
                <a:solidFill>
                  <a:srgbClr val="142E42"/>
                </a:solidFill>
                <a:latin typeface="Arial"/>
                <a:ea typeface="Arial"/>
                <a:cs typeface="Arial"/>
              </a:defRPr>
            </a:lvl5pPr>
            <a:lvl6pPr algn="l">
              <a:buNone/>
              <a:defRPr sz="2175" b="0">
                <a:solidFill>
                  <a:srgbClr val="142E42"/>
                </a:solidFill>
                <a:latin typeface="Arial"/>
                <a:ea typeface="Arial"/>
                <a:cs typeface="Arial"/>
              </a:defRPr>
            </a:lvl6pPr>
            <a:lvl7pPr algn="l">
              <a:buNone/>
              <a:defRPr sz="2175" b="0">
                <a:solidFill>
                  <a:srgbClr val="142E42"/>
                </a:solidFill>
                <a:latin typeface="Arial"/>
                <a:ea typeface="Arial"/>
                <a:cs typeface="Arial"/>
              </a:defRPr>
            </a:lvl7pPr>
            <a:lvl8pPr algn="l">
              <a:buNone/>
              <a:defRPr sz="2175" b="0">
                <a:solidFill>
                  <a:srgbClr val="142E42"/>
                </a:solidFill>
                <a:latin typeface="Arial"/>
                <a:ea typeface="Arial"/>
                <a:cs typeface="Arial"/>
              </a:defRPr>
            </a:lvl8pPr>
            <a:lvl9pPr algn="l">
              <a:buNone/>
              <a:defRPr sz="2175" b="0">
                <a:solidFill>
                  <a:srgbClr val="142E42"/>
                </a:solidFill>
                <a:latin typeface="Arial"/>
                <a:ea typeface="Arial"/>
                <a:cs typeface="Arial"/>
              </a:defRPr>
            </a:lvl9pPr>
          </a:lstStyle>
          <a:p xmlns:a="http://schemas.openxmlformats.org/drawingml/2006/main">
            <a:pPr algn="l">
              <a:buNone/>
              <a:defRPr sz="2175" b="0">
                <a:solidFill>
                  <a:srgbClr val="142E42"/>
                </a:solidFill>
                <a:latin typeface="Arial"/>
                <a:ea typeface="Arial"/>
                <a:cs typeface="Arial"/>
              </a:defRPr>
            </a:pPr>
            <a:r>
              <a:rPr sz="2175" b="0">
                <a:solidFill>
                  <a:srgbClr val="142E42"/>
                </a:solidFill>
                <a:latin typeface="Arial"/>
                <a:ea typeface="Arial"/>
                <a:cs typeface="Arial"/>
              </a:rPr>
              <a:t>Compare with 12: 13 is larger.</a:t>
            </a:r>
          </a:p>
          <a:p xmlns:a="http://schemas.openxmlformats.org/drawingml/2006/main">
            <a:endParaRPr sz="2175" b="0">
              <a:solidFill>
                <a:srgbClr val="142E42"/>
              </a:solidFill>
              <a:latin typeface="Arial"/>
              <a:ea typeface="Arial"/>
              <a:cs typeface="Arial"/>
            </a:endParaRPr>
          </a:p>
          <a:p xmlns:a="http://schemas.openxmlformats.org/drawingml/2006/main">
            <a:pPr algn="l">
              <a:buNone/>
              <a:defRPr sz="2175" b="0">
                <a:solidFill>
                  <a:srgbClr val="142E42"/>
                </a:solidFill>
                <a:latin typeface="Arial"/>
                <a:ea typeface="Arial"/>
                <a:cs typeface="Arial"/>
              </a:defRPr>
            </a:pPr>
            <a:r>
              <a:rPr sz="2175" b="0">
                <a:solidFill>
                  <a:srgbClr val="142E42"/>
                </a:solidFill>
                <a:latin typeface="Arial"/>
                <a:ea typeface="Arial"/>
                <a:cs typeface="Arial"/>
              </a:rPr>
              <a:t>Compare with 15: 13 is smaller.</a:t>
            </a:r>
          </a:p>
          <a:p xmlns:a="http://schemas.openxmlformats.org/drawingml/2006/main">
            <a:endParaRPr sz="2175" b="0">
              <a:solidFill>
                <a:srgbClr val="142E42"/>
              </a:solidFill>
              <a:latin typeface="Arial"/>
              <a:ea typeface="Arial"/>
              <a:cs typeface="Arial"/>
            </a:endParaRPr>
          </a:p>
          <a:p xmlns:a="http://schemas.openxmlformats.org/drawingml/2006/main">
            <a:pPr algn="l">
              <a:buNone/>
              <a:defRPr sz="2175" b="0">
                <a:solidFill>
                  <a:srgbClr val="142E42"/>
                </a:solidFill>
                <a:latin typeface="Arial"/>
                <a:ea typeface="Arial"/>
                <a:cs typeface="Arial"/>
              </a:defRPr>
            </a:pPr>
            <a:r>
              <a:rPr sz="2175" b="0">
                <a:solidFill>
                  <a:srgbClr val="142E42"/>
                </a:solidFill>
                <a:latin typeface="Arial"/>
                <a:ea typeface="Arial"/>
                <a:cs typeface="Arial"/>
              </a:rPr>
              <a:t>The left link of 15 is empty.</a:t>
            </a:r>
          </a:p>
          <a:p xmlns:a="http://schemas.openxmlformats.org/drawingml/2006/main">
            <a:pPr algn="l">
              <a:buNone/>
              <a:defRPr sz="2175" b="0">
                <a:solidFill>
                  <a:srgbClr val="142E42"/>
                </a:solidFill>
                <a:latin typeface="Arial"/>
                <a:ea typeface="Arial"/>
                <a:cs typeface="Arial"/>
              </a:defRPr>
            </a:pPr>
            <a:r>
              <a:rPr sz="2175" b="0">
                <a:solidFill>
                  <a:srgbClr val="142E42"/>
                </a:solidFill>
                <a:latin typeface="Arial"/>
                <a:ea typeface="Arial"/>
                <a:cs typeface="Arial"/>
              </a:rPr>
              <a:t>Attach node 13 there.</a:t>
            </a:r>
          </a:p>
          <a:p xmlns:a="http://schemas.openxmlformats.org/drawingml/2006/main">
            <a:endParaRPr sz="2175" b="0">
              <a:solidFill>
                <a:srgbClr val="142E42"/>
              </a:solidFill>
              <a:latin typeface="Arial"/>
              <a:ea typeface="Arial"/>
              <a:cs typeface="Arial"/>
            </a:endParaRPr>
          </a:p>
          <a:p xmlns:a="http://schemas.openxmlformats.org/drawingml/2006/main">
            <a:pPr algn="l">
              <a:buNone/>
              <a:defRPr sz="2175" b="0">
                <a:solidFill>
                  <a:srgbClr val="142E42"/>
                </a:solidFill>
                <a:latin typeface="Arial"/>
                <a:ea typeface="Arial"/>
                <a:cs typeface="Arial"/>
              </a:defRPr>
            </a:pPr>
            <a:r>
              <a:rPr sz="2175" b="0">
                <a:solidFill>
                  <a:srgbClr val="142E42"/>
                </a:solidFill>
                <a:latin typeface="Arial"/>
                <a:ea typeface="Arial"/>
                <a:cs typeface="Arial"/>
              </a:rPr>
              <a:t>The BST ordering rule still holds.</a:t>
            </a:r>
          </a:p>
        </p:txBody>
      </p:sp>
      <p:sp>
        <p:nvSpPr>
          <p:cNvPr id="4" name="source-diagram-dg16-30">
            <a:extLst xmlns:a="http://schemas.openxmlformats.org/drawingml/2006/main">
              <a:ext uri="{FF2B5EF4-FFF2-40B4-BE49-F238E27FC236}">
                <a16:creationId xmlns:a16="http://schemas.microsoft.com/office/drawing/2014/main" id="{A47C2BF4-03FF-4DA6-8005-0B3D6996CB47}"/>
              </a:ext>
            </a:extLst>
          </p:cNvPr>
          <p:cNvSpPr>
            <a:spLocks xmlns:a="http://schemas.openxmlformats.org/drawingml/2006/main" noGrp="1"/>
          </p:cNvSpPr>
          <p:nvPr/>
        </p:nvSpPr>
        <p:spPr>
          <a:xfrm xmlns:a="http://schemas.openxmlformats.org/drawingml/2006/main">
            <a:off x="8488027" y="3386693"/>
            <a:ext cx="401544" cy="401544"/>
          </a:xfrm>
          <a:prstGeom xmlns:a="http://schemas.openxmlformats.org/drawingml/2006/main" prst="ellipse">
            <a:avLst/>
          </a:prstGeom>
          <a:solidFill xmlns:a="http://schemas.openxmlformats.org/drawingml/2006/main">
            <a:srgbClr val="E5EEF2"/>
          </a:solidFill>
          <a:ln xmlns:a="http://schemas.openxmlformats.org/drawingml/2006/main" w="38100">
            <a:solidFill>
              <a:srgbClr val="142E42"/>
            </a:solidFill>
            <a:round/>
          </a:l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201" b="0">
                <a:solidFill>
                  <a:srgbClr val="142E42"/>
                </a:solidFill>
                <a:latin typeface="Arial"/>
                <a:ea typeface="Arial"/>
                <a:cs typeface="Arial"/>
              </a:rPr>
              <a:t>9</a:t>
            </a:r>
          </a:p>
        </p:txBody>
      </p:sp>
      <p:sp>
        <p:nvSpPr>
          <p:cNvPr id="5" name="source-diagram-dg16-31">
            <a:extLst xmlns:a="http://schemas.openxmlformats.org/drawingml/2006/main">
              <a:ext uri="{FF2B5EF4-FFF2-40B4-BE49-F238E27FC236}">
                <a16:creationId xmlns:a16="http://schemas.microsoft.com/office/drawing/2014/main" id="{F6FD3E75-076A-4AB0-8590-8D3A6B140ECD}"/>
              </a:ext>
            </a:extLst>
          </p:cNvPr>
          <p:cNvSpPr>
            <a:spLocks xmlns:a="http://schemas.openxmlformats.org/drawingml/2006/main" noGrp="1"/>
          </p:cNvSpPr>
          <p:nvPr/>
        </p:nvSpPr>
        <p:spPr>
          <a:xfrm xmlns:a="http://schemas.openxmlformats.org/drawingml/2006/main">
            <a:off x="7191375" y="3386693"/>
            <a:ext cx="401544" cy="401544"/>
          </a:xfrm>
          <a:prstGeom xmlns:a="http://schemas.openxmlformats.org/drawingml/2006/main" prst="ellipse">
            <a:avLst/>
          </a:prstGeom>
          <a:solidFill xmlns:a="http://schemas.openxmlformats.org/drawingml/2006/main">
            <a:srgbClr val="E5EEF2"/>
          </a:solidFill>
          <a:ln xmlns:a="http://schemas.openxmlformats.org/drawingml/2006/main" w="38100">
            <a:solidFill>
              <a:srgbClr val="142E42"/>
            </a:solidFill>
            <a:round/>
          </a:l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201" b="0">
                <a:solidFill>
                  <a:srgbClr val="142E42"/>
                </a:solidFill>
                <a:latin typeface="Arial"/>
                <a:ea typeface="Arial"/>
                <a:cs typeface="Arial"/>
              </a:rPr>
              <a:t>2</a:t>
            </a:r>
          </a:p>
        </p:txBody>
      </p:sp>
      <p:sp>
        <p:nvSpPr>
          <p:cNvPr id="6" name="source-diagram-dg16-32">
            <a:extLst xmlns:a="http://schemas.openxmlformats.org/drawingml/2006/main">
              <a:ext uri="{FF2B5EF4-FFF2-40B4-BE49-F238E27FC236}">
                <a16:creationId xmlns:a16="http://schemas.microsoft.com/office/drawing/2014/main" id="{E642F5E1-D6A6-4A97-9D4F-C6CB3B852DC7}"/>
              </a:ext>
            </a:extLst>
          </p:cNvPr>
          <p:cNvSpPr>
            <a:spLocks xmlns:a="http://schemas.openxmlformats.org/drawingml/2006/main" noGrp="1"/>
          </p:cNvSpPr>
          <p:nvPr/>
        </p:nvSpPr>
        <p:spPr>
          <a:xfrm xmlns:a="http://schemas.openxmlformats.org/drawingml/2006/main">
            <a:off x="9841566" y="2508561"/>
            <a:ext cx="401544" cy="401544"/>
          </a:xfrm>
          <a:prstGeom xmlns:a="http://schemas.openxmlformats.org/drawingml/2006/main" prst="ellipse">
            <a:avLst/>
          </a:prstGeom>
          <a:solidFill xmlns:a="http://schemas.openxmlformats.org/drawingml/2006/main">
            <a:srgbClr val="007C83"/>
          </a:solidFill>
          <a:ln xmlns:a="http://schemas.openxmlformats.org/drawingml/2006/main" w="38100">
            <a:solidFill>
              <a:srgbClr val="142E42"/>
            </a:solidFill>
            <a:round/>
          </a:l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201" b="0">
                <a:solidFill>
                  <a:srgbClr val="FFFFFF"/>
                </a:solidFill>
                <a:latin typeface="Arial"/>
                <a:ea typeface="Arial"/>
                <a:cs typeface="Arial"/>
              </a:rPr>
              <a:t>15</a:t>
            </a:r>
          </a:p>
        </p:txBody>
      </p:sp>
      <p:sp>
        <p:nvSpPr>
          <p:cNvPr id="7" name="source-diagram-dg16-33">
            <a:extLst xmlns:a="http://schemas.openxmlformats.org/drawingml/2006/main">
              <a:ext uri="{FF2B5EF4-FFF2-40B4-BE49-F238E27FC236}">
                <a16:creationId xmlns:a16="http://schemas.microsoft.com/office/drawing/2014/main" id="{129E2516-5F89-47BF-97DC-63D927793BF1}"/>
              </a:ext>
            </a:extLst>
          </p:cNvPr>
          <p:cNvSpPr>
            <a:spLocks xmlns:a="http://schemas.openxmlformats.org/drawingml/2006/main" noGrp="1"/>
          </p:cNvSpPr>
          <p:nvPr/>
        </p:nvSpPr>
        <p:spPr>
          <a:xfrm xmlns:a="http://schemas.openxmlformats.org/drawingml/2006/main">
            <a:off x="7817114" y="2508561"/>
            <a:ext cx="401544" cy="401544"/>
          </a:xfrm>
          <a:prstGeom xmlns:a="http://schemas.openxmlformats.org/drawingml/2006/main" prst="ellipse">
            <a:avLst/>
          </a:prstGeom>
          <a:solidFill xmlns:a="http://schemas.openxmlformats.org/drawingml/2006/main">
            <a:srgbClr val="E5EEF2"/>
          </a:solidFill>
          <a:ln xmlns:a="http://schemas.openxmlformats.org/drawingml/2006/main" w="38100">
            <a:solidFill>
              <a:srgbClr val="142E42"/>
            </a:solidFill>
            <a:round/>
          </a:l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201" b="0">
                <a:solidFill>
                  <a:srgbClr val="142E42"/>
                </a:solidFill>
                <a:latin typeface="Arial"/>
                <a:ea typeface="Arial"/>
                <a:cs typeface="Arial"/>
              </a:rPr>
              <a:t>5</a:t>
            </a:r>
          </a:p>
        </p:txBody>
      </p:sp>
      <p:sp>
        <p:nvSpPr>
          <p:cNvPr id="8" name="source-diagram-dg16-57">
            <a:extLst xmlns:a="http://schemas.openxmlformats.org/drawingml/2006/main">
              <a:ext uri="{FF2B5EF4-FFF2-40B4-BE49-F238E27FC236}">
                <a16:creationId xmlns:a16="http://schemas.microsoft.com/office/drawing/2014/main" id="{214408AF-0653-4DE3-BEEA-37711CB55178}"/>
              </a:ext>
            </a:extLst>
          </p:cNvPr>
          <p:cNvSpPr>
            <a:spLocks xmlns:a="http://schemas.openxmlformats.org/drawingml/2006/main" noGrp="1"/>
          </p:cNvSpPr>
          <p:nvPr/>
        </p:nvSpPr>
        <p:spPr>
          <a:xfrm xmlns:a="http://schemas.openxmlformats.org/drawingml/2006/main">
            <a:off x="8877860" y="1571625"/>
            <a:ext cx="401544" cy="401544"/>
          </a:xfrm>
          <a:prstGeom xmlns:a="http://schemas.openxmlformats.org/drawingml/2006/main" prst="ellipse">
            <a:avLst/>
          </a:prstGeom>
          <a:solidFill xmlns:a="http://schemas.openxmlformats.org/drawingml/2006/main">
            <a:srgbClr val="007C83"/>
          </a:solidFill>
          <a:ln xmlns:a="http://schemas.openxmlformats.org/drawingml/2006/main" w="38100">
            <a:solidFill>
              <a:srgbClr val="142E42"/>
            </a:solidFill>
            <a:round/>
          </a:l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201" b="0">
                <a:solidFill>
                  <a:srgbClr val="FFFFFF"/>
                </a:solidFill>
                <a:latin typeface="Arial"/>
                <a:ea typeface="Arial"/>
                <a:cs typeface="Arial"/>
              </a:rPr>
              <a:t>12</a:t>
            </a:r>
          </a:p>
        </p:txBody>
      </p:sp>
      <p:cxnSp>
        <p:nvCxnSpPr>
          <p:cNvPr id="9" name="source-diagram-dg16-58">
            <a:extLst xmlns:a="http://schemas.openxmlformats.org/drawingml/2006/main">
              <a:ext uri="{FF2B5EF4-FFF2-40B4-BE49-F238E27FC236}">
                <a16:creationId xmlns:a16="http://schemas.microsoft.com/office/drawing/2014/main" id="{B1F561A2-6BC1-4A6F-8BEE-2BACA59FE46D}"/>
              </a:ext>
            </a:extLst>
          </p:cNvPr>
          <p:cNvCxnSpPr/>
          <p:nvPr/>
        </p:nvCxnSpPr>
        <p:spPr>
          <a:xfrm xmlns:a="http://schemas.openxmlformats.org/drawingml/2006/main" flipH="1">
            <a:off x="8017886" y="1914365"/>
            <a:ext cx="918779" cy="594197"/>
          </a:xfrm>
          <a:prstGeom xmlns:a="http://schemas.openxmlformats.org/drawingml/2006/main" prst="straightConnector1">
            <a:avLst/>
          </a:prstGeom>
          <a:ln xmlns:a="http://schemas.openxmlformats.org/drawingml/2006/main" w="9525">
            <a:solidFill>
              <a:srgbClr val="142E42"/>
            </a:solidFill>
            <a:round/>
            <a:headEnd type="none" w="med" len="med"/>
            <a:tailEnd type="none" w="med" len="med"/>
          </a:ln>
        </p:spPr>
      </p:cxnSp>
      <p:cxnSp>
        <p:nvCxnSpPr>
          <p:cNvPr id="10" name="source-diagram-dg16-59">
            <a:extLst xmlns:a="http://schemas.openxmlformats.org/drawingml/2006/main">
              <a:ext uri="{FF2B5EF4-FFF2-40B4-BE49-F238E27FC236}">
                <a16:creationId xmlns:a16="http://schemas.microsoft.com/office/drawing/2014/main" id="{41540ECD-3E4A-4941-BD5F-D84242402B03}"/>
              </a:ext>
            </a:extLst>
          </p:cNvPr>
          <p:cNvCxnSpPr/>
          <p:nvPr/>
        </p:nvCxnSpPr>
        <p:spPr>
          <a:xfrm xmlns:a="http://schemas.openxmlformats.org/drawingml/2006/main">
            <a:off x="9220600" y="1914365"/>
            <a:ext cx="821738" cy="594197"/>
          </a:xfrm>
          <a:prstGeom xmlns:a="http://schemas.openxmlformats.org/drawingml/2006/main" prst="straightConnector1">
            <a:avLst/>
          </a:prstGeom>
          <a:ln xmlns:a="http://schemas.openxmlformats.org/drawingml/2006/main" w="9525">
            <a:solidFill>
              <a:srgbClr val="142E42"/>
            </a:solidFill>
            <a:round/>
            <a:headEnd type="none" w="med" len="med"/>
            <a:tailEnd type="none" w="med" len="med"/>
          </a:ln>
        </p:spPr>
      </p:cxnSp>
      <p:cxnSp>
        <p:nvCxnSpPr>
          <p:cNvPr id="11" name="source-diagram-dg16-60">
            <a:extLst xmlns:a="http://schemas.openxmlformats.org/drawingml/2006/main">
              <a:ext uri="{FF2B5EF4-FFF2-40B4-BE49-F238E27FC236}">
                <a16:creationId xmlns:a16="http://schemas.microsoft.com/office/drawing/2014/main" id="{51B31D3F-D61A-4378-9386-3A4F97D9F74E}"/>
              </a:ext>
            </a:extLst>
          </p:cNvPr>
          <p:cNvCxnSpPr/>
          <p:nvPr/>
        </p:nvCxnSpPr>
        <p:spPr>
          <a:xfrm xmlns:a="http://schemas.openxmlformats.org/drawingml/2006/main">
            <a:off x="10184306" y="2851301"/>
            <a:ext cx="500503" cy="535392"/>
          </a:xfrm>
          <a:prstGeom xmlns:a="http://schemas.openxmlformats.org/drawingml/2006/main" prst="straightConnector1">
            <a:avLst/>
          </a:prstGeom>
          <a:ln xmlns:a="http://schemas.openxmlformats.org/drawingml/2006/main" w="9525">
            <a:solidFill>
              <a:srgbClr val="142E42"/>
            </a:solidFill>
            <a:round/>
            <a:headEnd type="none" w="med" len="med"/>
            <a:tailEnd type="none" w="med" len="med"/>
          </a:ln>
        </p:spPr>
      </p:cxnSp>
      <p:cxnSp>
        <p:nvCxnSpPr>
          <p:cNvPr id="12" name="source-diagram-dg16-61">
            <a:extLst xmlns:a="http://schemas.openxmlformats.org/drawingml/2006/main">
              <a:ext uri="{FF2B5EF4-FFF2-40B4-BE49-F238E27FC236}">
                <a16:creationId xmlns:a16="http://schemas.microsoft.com/office/drawing/2014/main" id="{6F5BAACE-EFFA-4370-BC9E-0E32DB748E20}"/>
              </a:ext>
            </a:extLst>
          </p:cNvPr>
          <p:cNvCxnSpPr/>
          <p:nvPr/>
        </p:nvCxnSpPr>
        <p:spPr>
          <a:xfrm xmlns:a="http://schemas.openxmlformats.org/drawingml/2006/main" flipH="1">
            <a:off x="7392147" y="2851301"/>
            <a:ext cx="483771" cy="535392"/>
          </a:xfrm>
          <a:prstGeom xmlns:a="http://schemas.openxmlformats.org/drawingml/2006/main" prst="straightConnector1">
            <a:avLst/>
          </a:prstGeom>
          <a:ln xmlns:a="http://schemas.openxmlformats.org/drawingml/2006/main" w="9525">
            <a:solidFill>
              <a:srgbClr val="142E42"/>
            </a:solidFill>
            <a:round/>
            <a:headEnd type="none" w="med" len="med"/>
            <a:tailEnd type="none" w="med" len="med"/>
          </a:ln>
        </p:spPr>
      </p:cxnSp>
      <p:cxnSp>
        <p:nvCxnSpPr>
          <p:cNvPr id="13" name="source-diagram-dg16-62">
            <a:extLst xmlns:a="http://schemas.openxmlformats.org/drawingml/2006/main">
              <a:ext uri="{FF2B5EF4-FFF2-40B4-BE49-F238E27FC236}">
                <a16:creationId xmlns:a16="http://schemas.microsoft.com/office/drawing/2014/main" id="{40DB4616-FC95-4035-8729-B867032E80E9}"/>
              </a:ext>
            </a:extLst>
          </p:cNvPr>
          <p:cNvCxnSpPr/>
          <p:nvPr/>
        </p:nvCxnSpPr>
        <p:spPr>
          <a:xfrm xmlns:a="http://schemas.openxmlformats.org/drawingml/2006/main">
            <a:off x="8159853" y="2851301"/>
            <a:ext cx="528946" cy="535392"/>
          </a:xfrm>
          <a:prstGeom xmlns:a="http://schemas.openxmlformats.org/drawingml/2006/main" prst="straightConnector1">
            <a:avLst/>
          </a:prstGeom>
          <a:ln xmlns:a="http://schemas.openxmlformats.org/drawingml/2006/main" w="9525">
            <a:solidFill>
              <a:srgbClr val="142E42"/>
            </a:solidFill>
            <a:round/>
            <a:headEnd type="none" w="med" len="med"/>
            <a:tailEnd type="none" w="med" len="med"/>
          </a:ln>
        </p:spPr>
      </p:cxnSp>
      <p:sp>
        <p:nvSpPr>
          <p:cNvPr id="14" name="source-diagram-dg16-63">
            <a:extLst xmlns:a="http://schemas.openxmlformats.org/drawingml/2006/main">
              <a:ext uri="{FF2B5EF4-FFF2-40B4-BE49-F238E27FC236}">
                <a16:creationId xmlns:a16="http://schemas.microsoft.com/office/drawing/2014/main" id="{91F696A2-46EA-4C90-9CD2-0D1A451688FC}"/>
              </a:ext>
            </a:extLst>
          </p:cNvPr>
          <p:cNvSpPr>
            <a:spLocks xmlns:a="http://schemas.openxmlformats.org/drawingml/2006/main" noGrp="1"/>
          </p:cNvSpPr>
          <p:nvPr/>
        </p:nvSpPr>
        <p:spPr>
          <a:xfrm xmlns:a="http://schemas.openxmlformats.org/drawingml/2006/main">
            <a:off x="8098194" y="4382434"/>
            <a:ext cx="401544" cy="401544"/>
          </a:xfrm>
          <a:prstGeom xmlns:a="http://schemas.openxmlformats.org/drawingml/2006/main" prst="ellipse">
            <a:avLst/>
          </a:prstGeom>
          <a:solidFill xmlns:a="http://schemas.openxmlformats.org/drawingml/2006/main">
            <a:srgbClr val="E5EEF2"/>
          </a:solidFill>
          <a:ln xmlns:a="http://schemas.openxmlformats.org/drawingml/2006/main" w="38100">
            <a:solidFill>
              <a:srgbClr val="142E42"/>
            </a:solidFill>
            <a:round/>
          </a:l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201" b="0">
                <a:solidFill>
                  <a:srgbClr val="142E42"/>
                </a:solidFill>
                <a:latin typeface="Arial"/>
                <a:ea typeface="Arial"/>
                <a:cs typeface="Arial"/>
              </a:rPr>
              <a:t>7</a:t>
            </a:r>
          </a:p>
        </p:txBody>
      </p:sp>
      <p:cxnSp>
        <p:nvCxnSpPr>
          <p:cNvPr id="15" name="source-diagram-dg16-64">
            <a:extLst xmlns:a="http://schemas.openxmlformats.org/drawingml/2006/main">
              <a:ext uri="{FF2B5EF4-FFF2-40B4-BE49-F238E27FC236}">
                <a16:creationId xmlns:a16="http://schemas.microsoft.com/office/drawing/2014/main" id="{D7CD7E77-7427-49CF-A720-6511FA50763B}"/>
              </a:ext>
            </a:extLst>
          </p:cNvPr>
          <p:cNvCxnSpPr/>
          <p:nvPr/>
        </p:nvCxnSpPr>
        <p:spPr>
          <a:xfrm xmlns:a="http://schemas.openxmlformats.org/drawingml/2006/main" flipH="1">
            <a:off x="8298966" y="3729432"/>
            <a:ext cx="247865" cy="653001"/>
          </a:xfrm>
          <a:prstGeom xmlns:a="http://schemas.openxmlformats.org/drawingml/2006/main" prst="straightConnector1">
            <a:avLst/>
          </a:prstGeom>
          <a:ln xmlns:a="http://schemas.openxmlformats.org/drawingml/2006/main" w="9525">
            <a:solidFill>
              <a:srgbClr val="142E42"/>
            </a:solidFill>
            <a:round/>
            <a:headEnd type="none" w="med" len="med"/>
            <a:tailEnd type="none" w="med" len="med"/>
          </a:ln>
        </p:spPr>
      </p:cxnSp>
      <p:sp>
        <p:nvSpPr>
          <p:cNvPr id="16" name="source-diagram-dg16-66">
            <a:extLst xmlns:a="http://schemas.openxmlformats.org/drawingml/2006/main">
              <a:ext uri="{FF2B5EF4-FFF2-40B4-BE49-F238E27FC236}">
                <a16:creationId xmlns:a16="http://schemas.microsoft.com/office/drawing/2014/main" id="{A0393782-CC34-4AD7-87BC-2DF5E121E407}"/>
              </a:ext>
            </a:extLst>
          </p:cNvPr>
          <p:cNvSpPr>
            <a:spLocks xmlns:a="http://schemas.openxmlformats.org/drawingml/2006/main" noGrp="1"/>
          </p:cNvSpPr>
          <p:nvPr/>
        </p:nvSpPr>
        <p:spPr>
          <a:xfrm xmlns:a="http://schemas.openxmlformats.org/drawingml/2006/main">
            <a:off x="10484037" y="3386693"/>
            <a:ext cx="401544" cy="401544"/>
          </a:xfrm>
          <a:prstGeom xmlns:a="http://schemas.openxmlformats.org/drawingml/2006/main" prst="ellipse">
            <a:avLst/>
          </a:prstGeom>
          <a:solidFill xmlns:a="http://schemas.openxmlformats.org/drawingml/2006/main">
            <a:srgbClr val="E5EEF2"/>
          </a:solidFill>
          <a:ln xmlns:a="http://schemas.openxmlformats.org/drawingml/2006/main" w="38100">
            <a:solidFill>
              <a:srgbClr val="142E42"/>
            </a:solidFill>
            <a:round/>
          </a:l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201" b="0">
                <a:solidFill>
                  <a:srgbClr val="142E42"/>
                </a:solidFill>
                <a:latin typeface="Arial"/>
                <a:ea typeface="Arial"/>
                <a:cs typeface="Arial"/>
              </a:rPr>
              <a:t>20</a:t>
            </a:r>
          </a:p>
        </p:txBody>
      </p:sp>
      <p:sp>
        <p:nvSpPr>
          <p:cNvPr id="17" name="source-diagram-dg16-67">
            <a:extLst xmlns:a="http://schemas.openxmlformats.org/drawingml/2006/main">
              <a:ext uri="{FF2B5EF4-FFF2-40B4-BE49-F238E27FC236}">
                <a16:creationId xmlns:a16="http://schemas.microsoft.com/office/drawing/2014/main" id="{ED8DEC3F-2203-4C1F-8949-544AAA2FCD2E}"/>
              </a:ext>
            </a:extLst>
          </p:cNvPr>
          <p:cNvSpPr>
            <a:spLocks xmlns:a="http://schemas.openxmlformats.org/drawingml/2006/main" noGrp="1"/>
          </p:cNvSpPr>
          <p:nvPr/>
        </p:nvSpPr>
        <p:spPr>
          <a:xfrm xmlns:a="http://schemas.openxmlformats.org/drawingml/2006/main">
            <a:off x="10885581" y="4382434"/>
            <a:ext cx="401544" cy="401544"/>
          </a:xfrm>
          <a:prstGeom xmlns:a="http://schemas.openxmlformats.org/drawingml/2006/main" prst="ellipse">
            <a:avLst/>
          </a:prstGeom>
          <a:solidFill xmlns:a="http://schemas.openxmlformats.org/drawingml/2006/main">
            <a:srgbClr val="E5EEF2"/>
          </a:solidFill>
          <a:ln xmlns:a="http://schemas.openxmlformats.org/drawingml/2006/main" w="38100">
            <a:solidFill>
              <a:srgbClr val="142E42"/>
            </a:solidFill>
            <a:round/>
          </a:l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201" b="0">
                <a:solidFill>
                  <a:srgbClr val="142E42"/>
                </a:solidFill>
                <a:latin typeface="Arial"/>
                <a:ea typeface="Arial"/>
                <a:cs typeface="Arial"/>
              </a:rPr>
              <a:t>30</a:t>
            </a:r>
          </a:p>
        </p:txBody>
      </p:sp>
      <p:cxnSp>
        <p:nvCxnSpPr>
          <p:cNvPr id="18" name="source-diagram-dg16-68">
            <a:extLst xmlns:a="http://schemas.openxmlformats.org/drawingml/2006/main">
              <a:ext uri="{FF2B5EF4-FFF2-40B4-BE49-F238E27FC236}">
                <a16:creationId xmlns:a16="http://schemas.microsoft.com/office/drawing/2014/main" id="{7822C013-DD96-4AFA-8B25-C9BCC3F5455A}"/>
              </a:ext>
            </a:extLst>
          </p:cNvPr>
          <p:cNvCxnSpPr/>
          <p:nvPr/>
        </p:nvCxnSpPr>
        <p:spPr>
          <a:xfrm xmlns:a="http://schemas.openxmlformats.org/drawingml/2006/main">
            <a:off x="10826776" y="3729432"/>
            <a:ext cx="259577" cy="653001"/>
          </a:xfrm>
          <a:prstGeom xmlns:a="http://schemas.openxmlformats.org/drawingml/2006/main" prst="straightConnector1">
            <a:avLst/>
          </a:prstGeom>
          <a:ln xmlns:a="http://schemas.openxmlformats.org/drawingml/2006/main" w="9525">
            <a:solidFill>
              <a:srgbClr val="142E42"/>
            </a:solidFill>
            <a:round/>
            <a:headEnd type="none" w="med" len="med"/>
            <a:tailEnd type="none" w="med" len="med"/>
          </a:ln>
        </p:spPr>
      </p:cxnSp>
      <p:sp>
        <p:nvSpPr>
          <p:cNvPr id="19" name="source-diagram-dg16-69">
            <a:extLst xmlns:a="http://schemas.openxmlformats.org/drawingml/2006/main">
              <a:ext uri="{FF2B5EF4-FFF2-40B4-BE49-F238E27FC236}">
                <a16:creationId xmlns:a16="http://schemas.microsoft.com/office/drawing/2014/main" id="{C6C21D5A-08B7-41EC-AE4A-FC62CEA88E2A}"/>
              </a:ext>
            </a:extLst>
          </p:cNvPr>
          <p:cNvSpPr>
            <a:spLocks xmlns:a="http://schemas.openxmlformats.org/drawingml/2006/main" noGrp="1"/>
          </p:cNvSpPr>
          <p:nvPr/>
        </p:nvSpPr>
        <p:spPr>
          <a:xfrm xmlns:a="http://schemas.openxmlformats.org/drawingml/2006/main">
            <a:off x="10082493" y="4374069"/>
            <a:ext cx="401544" cy="401544"/>
          </a:xfrm>
          <a:prstGeom xmlns:a="http://schemas.openxmlformats.org/drawingml/2006/main" prst="ellipse">
            <a:avLst/>
          </a:prstGeom>
          <a:solidFill xmlns:a="http://schemas.openxmlformats.org/drawingml/2006/main">
            <a:srgbClr val="E5EEF2"/>
          </a:solidFill>
          <a:ln xmlns:a="http://schemas.openxmlformats.org/drawingml/2006/main" w="38100">
            <a:solidFill>
              <a:srgbClr val="142E42"/>
            </a:solidFill>
            <a:round/>
          </a:l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201" b="0">
                <a:solidFill>
                  <a:srgbClr val="142E42"/>
                </a:solidFill>
                <a:latin typeface="Arial"/>
                <a:ea typeface="Arial"/>
                <a:cs typeface="Arial"/>
              </a:rPr>
              <a:t>17</a:t>
            </a:r>
          </a:p>
        </p:txBody>
      </p:sp>
      <p:cxnSp>
        <p:nvCxnSpPr>
          <p:cNvPr id="20" name="source-diagram-dg16-70">
            <a:extLst xmlns:a="http://schemas.openxmlformats.org/drawingml/2006/main">
              <a:ext uri="{FF2B5EF4-FFF2-40B4-BE49-F238E27FC236}">
                <a16:creationId xmlns:a16="http://schemas.microsoft.com/office/drawing/2014/main" id="{E6C973CE-F35B-49C0-BA02-E94501FE0C7E}"/>
              </a:ext>
            </a:extLst>
          </p:cNvPr>
          <p:cNvCxnSpPr/>
          <p:nvPr/>
        </p:nvCxnSpPr>
        <p:spPr>
          <a:xfrm xmlns:a="http://schemas.openxmlformats.org/drawingml/2006/main" flipH="1">
            <a:off x="10283265" y="3729432"/>
            <a:ext cx="259577" cy="644636"/>
          </a:xfrm>
          <a:prstGeom xmlns:a="http://schemas.openxmlformats.org/drawingml/2006/main" prst="straightConnector1">
            <a:avLst/>
          </a:prstGeom>
          <a:ln xmlns:a="http://schemas.openxmlformats.org/drawingml/2006/main" w="9525">
            <a:solidFill>
              <a:srgbClr val="142E42"/>
            </a:solidFill>
            <a:round/>
            <a:headEnd type="none" w="med" len="med"/>
            <a:tailEnd type="none" w="med" len="med"/>
          </a:ln>
        </p:spPr>
      </p:cxnSp>
      <p:sp>
        <p:nvSpPr>
          <p:cNvPr id="21" name="source-diagram-dg16-71">
            <a:extLst xmlns:a="http://schemas.openxmlformats.org/drawingml/2006/main">
              <a:ext uri="{FF2B5EF4-FFF2-40B4-BE49-F238E27FC236}">
                <a16:creationId xmlns:a16="http://schemas.microsoft.com/office/drawing/2014/main" id="{C26C50D7-3A93-450E-B004-4915F02BFA34}"/>
              </a:ext>
            </a:extLst>
          </p:cNvPr>
          <p:cNvSpPr>
            <a:spLocks xmlns:a="http://schemas.openxmlformats.org/drawingml/2006/main" noGrp="1"/>
          </p:cNvSpPr>
          <p:nvPr/>
        </p:nvSpPr>
        <p:spPr>
          <a:xfrm xmlns:a="http://schemas.openxmlformats.org/drawingml/2006/main">
            <a:off x="8877860" y="4394146"/>
            <a:ext cx="401544" cy="401544"/>
          </a:xfrm>
          <a:prstGeom xmlns:a="http://schemas.openxmlformats.org/drawingml/2006/main" prst="ellipse">
            <a:avLst/>
          </a:prstGeom>
          <a:solidFill xmlns:a="http://schemas.openxmlformats.org/drawingml/2006/main">
            <a:srgbClr val="E5EEF2"/>
          </a:solidFill>
          <a:ln xmlns:a="http://schemas.openxmlformats.org/drawingml/2006/main" w="38100">
            <a:solidFill>
              <a:srgbClr val="142E42"/>
            </a:solidFill>
            <a:round/>
          </a:l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201" b="0">
                <a:solidFill>
                  <a:srgbClr val="142E42"/>
                </a:solidFill>
                <a:latin typeface="Arial"/>
                <a:ea typeface="Arial"/>
                <a:cs typeface="Arial"/>
              </a:rPr>
              <a:t>10</a:t>
            </a:r>
          </a:p>
        </p:txBody>
      </p:sp>
      <p:cxnSp>
        <p:nvCxnSpPr>
          <p:cNvPr id="22" name="source-diagram-dg16-72">
            <a:extLst xmlns:a="http://schemas.openxmlformats.org/drawingml/2006/main">
              <a:ext uri="{FF2B5EF4-FFF2-40B4-BE49-F238E27FC236}">
                <a16:creationId xmlns:a16="http://schemas.microsoft.com/office/drawing/2014/main" id="{F8B209EF-B097-4D9C-B12F-E854938098CA}"/>
              </a:ext>
            </a:extLst>
          </p:cNvPr>
          <p:cNvCxnSpPr/>
          <p:nvPr/>
        </p:nvCxnSpPr>
        <p:spPr>
          <a:xfrm xmlns:a="http://schemas.openxmlformats.org/drawingml/2006/main">
            <a:off x="8830767" y="3729432"/>
            <a:ext cx="247865" cy="664714"/>
          </a:xfrm>
          <a:prstGeom xmlns:a="http://schemas.openxmlformats.org/drawingml/2006/main" prst="straightConnector1">
            <a:avLst/>
          </a:prstGeom>
          <a:ln xmlns:a="http://schemas.openxmlformats.org/drawingml/2006/main" w="9525">
            <a:solidFill>
              <a:srgbClr val="142E42"/>
            </a:solidFill>
            <a:round/>
            <a:headEnd type="none" w="med" len="med"/>
            <a:tailEnd type="none" w="med" len="med"/>
          </a:ln>
        </p:spPr>
      </p:cxnSp>
      <p:sp>
        <p:nvSpPr>
          <p:cNvPr id="23" name="source-diagram-dg16-73">
            <a:extLst xmlns:a="http://schemas.openxmlformats.org/drawingml/2006/main">
              <a:ext uri="{FF2B5EF4-FFF2-40B4-BE49-F238E27FC236}">
                <a16:creationId xmlns:a16="http://schemas.microsoft.com/office/drawing/2014/main" id="{940B71E9-C81B-47C6-A6E6-582E99D2B5E7}"/>
              </a:ext>
            </a:extLst>
          </p:cNvPr>
          <p:cNvSpPr>
            <a:spLocks xmlns:a="http://schemas.openxmlformats.org/drawingml/2006/main" noGrp="1"/>
          </p:cNvSpPr>
          <p:nvPr/>
        </p:nvSpPr>
        <p:spPr>
          <a:xfrm xmlns:a="http://schemas.openxmlformats.org/drawingml/2006/main">
            <a:off x="9279404" y="3386693"/>
            <a:ext cx="401544" cy="401544"/>
          </a:xfrm>
          <a:prstGeom xmlns:a="http://schemas.openxmlformats.org/drawingml/2006/main" prst="ellipse">
            <a:avLst/>
          </a:prstGeom>
          <a:solidFill xmlns:a="http://schemas.openxmlformats.org/drawingml/2006/main">
            <a:srgbClr val="007C83"/>
          </a:solidFill>
          <a:ln xmlns:a="http://schemas.openxmlformats.org/drawingml/2006/main" w="38100">
            <a:solidFill>
              <a:srgbClr val="142E42"/>
            </a:solidFill>
            <a:round/>
          </a:l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201" b="0">
                <a:solidFill>
                  <a:srgbClr val="FFFFFF"/>
                </a:solidFill>
                <a:latin typeface="Arial"/>
                <a:ea typeface="Arial"/>
                <a:cs typeface="Arial"/>
              </a:rPr>
              <a:t>13</a:t>
            </a:r>
          </a:p>
        </p:txBody>
      </p:sp>
      <p:cxnSp>
        <p:nvCxnSpPr>
          <p:cNvPr id="24" name="source-diagram-dg16-74">
            <a:extLst xmlns:a="http://schemas.openxmlformats.org/drawingml/2006/main">
              <a:ext uri="{FF2B5EF4-FFF2-40B4-BE49-F238E27FC236}">
                <a16:creationId xmlns:a16="http://schemas.microsoft.com/office/drawing/2014/main" id="{A05C1BC2-0EE3-4438-90F4-C19F7FE2AEFF}"/>
              </a:ext>
            </a:extLst>
          </p:cNvPr>
          <p:cNvCxnSpPr/>
          <p:nvPr/>
        </p:nvCxnSpPr>
        <p:spPr>
          <a:xfrm xmlns:a="http://schemas.openxmlformats.org/drawingml/2006/main" flipH="1">
            <a:off x="9480176" y="2851301"/>
            <a:ext cx="420194" cy="535392"/>
          </a:xfrm>
          <a:prstGeom xmlns:a="http://schemas.openxmlformats.org/drawingml/2006/main" prst="straightConnector1">
            <a:avLst/>
          </a:prstGeom>
          <a:ln xmlns:a="http://schemas.openxmlformats.org/drawingml/2006/main" w="9525">
            <a:solidFill>
              <a:srgbClr val="142E42"/>
            </a:solidFill>
            <a:round/>
            <a:headEnd type="none" w="med" len="med"/>
            <a:tailEnd type="none" w="med" len="med"/>
          </a:ln>
        </p:spPr>
      </p:cxnSp>
      <p:sp>
        <p:nvSpPr>
          <p:cNvPr id="26" name="local-java-InsertionDemo">
            <a:extLst xmlns:a="http://schemas.openxmlformats.org/drawingml/2006/main">
              <a:ext uri="{FF2B5EF4-FFF2-40B4-BE49-F238E27FC236}">
                <a16:creationId xmlns:a16="http://schemas.microsoft.com/office/drawing/2014/main" id="{A92C1909-8FE9-4099-9EC3-1BF4787FB6D7}"/>
              </a:ext>
            </a:extLst>
          </p:cNvPr>
          <p:cNvSpPr>
            <a:spLocks xmlns:a="http://schemas.openxmlformats.org/drawingml/2006/main" noGrp="1"/>
          </p:cNvSpPr>
          <p:nvPr/>
        </p:nvSpPr>
        <p:spPr>
          <a:xfrm xmlns:a="http://schemas.openxmlformats.org/drawingml/2006/main">
            <a:off x="609600" y="6134100"/>
            <a:ext cx="357187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350" b="0">
                <a:solidFill>
                  <a:srgbClr val="007D89"/>
                </a:solidFill>
                <a:latin typeface="Arial"/>
                <a:ea typeface="Arial"/>
                <a:cs typeface="Arial"/>
              </a:defRPr>
            </a:defPPr>
            <a:lvl1pPr>
              <a:defRPr sz="1350" b="0">
                <a:solidFill>
                  <a:srgbClr val="007D89"/>
                </a:solidFill>
                <a:latin typeface="Arial"/>
                <a:ea typeface="Arial"/>
                <a:cs typeface="Arial"/>
              </a:defRPr>
            </a:lvl1pPr>
            <a:lvl2pPr>
              <a:defRPr sz="1350" b="0">
                <a:solidFill>
                  <a:srgbClr val="007D89"/>
                </a:solidFill>
                <a:latin typeface="Arial"/>
                <a:ea typeface="Arial"/>
                <a:cs typeface="Arial"/>
              </a:defRPr>
            </a:lvl2pPr>
            <a:lvl3pPr>
              <a:defRPr sz="1350" b="0">
                <a:solidFill>
                  <a:srgbClr val="007D89"/>
                </a:solidFill>
                <a:latin typeface="Arial"/>
                <a:ea typeface="Arial"/>
                <a:cs typeface="Arial"/>
              </a:defRPr>
            </a:lvl3pPr>
            <a:lvl4pPr>
              <a:defRPr sz="1350" b="0">
                <a:solidFill>
                  <a:srgbClr val="007D89"/>
                </a:solidFill>
                <a:latin typeface="Arial"/>
                <a:ea typeface="Arial"/>
                <a:cs typeface="Arial"/>
              </a:defRPr>
            </a:lvl4pPr>
            <a:lvl5pPr>
              <a:defRPr sz="1350" b="0">
                <a:solidFill>
                  <a:srgbClr val="007D89"/>
                </a:solidFill>
                <a:latin typeface="Arial"/>
                <a:ea typeface="Arial"/>
                <a:cs typeface="Arial"/>
              </a:defRPr>
            </a:lvl5pPr>
            <a:lvl6pPr>
              <a:defRPr sz="1350" b="0">
                <a:solidFill>
                  <a:srgbClr val="007D89"/>
                </a:solidFill>
                <a:latin typeface="Arial"/>
                <a:ea typeface="Arial"/>
                <a:cs typeface="Arial"/>
              </a:defRPr>
            </a:lvl6pPr>
            <a:lvl7pPr>
              <a:defRPr sz="1350" b="0">
                <a:solidFill>
                  <a:srgbClr val="007D89"/>
                </a:solidFill>
                <a:latin typeface="Arial"/>
                <a:ea typeface="Arial"/>
                <a:cs typeface="Arial"/>
              </a:defRPr>
            </a:lvl7pPr>
            <a:lvl8pPr>
              <a:defRPr sz="1350" b="0">
                <a:solidFill>
                  <a:srgbClr val="007D89"/>
                </a:solidFill>
                <a:latin typeface="Arial"/>
                <a:ea typeface="Arial"/>
                <a:cs typeface="Arial"/>
              </a:defRPr>
            </a:lvl8pPr>
            <a:lvl9pPr>
              <a:defRPr sz="1350" b="0">
                <a:solidFill>
                  <a:srgbClr val="007D89"/>
                </a:solidFill>
                <a:latin typeface="Arial"/>
                <a:ea typeface="Arial"/>
                <a:cs typeface="Arial"/>
              </a:defRPr>
            </a:lvl9pPr>
          </a:lstStyle>
          <a:p xmlns:a="http://schemas.openxmlformats.org/drawingml/2006/main">
            <a:pPr>
              <a:defRPr sz="1350" b="0">
                <a:solidFill>
                  <a:srgbClr val="007D89"/>
                </a:solidFill>
                <a:latin typeface="Arial"/>
                <a:ea typeface="Arial"/>
                <a:cs typeface="Arial"/>
              </a:defRPr>
            </a:pPr>
            <a:r>
              <a:rPr sz="1350" u="sng">
                <a:solidFill>
                  <a:srgbClr val="007D89"/>
                </a:solidFill>
                <a:latin typeface="Arial"/>
                <a:ea typeface="Arial"/>
                <a:cs typeface="Arial"/>
                <a:hlinkClick xmlns:r="http://schemas.openxmlformats.org/officeDocument/2006/relationships" r:id="R2906c5a5da1646f1"/>
              </a:rPr>
              <a:t>Java: InsertionDemo.java</a:t>
            </a:r>
          </a:p>
        </p:txBody>
      </p:sp>
    </p:spTree>
    <p:extLst>
      <p:ext uri="{BB962C8B-B14F-4D97-AF65-F5344CB8AC3E}">
        <p14:creationId xmlns:p14="http://schemas.microsoft.com/office/powerpoint/2010/main" val="1486062565"/>
      </p:ext>
    </p:extLst>
  </p:cSld>
</p:sld>
</file>

<file path=ppt/slides/slide18.xml><?xml version="1.0" encoding="utf-8"?>
<p:sld xmlns:p="http://schemas.openxmlformats.org/presentationml/2006/main">
  <p:cSld>
    <p:bg>
      <p:bgPr>
        <a:solidFill xmlns:a="http://schemas.openxmlformats.org/drawingml/2006/main">
          <a:srgbClr val="FAFCFD"/>
        </a:solidFill>
      </p:bgPr>
    </p:bg>
    <p:spTree>
      <p:nvGrpSpPr>
        <p:cNvPr id="1" name=""/>
        <p:cNvGrpSpPr/>
        <p:nvPr/>
      </p:nvGrpSpPr>
      <p:grpSpPr>
        <a:xfrm xmlns:a="http://schemas.openxmlformats.org/drawingml/2006/main"/>
      </p:grpSpPr>
      <p:sp>
        <p:nvSpPr>
          <p:cNvPr id="4" name="text-0">
            <a:extLst xmlns:a="http://schemas.openxmlformats.org/drawingml/2006/main">
              <a:ext uri="{FF2B5EF4-FFF2-40B4-BE49-F238E27FC236}">
                <a16:creationId xmlns:a16="http://schemas.microsoft.com/office/drawing/2014/main" id="{D8DD2FC4-9807-416A-BC59-95979E967194}"/>
              </a:ext>
            </a:extLst>
          </p:cNvPr>
          <p:cNvSpPr>
            <a:spLocks xmlns:a="http://schemas.openxmlformats.org/drawingml/2006/main" noGrp="1"/>
          </p:cNvSpPr>
          <p:nvPr/>
        </p:nvSpPr>
        <p:spPr>
          <a:xfrm xmlns:a="http://schemas.openxmlformats.org/drawingml/2006/main">
            <a:off x="609600" y="419100"/>
            <a:ext cx="10953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lgn="l">
              <a:defRPr sz="3150" b="1">
                <a:solidFill>
                  <a:srgbClr val="142E42"/>
                </a:solidFill>
                <a:latin typeface="Arial"/>
                <a:ea typeface="Arial"/>
                <a:cs typeface="Arial"/>
              </a:defRPr>
            </a:defPPr>
            <a:lvl1pPr algn="l">
              <a:buNone/>
              <a:defRPr sz="3150" b="1">
                <a:solidFill>
                  <a:srgbClr val="142E42"/>
                </a:solidFill>
                <a:latin typeface="Arial"/>
                <a:ea typeface="Arial"/>
                <a:cs typeface="Arial"/>
              </a:defRPr>
            </a:lvl1pPr>
            <a:lvl2pPr algn="l">
              <a:buNone/>
              <a:defRPr sz="3150" b="1">
                <a:solidFill>
                  <a:srgbClr val="142E42"/>
                </a:solidFill>
                <a:latin typeface="Arial"/>
                <a:ea typeface="Arial"/>
                <a:cs typeface="Arial"/>
              </a:defRPr>
            </a:lvl2pPr>
            <a:lvl3pPr algn="l">
              <a:buNone/>
              <a:defRPr sz="3150" b="1">
                <a:solidFill>
                  <a:srgbClr val="142E42"/>
                </a:solidFill>
                <a:latin typeface="Arial"/>
                <a:ea typeface="Arial"/>
                <a:cs typeface="Arial"/>
              </a:defRPr>
            </a:lvl3pPr>
            <a:lvl4pPr algn="l">
              <a:buNone/>
              <a:defRPr sz="3150" b="1">
                <a:solidFill>
                  <a:srgbClr val="142E42"/>
                </a:solidFill>
                <a:latin typeface="Arial"/>
                <a:ea typeface="Arial"/>
                <a:cs typeface="Arial"/>
              </a:defRPr>
            </a:lvl4pPr>
            <a:lvl5pPr algn="l">
              <a:buNone/>
              <a:defRPr sz="3150" b="1">
                <a:solidFill>
                  <a:srgbClr val="142E42"/>
                </a:solidFill>
                <a:latin typeface="Arial"/>
                <a:ea typeface="Arial"/>
                <a:cs typeface="Arial"/>
              </a:defRPr>
            </a:lvl5pPr>
            <a:lvl6pPr algn="l">
              <a:buNone/>
              <a:defRPr sz="3150" b="1">
                <a:solidFill>
                  <a:srgbClr val="142E42"/>
                </a:solidFill>
                <a:latin typeface="Arial"/>
                <a:ea typeface="Arial"/>
                <a:cs typeface="Arial"/>
              </a:defRPr>
            </a:lvl6pPr>
            <a:lvl7pPr algn="l">
              <a:buNone/>
              <a:defRPr sz="3150" b="1">
                <a:solidFill>
                  <a:srgbClr val="142E42"/>
                </a:solidFill>
                <a:latin typeface="Arial"/>
                <a:ea typeface="Arial"/>
                <a:cs typeface="Arial"/>
              </a:defRPr>
            </a:lvl7pPr>
            <a:lvl8pPr algn="l">
              <a:buNone/>
              <a:defRPr sz="3150" b="1">
                <a:solidFill>
                  <a:srgbClr val="142E42"/>
                </a:solidFill>
                <a:latin typeface="Arial"/>
                <a:ea typeface="Arial"/>
                <a:cs typeface="Arial"/>
              </a:defRPr>
            </a:lvl8pPr>
            <a:lvl9pPr algn="l">
              <a:buNone/>
              <a:defRPr sz="3150" b="1">
                <a:solidFill>
                  <a:srgbClr val="142E42"/>
                </a:solidFill>
                <a:latin typeface="Arial"/>
                <a:ea typeface="Arial"/>
                <a:cs typeface="Arial"/>
              </a:defRPr>
            </a:lvl9pPr>
          </a:lstStyle>
          <a:p xmlns:a="http://schemas.openxmlformats.org/drawingml/2006/main">
            <a:pPr algn="l">
              <a:buNone/>
              <a:defRPr sz="3150" b="1">
                <a:solidFill>
                  <a:srgbClr val="142E42"/>
                </a:solidFill>
                <a:latin typeface="Arial"/>
                <a:ea typeface="Arial"/>
                <a:cs typeface="Arial"/>
              </a:defRPr>
            </a:pPr>
            <a:r>
              <a:rPr sz="3150" b="1">
                <a:solidFill>
                  <a:srgbClr val="142E42"/>
                </a:solidFill>
                <a:latin typeface="Arial"/>
                <a:ea typeface="Arial"/>
                <a:cs typeface="Arial"/>
              </a:rPr>
              <a:t>Iterative insertion</a:t>
            </a:r>
          </a:p>
        </p:txBody>
      </p:sp>
      <p:sp>
        <p:nvSpPr>
          <p:cNvPr id="2" name="text-1">
            <a:extLst xmlns:a="http://schemas.openxmlformats.org/drawingml/2006/main">
              <a:ext uri="{FF2B5EF4-FFF2-40B4-BE49-F238E27FC236}">
                <a16:creationId xmlns:a16="http://schemas.microsoft.com/office/drawing/2014/main" id="{D905FB03-8B21-48A2-BBFC-5E0CEE1484F4}"/>
              </a:ext>
            </a:extLst>
          </p:cNvPr>
          <p:cNvSpPr>
            <a:spLocks xmlns:a="http://schemas.openxmlformats.org/drawingml/2006/main" noGrp="1"/>
          </p:cNvSpPr>
          <p:nvPr/>
        </p:nvSpPr>
        <p:spPr>
          <a:xfrm xmlns:a="http://schemas.openxmlformats.org/drawingml/2006/main">
            <a:off x="11163300" y="6381750"/>
            <a:ext cx="476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lgn="l">
              <a:defRPr sz="1275" b="0">
                <a:solidFill>
                  <a:srgbClr val="4B6070"/>
                </a:solidFill>
                <a:latin typeface="Arial"/>
                <a:ea typeface="Arial"/>
                <a:cs typeface="Arial"/>
              </a:defRPr>
            </a:defPPr>
            <a:lvl1pPr algn="l">
              <a:buNone/>
              <a:defRPr sz="1275" b="0">
                <a:solidFill>
                  <a:srgbClr val="4B6070"/>
                </a:solidFill>
                <a:latin typeface="Arial"/>
                <a:ea typeface="Arial"/>
                <a:cs typeface="Arial"/>
              </a:defRPr>
            </a:lvl1pPr>
            <a:lvl2pPr algn="l">
              <a:buNone/>
              <a:defRPr sz="1275" b="0">
                <a:solidFill>
                  <a:srgbClr val="4B6070"/>
                </a:solidFill>
                <a:latin typeface="Arial"/>
                <a:ea typeface="Arial"/>
                <a:cs typeface="Arial"/>
              </a:defRPr>
            </a:lvl2pPr>
            <a:lvl3pPr algn="l">
              <a:buNone/>
              <a:defRPr sz="1275" b="0">
                <a:solidFill>
                  <a:srgbClr val="4B6070"/>
                </a:solidFill>
                <a:latin typeface="Arial"/>
                <a:ea typeface="Arial"/>
                <a:cs typeface="Arial"/>
              </a:defRPr>
            </a:lvl3pPr>
            <a:lvl4pPr algn="l">
              <a:buNone/>
              <a:defRPr sz="1275" b="0">
                <a:solidFill>
                  <a:srgbClr val="4B6070"/>
                </a:solidFill>
                <a:latin typeface="Arial"/>
                <a:ea typeface="Arial"/>
                <a:cs typeface="Arial"/>
              </a:defRPr>
            </a:lvl4pPr>
            <a:lvl5pPr algn="l">
              <a:buNone/>
              <a:defRPr sz="1275" b="0">
                <a:solidFill>
                  <a:srgbClr val="4B6070"/>
                </a:solidFill>
                <a:latin typeface="Arial"/>
                <a:ea typeface="Arial"/>
                <a:cs typeface="Arial"/>
              </a:defRPr>
            </a:lvl5pPr>
            <a:lvl6pPr algn="l">
              <a:buNone/>
              <a:defRPr sz="1275" b="0">
                <a:solidFill>
                  <a:srgbClr val="4B6070"/>
                </a:solidFill>
                <a:latin typeface="Arial"/>
                <a:ea typeface="Arial"/>
                <a:cs typeface="Arial"/>
              </a:defRPr>
            </a:lvl6pPr>
            <a:lvl7pPr algn="l">
              <a:buNone/>
              <a:defRPr sz="1275" b="0">
                <a:solidFill>
                  <a:srgbClr val="4B6070"/>
                </a:solidFill>
                <a:latin typeface="Arial"/>
                <a:ea typeface="Arial"/>
                <a:cs typeface="Arial"/>
              </a:defRPr>
            </a:lvl7pPr>
            <a:lvl8pPr algn="l">
              <a:buNone/>
              <a:defRPr sz="1275" b="0">
                <a:solidFill>
                  <a:srgbClr val="4B6070"/>
                </a:solidFill>
                <a:latin typeface="Arial"/>
                <a:ea typeface="Arial"/>
                <a:cs typeface="Arial"/>
              </a:defRPr>
            </a:lvl8pPr>
            <a:lvl9pPr algn="l">
              <a:buNone/>
              <a:defRPr sz="1275" b="0">
                <a:solidFill>
                  <a:srgbClr val="4B6070"/>
                </a:solidFill>
                <a:latin typeface="Arial"/>
                <a:ea typeface="Arial"/>
                <a:cs typeface="Arial"/>
              </a:defRPr>
            </a:lvl9pPr>
          </a:lstStyle>
          <a:p xmlns:a="http://schemas.openxmlformats.org/drawingml/2006/main">
            <a:pPr algn="l">
              <a:buNone/>
              <a:defRPr sz="1275" b="0">
                <a:solidFill>
                  <a:srgbClr val="4B6070"/>
                </a:solidFill>
                <a:latin typeface="Arial"/>
                <a:ea typeface="Arial"/>
                <a:cs typeface="Arial"/>
              </a:defRPr>
            </a:pPr>
            <a:r>
              <a:rPr sz="1275" b="0">
                <a:solidFill>
                  <a:srgbClr val="4B6070"/>
                </a:solidFill>
                <a:latin typeface="Arial"/>
                <a:ea typeface="Arial"/>
                <a:cs typeface="Arial"/>
              </a:rPr>
              <a:t>18</a:t>
            </a:r>
          </a:p>
        </p:txBody>
      </p:sp>
      <p:sp>
        <p:nvSpPr>
          <p:cNvPr id="3" name="text-2">
            <a:extLst xmlns:a="http://schemas.openxmlformats.org/drawingml/2006/main">
              <a:ext uri="{FF2B5EF4-FFF2-40B4-BE49-F238E27FC236}">
                <a16:creationId xmlns:a16="http://schemas.microsoft.com/office/drawing/2014/main" id="{EA36B068-DA30-4B3B-8931-1FF926EDE062}"/>
              </a:ext>
            </a:extLst>
          </p:cNvPr>
          <p:cNvSpPr>
            <a:spLocks xmlns:a="http://schemas.openxmlformats.org/drawingml/2006/main" noGrp="1"/>
          </p:cNvSpPr>
          <p:nvPr/>
        </p:nvSpPr>
        <p:spPr>
          <a:xfrm xmlns:a="http://schemas.openxmlformats.org/drawingml/2006/main">
            <a:off x="609600" y="1381125"/>
            <a:ext cx="10953750" cy="4953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lgn="l">
              <a:defRPr sz="1725" b="0">
                <a:solidFill>
                  <a:srgbClr val="142E42"/>
                </a:solidFill>
                <a:latin typeface="Consolas"/>
                <a:ea typeface="Consolas"/>
                <a:cs typeface="Consolas"/>
              </a:defRPr>
            </a:defPPr>
            <a:lvl1pPr algn="l">
              <a:buNone/>
              <a:defRPr sz="1725" b="0">
                <a:solidFill>
                  <a:srgbClr val="142E42"/>
                </a:solidFill>
                <a:latin typeface="Consolas"/>
                <a:ea typeface="Consolas"/>
                <a:cs typeface="Consolas"/>
              </a:defRPr>
            </a:lvl1pPr>
            <a:lvl2pPr algn="l">
              <a:buNone/>
              <a:defRPr sz="1725" b="0">
                <a:solidFill>
                  <a:srgbClr val="142E42"/>
                </a:solidFill>
                <a:latin typeface="Consolas"/>
                <a:ea typeface="Consolas"/>
                <a:cs typeface="Consolas"/>
              </a:defRPr>
            </a:lvl2pPr>
            <a:lvl3pPr algn="l">
              <a:buNone/>
              <a:defRPr sz="1725" b="0">
                <a:solidFill>
                  <a:srgbClr val="142E42"/>
                </a:solidFill>
                <a:latin typeface="Consolas"/>
                <a:ea typeface="Consolas"/>
                <a:cs typeface="Consolas"/>
              </a:defRPr>
            </a:lvl3pPr>
            <a:lvl4pPr algn="l">
              <a:buNone/>
              <a:defRPr sz="1725" b="0">
                <a:solidFill>
                  <a:srgbClr val="142E42"/>
                </a:solidFill>
                <a:latin typeface="Consolas"/>
                <a:ea typeface="Consolas"/>
                <a:cs typeface="Consolas"/>
              </a:defRPr>
            </a:lvl4pPr>
            <a:lvl5pPr algn="l">
              <a:buNone/>
              <a:defRPr sz="1725" b="0">
                <a:solidFill>
                  <a:srgbClr val="142E42"/>
                </a:solidFill>
                <a:latin typeface="Consolas"/>
                <a:ea typeface="Consolas"/>
                <a:cs typeface="Consolas"/>
              </a:defRPr>
            </a:lvl5pPr>
            <a:lvl6pPr algn="l">
              <a:buNone/>
              <a:defRPr sz="1725" b="0">
                <a:solidFill>
                  <a:srgbClr val="142E42"/>
                </a:solidFill>
                <a:latin typeface="Consolas"/>
                <a:ea typeface="Consolas"/>
                <a:cs typeface="Consolas"/>
              </a:defRPr>
            </a:lvl6pPr>
            <a:lvl7pPr algn="l">
              <a:buNone/>
              <a:defRPr sz="1725" b="0">
                <a:solidFill>
                  <a:srgbClr val="142E42"/>
                </a:solidFill>
                <a:latin typeface="Consolas"/>
                <a:ea typeface="Consolas"/>
                <a:cs typeface="Consolas"/>
              </a:defRPr>
            </a:lvl7pPr>
            <a:lvl8pPr algn="l">
              <a:buNone/>
              <a:defRPr sz="1725" b="0">
                <a:solidFill>
                  <a:srgbClr val="142E42"/>
                </a:solidFill>
                <a:latin typeface="Consolas"/>
                <a:ea typeface="Consolas"/>
                <a:cs typeface="Consolas"/>
              </a:defRPr>
            </a:lvl8pPr>
            <a:lvl9pPr algn="l">
              <a:buNone/>
              <a:defRPr sz="1725" b="0">
                <a:solidFill>
                  <a:srgbClr val="142E42"/>
                </a:solidFill>
                <a:latin typeface="Consolas"/>
                <a:ea typeface="Consolas"/>
                <a:cs typeface="Consolas"/>
              </a:defRPr>
            </a:lvl9pPr>
          </a:lstStyle>
          <a:p xmlns:a="http://schemas.openxmlformats.org/drawingml/2006/main">
            <a:pPr algn="l">
              <a:buNone/>
              <a:defRPr sz="1725" b="0">
                <a:solidFill>
                  <a:srgbClr val="142E42"/>
                </a:solidFill>
                <a:latin typeface="Consolas"/>
                <a:ea typeface="Consolas"/>
                <a:cs typeface="Consolas"/>
              </a:defRPr>
            </a:pPr>
            <a:r>
              <a:rPr sz="1725" b="0">
                <a:solidFill>
                  <a:srgbClr val="142E42"/>
                </a:solidFill>
                <a:latin typeface="Consolas"/>
                <a:ea typeface="Consolas"/>
                <a:cs typeface="Consolas"/>
              </a:rPr>
              <a:t>public </a:t>
            </a:r>
            <a:r>
              <a:rPr sz="1725" b="0">
                <a:solidFill>
                  <a:srgbClr val="142E42"/>
                </a:solidFill>
                <a:latin typeface="Consolas"/>
                <a:ea typeface="Consolas"/>
                <a:cs typeface="Consolas"/>
              </a:rPr>
              <a:t>boolean</a:t>
            </a:r>
            <a:r>
              <a:rPr sz="1725" b="0">
                <a:solidFill>
                  <a:srgbClr val="142E42"/>
                </a:solidFill>
                <a:latin typeface="Consolas"/>
                <a:ea typeface="Consolas"/>
                <a:cs typeface="Consolas"/>
              </a:rPr>
              <a:t> insert(E key) {</a:t>
            </a:r>
          </a:p>
          <a:p xmlns:a="http://schemas.openxmlformats.org/drawingml/2006/main">
            <a:pPr algn="l">
              <a:buNone/>
              <a:defRPr sz="1725" b="0">
                <a:solidFill>
                  <a:srgbClr val="142E42"/>
                </a:solidFill>
                <a:latin typeface="Consolas"/>
                <a:ea typeface="Consolas"/>
                <a:cs typeface="Consolas"/>
              </a:defRPr>
            </a:pPr>
            <a:r>
              <a:rPr sz="1725" b="0">
                <a:solidFill>
                  <a:srgbClr val="142E42"/>
                </a:solidFill>
                <a:latin typeface="Consolas"/>
                <a:ea typeface="Consolas"/>
                <a:cs typeface="Consolas"/>
              </a:rPr>
              <a:t>    </a:t>
            </a:r>
            <a:r>
              <a:rPr sz="1725" b="0">
                <a:solidFill>
                  <a:srgbClr val="142E42"/>
                </a:solidFill>
                <a:latin typeface="Consolas"/>
                <a:ea typeface="Consolas"/>
                <a:cs typeface="Consolas"/>
              </a:rPr>
              <a:t>Objects.requireNonNull</a:t>
            </a:r>
            <a:r>
              <a:rPr sz="1725" b="0">
                <a:solidFill>
                  <a:srgbClr val="142E42"/>
                </a:solidFill>
                <a:latin typeface="Consolas"/>
                <a:ea typeface="Consolas"/>
                <a:cs typeface="Consolas"/>
              </a:rPr>
              <a:t>(key);</a:t>
            </a:r>
          </a:p>
          <a:p xmlns:a="http://schemas.openxmlformats.org/drawingml/2006/main">
            <a:pPr algn="l">
              <a:buNone/>
              <a:defRPr sz="1725" b="0">
                <a:solidFill>
                  <a:srgbClr val="142E42"/>
                </a:solidFill>
                <a:latin typeface="Consolas"/>
                <a:ea typeface="Consolas"/>
                <a:cs typeface="Consolas"/>
              </a:defRPr>
            </a:pPr>
            <a:r>
              <a:rPr sz="1725" b="0">
                <a:solidFill>
                  <a:srgbClr val="142E42"/>
                </a:solidFill>
                <a:latin typeface="Consolas"/>
                <a:ea typeface="Consolas"/>
                <a:cs typeface="Consolas"/>
              </a:rPr>
              <a:t>    Node&lt;E&gt; parent = null, x = root;</a:t>
            </a:r>
          </a:p>
          <a:p xmlns:a="http://schemas.openxmlformats.org/drawingml/2006/main">
            <a:pPr algn="l">
              <a:buNone/>
              <a:defRPr sz="1725" b="0">
                <a:solidFill>
                  <a:srgbClr val="142E42"/>
                </a:solidFill>
                <a:latin typeface="Consolas"/>
                <a:ea typeface="Consolas"/>
                <a:cs typeface="Consolas"/>
              </a:defRPr>
            </a:pPr>
            <a:r>
              <a:rPr sz="1725" b="0">
                <a:solidFill>
                  <a:srgbClr val="142E42"/>
                </a:solidFill>
                <a:latin typeface="Consolas"/>
                <a:ea typeface="Consolas"/>
                <a:cs typeface="Consolas"/>
              </a:rPr>
              <a:t>    int </a:t>
            </a:r>
            <a:r>
              <a:rPr sz="1725" b="0">
                <a:solidFill>
                  <a:srgbClr val="142E42"/>
                </a:solidFill>
                <a:latin typeface="Consolas"/>
                <a:ea typeface="Consolas"/>
                <a:cs typeface="Consolas"/>
              </a:rPr>
              <a:t>cmp</a:t>
            </a:r>
            <a:r>
              <a:rPr sz="1725" b="0">
                <a:solidFill>
                  <a:srgbClr val="142E42"/>
                </a:solidFill>
                <a:latin typeface="Consolas"/>
                <a:ea typeface="Consolas"/>
                <a:cs typeface="Consolas"/>
              </a:rPr>
              <a:t> = 0;</a:t>
            </a:r>
          </a:p>
          <a:p xmlns:a="http://schemas.openxmlformats.org/drawingml/2006/main">
            <a:pPr algn="l">
              <a:buNone/>
              <a:defRPr sz="1725" b="0">
                <a:solidFill>
                  <a:srgbClr val="142E42"/>
                </a:solidFill>
                <a:latin typeface="Consolas"/>
                <a:ea typeface="Consolas"/>
                <a:cs typeface="Consolas"/>
              </a:defRPr>
            </a:pPr>
            <a:r>
              <a:rPr sz="1725" b="0">
                <a:solidFill>
                  <a:srgbClr val="142E42"/>
                </a:solidFill>
                <a:latin typeface="Consolas"/>
                <a:ea typeface="Consolas"/>
                <a:cs typeface="Consolas"/>
              </a:rPr>
              <a:t>    while (x != null) {</a:t>
            </a:r>
          </a:p>
          <a:p xmlns:a="http://schemas.openxmlformats.org/drawingml/2006/main">
            <a:pPr algn="l">
              <a:buNone/>
              <a:defRPr sz="1725" b="0">
                <a:solidFill>
                  <a:srgbClr val="142E42"/>
                </a:solidFill>
                <a:latin typeface="Consolas"/>
                <a:ea typeface="Consolas"/>
                <a:cs typeface="Consolas"/>
              </a:defRPr>
            </a:pPr>
            <a:r>
              <a:rPr sz="1725" b="0">
                <a:solidFill>
                  <a:srgbClr val="142E42"/>
                </a:solidFill>
                <a:latin typeface="Consolas"/>
                <a:ea typeface="Consolas"/>
                <a:cs typeface="Consolas"/>
              </a:rPr>
              <a:t>        parent = x;</a:t>
            </a:r>
          </a:p>
          <a:p xmlns:a="http://schemas.openxmlformats.org/drawingml/2006/main">
            <a:pPr algn="l">
              <a:buNone/>
              <a:defRPr sz="1725" b="0">
                <a:solidFill>
                  <a:srgbClr val="142E42"/>
                </a:solidFill>
                <a:latin typeface="Consolas"/>
                <a:ea typeface="Consolas"/>
                <a:cs typeface="Consolas"/>
              </a:defRPr>
            </a:pPr>
            <a:r>
              <a:rPr sz="1725" b="0">
                <a:solidFill>
                  <a:srgbClr val="142E42"/>
                </a:solidFill>
                <a:latin typeface="Consolas"/>
                <a:ea typeface="Consolas"/>
                <a:cs typeface="Consolas"/>
              </a:rPr>
              <a:t>        </a:t>
            </a:r>
            <a:r>
              <a:rPr sz="1725" b="0">
                <a:solidFill>
                  <a:srgbClr val="142E42"/>
                </a:solidFill>
                <a:latin typeface="Consolas"/>
                <a:ea typeface="Consolas"/>
                <a:cs typeface="Consolas"/>
              </a:rPr>
              <a:t>cmp</a:t>
            </a:r>
            <a:r>
              <a:rPr sz="1725" b="0">
                <a:solidFill>
                  <a:srgbClr val="142E42"/>
                </a:solidFill>
                <a:latin typeface="Consolas"/>
                <a:ea typeface="Consolas"/>
                <a:cs typeface="Consolas"/>
              </a:rPr>
              <a:t> = </a:t>
            </a:r>
            <a:r>
              <a:rPr sz="1725" b="0">
                <a:solidFill>
                  <a:srgbClr val="142E42"/>
                </a:solidFill>
                <a:latin typeface="Consolas"/>
                <a:ea typeface="Consolas"/>
                <a:cs typeface="Consolas"/>
              </a:rPr>
              <a:t>key.compareTo</a:t>
            </a:r>
            <a:r>
              <a:rPr sz="1725" b="0">
                <a:solidFill>
                  <a:srgbClr val="142E42"/>
                </a:solidFill>
                <a:latin typeface="Consolas"/>
                <a:ea typeface="Consolas"/>
                <a:cs typeface="Consolas"/>
              </a:rPr>
              <a:t>(</a:t>
            </a:r>
            <a:r>
              <a:rPr sz="1725" b="0">
                <a:solidFill>
                  <a:srgbClr val="142E42"/>
                </a:solidFill>
                <a:latin typeface="Consolas"/>
                <a:ea typeface="Consolas"/>
                <a:cs typeface="Consolas"/>
              </a:rPr>
              <a:t>x.key</a:t>
            </a:r>
            <a:r>
              <a:rPr sz="1725" b="0">
                <a:solidFill>
                  <a:srgbClr val="142E42"/>
                </a:solidFill>
                <a:latin typeface="Consolas"/>
                <a:ea typeface="Consolas"/>
                <a:cs typeface="Consolas"/>
              </a:rPr>
              <a:t>);</a:t>
            </a:r>
          </a:p>
          <a:p xmlns:a="http://schemas.openxmlformats.org/drawingml/2006/main">
            <a:pPr algn="l">
              <a:buNone/>
              <a:defRPr sz="1725" b="0">
                <a:solidFill>
                  <a:srgbClr val="142E42"/>
                </a:solidFill>
                <a:latin typeface="Consolas"/>
                <a:ea typeface="Consolas"/>
                <a:cs typeface="Consolas"/>
              </a:defRPr>
            </a:pPr>
            <a:r>
              <a:rPr sz="1725" b="0">
                <a:solidFill>
                  <a:srgbClr val="142E42"/>
                </a:solidFill>
                <a:latin typeface="Consolas"/>
                <a:ea typeface="Consolas"/>
                <a:cs typeface="Consolas"/>
              </a:rPr>
              <a:t>        if (</a:t>
            </a:r>
            <a:r>
              <a:rPr sz="1725" b="0">
                <a:solidFill>
                  <a:srgbClr val="142E42"/>
                </a:solidFill>
                <a:latin typeface="Consolas"/>
                <a:ea typeface="Consolas"/>
                <a:cs typeface="Consolas"/>
              </a:rPr>
              <a:t>cmp</a:t>
            </a:r>
            <a:r>
              <a:rPr sz="1725" b="0">
                <a:solidFill>
                  <a:srgbClr val="142E42"/>
                </a:solidFill>
                <a:latin typeface="Consolas"/>
                <a:ea typeface="Consolas"/>
                <a:cs typeface="Consolas"/>
              </a:rPr>
              <a:t> == 0) return false;</a:t>
            </a:r>
          </a:p>
          <a:p xmlns:a="http://schemas.openxmlformats.org/drawingml/2006/main">
            <a:pPr algn="l">
              <a:buNone/>
              <a:defRPr sz="1725" b="0">
                <a:solidFill>
                  <a:srgbClr val="142E42"/>
                </a:solidFill>
                <a:latin typeface="Consolas"/>
                <a:ea typeface="Consolas"/>
                <a:cs typeface="Consolas"/>
              </a:defRPr>
            </a:pPr>
            <a:r>
              <a:rPr sz="1725" b="0">
                <a:solidFill>
                  <a:srgbClr val="142E42"/>
                </a:solidFill>
                <a:latin typeface="Consolas"/>
                <a:ea typeface="Consolas"/>
                <a:cs typeface="Consolas"/>
              </a:rPr>
              <a:t>        x = </a:t>
            </a:r>
            <a:r>
              <a:rPr sz="1725" b="0">
                <a:solidFill>
                  <a:srgbClr val="142E42"/>
                </a:solidFill>
                <a:latin typeface="Consolas"/>
                <a:ea typeface="Consolas"/>
                <a:cs typeface="Consolas"/>
              </a:rPr>
              <a:t>cmp</a:t>
            </a:r>
            <a:r>
              <a:rPr sz="1725" b="0">
                <a:solidFill>
                  <a:srgbClr val="142E42"/>
                </a:solidFill>
                <a:latin typeface="Consolas"/>
                <a:ea typeface="Consolas"/>
                <a:cs typeface="Consolas"/>
              </a:rPr>
              <a:t> &lt; 0 ? </a:t>
            </a:r>
            <a:r>
              <a:rPr sz="1725" b="0">
                <a:solidFill>
                  <a:srgbClr val="142E42"/>
                </a:solidFill>
                <a:latin typeface="Consolas"/>
                <a:ea typeface="Consolas"/>
                <a:cs typeface="Consolas"/>
              </a:rPr>
              <a:t>x.left</a:t>
            </a:r>
            <a:r>
              <a:rPr sz="1725" b="0">
                <a:solidFill>
                  <a:srgbClr val="142E42"/>
                </a:solidFill>
                <a:latin typeface="Consolas"/>
                <a:ea typeface="Consolas"/>
                <a:cs typeface="Consolas"/>
              </a:rPr>
              <a:t> : </a:t>
            </a:r>
            <a:r>
              <a:rPr sz="1725" b="0">
                <a:solidFill>
                  <a:srgbClr val="142E42"/>
                </a:solidFill>
                <a:latin typeface="Consolas"/>
                <a:ea typeface="Consolas"/>
                <a:cs typeface="Consolas"/>
              </a:rPr>
              <a:t>x.right</a:t>
            </a:r>
            <a:r>
              <a:rPr sz="1725" b="0">
                <a:solidFill>
                  <a:srgbClr val="142E42"/>
                </a:solidFill>
                <a:latin typeface="Consolas"/>
                <a:ea typeface="Consolas"/>
                <a:cs typeface="Consolas"/>
              </a:rPr>
              <a:t>;</a:t>
            </a:r>
          </a:p>
          <a:p xmlns:a="http://schemas.openxmlformats.org/drawingml/2006/main">
            <a:pPr algn="l">
              <a:buNone/>
              <a:defRPr sz="1725" b="0">
                <a:solidFill>
                  <a:srgbClr val="142E42"/>
                </a:solidFill>
                <a:latin typeface="Consolas"/>
                <a:ea typeface="Consolas"/>
                <a:cs typeface="Consolas"/>
              </a:defRPr>
            </a:pPr>
            <a:r>
              <a:rPr sz="1725" b="0">
                <a:solidFill>
                  <a:srgbClr val="142E42"/>
                </a:solidFill>
                <a:latin typeface="Consolas"/>
                <a:ea typeface="Consolas"/>
                <a:cs typeface="Consolas"/>
              </a:rPr>
              <a:t>    }</a:t>
            </a:r>
          </a:p>
          <a:p xmlns:a="http://schemas.openxmlformats.org/drawingml/2006/main">
            <a:pPr algn="l">
              <a:buNone/>
              <a:defRPr sz="1725" b="0">
                <a:solidFill>
                  <a:srgbClr val="142E42"/>
                </a:solidFill>
                <a:latin typeface="Consolas"/>
                <a:ea typeface="Consolas"/>
                <a:cs typeface="Consolas"/>
              </a:defRPr>
            </a:pPr>
            <a:r>
              <a:rPr sz="1725" b="0">
                <a:solidFill>
                  <a:srgbClr val="142E42"/>
                </a:solidFill>
                <a:latin typeface="Consolas"/>
                <a:ea typeface="Consolas"/>
                <a:cs typeface="Consolas"/>
              </a:rPr>
              <a:t>    Node&lt;E&gt; node = new Node&lt;&gt;(key);</a:t>
            </a:r>
          </a:p>
          <a:p xmlns:a="http://schemas.openxmlformats.org/drawingml/2006/main">
            <a:pPr algn="l">
              <a:buNone/>
              <a:defRPr sz="1725" b="0">
                <a:solidFill>
                  <a:srgbClr val="142E42"/>
                </a:solidFill>
                <a:latin typeface="Consolas"/>
                <a:ea typeface="Consolas"/>
                <a:cs typeface="Consolas"/>
              </a:defRPr>
            </a:pPr>
            <a:r>
              <a:rPr sz="1725" b="0">
                <a:solidFill>
                  <a:srgbClr val="142E42"/>
                </a:solidFill>
                <a:latin typeface="Consolas"/>
                <a:ea typeface="Consolas"/>
                <a:cs typeface="Consolas"/>
              </a:rPr>
              <a:t>    if (parent == null) root = node;</a:t>
            </a:r>
          </a:p>
          <a:p xmlns:a="http://schemas.openxmlformats.org/drawingml/2006/main">
            <a:pPr algn="l">
              <a:buNone/>
              <a:defRPr sz="1725" b="0">
                <a:solidFill>
                  <a:srgbClr val="142E42"/>
                </a:solidFill>
                <a:latin typeface="Consolas"/>
                <a:ea typeface="Consolas"/>
                <a:cs typeface="Consolas"/>
              </a:defRPr>
            </a:pPr>
            <a:r>
              <a:rPr sz="1725" b="0">
                <a:solidFill>
                  <a:srgbClr val="142E42"/>
                </a:solidFill>
                <a:latin typeface="Consolas"/>
                <a:ea typeface="Consolas"/>
                <a:cs typeface="Consolas"/>
              </a:rPr>
              <a:t>    else if (</a:t>
            </a:r>
            <a:r>
              <a:rPr sz="1725" b="0">
                <a:solidFill>
                  <a:srgbClr val="142E42"/>
                </a:solidFill>
                <a:latin typeface="Consolas"/>
                <a:ea typeface="Consolas"/>
                <a:cs typeface="Consolas"/>
              </a:rPr>
              <a:t>cmp</a:t>
            </a:r>
            <a:r>
              <a:rPr sz="1725" b="0">
                <a:solidFill>
                  <a:srgbClr val="142E42"/>
                </a:solidFill>
                <a:latin typeface="Consolas"/>
                <a:ea typeface="Consolas"/>
                <a:cs typeface="Consolas"/>
              </a:rPr>
              <a:t> &lt; 0) </a:t>
            </a:r>
            <a:r>
              <a:rPr sz="1725" b="0">
                <a:solidFill>
                  <a:srgbClr val="142E42"/>
                </a:solidFill>
                <a:latin typeface="Consolas"/>
                <a:ea typeface="Consolas"/>
                <a:cs typeface="Consolas"/>
              </a:rPr>
              <a:t>parent.left</a:t>
            </a:r>
            <a:r>
              <a:rPr sz="1725" b="0">
                <a:solidFill>
                  <a:srgbClr val="142E42"/>
                </a:solidFill>
                <a:latin typeface="Consolas"/>
                <a:ea typeface="Consolas"/>
                <a:cs typeface="Consolas"/>
              </a:rPr>
              <a:t> = node;</a:t>
            </a:r>
          </a:p>
          <a:p xmlns:a="http://schemas.openxmlformats.org/drawingml/2006/main">
            <a:pPr algn="l">
              <a:buNone/>
              <a:defRPr sz="1725" b="0">
                <a:solidFill>
                  <a:srgbClr val="142E42"/>
                </a:solidFill>
                <a:latin typeface="Consolas"/>
                <a:ea typeface="Consolas"/>
                <a:cs typeface="Consolas"/>
              </a:defRPr>
            </a:pPr>
            <a:r>
              <a:rPr sz="1725" b="0">
                <a:solidFill>
                  <a:srgbClr val="142E42"/>
                </a:solidFill>
                <a:latin typeface="Consolas"/>
                <a:ea typeface="Consolas"/>
                <a:cs typeface="Consolas"/>
              </a:rPr>
              <a:t>    else </a:t>
            </a:r>
            <a:r>
              <a:rPr sz="1725" b="0">
                <a:solidFill>
                  <a:srgbClr val="142E42"/>
                </a:solidFill>
                <a:latin typeface="Consolas"/>
                <a:ea typeface="Consolas"/>
                <a:cs typeface="Consolas"/>
              </a:rPr>
              <a:t>parent.right</a:t>
            </a:r>
            <a:r>
              <a:rPr sz="1725" b="0">
                <a:solidFill>
                  <a:srgbClr val="142E42"/>
                </a:solidFill>
                <a:latin typeface="Consolas"/>
                <a:ea typeface="Consolas"/>
                <a:cs typeface="Consolas"/>
              </a:rPr>
              <a:t> = node;</a:t>
            </a:r>
          </a:p>
          <a:p xmlns:a="http://schemas.openxmlformats.org/drawingml/2006/main">
            <a:pPr algn="l">
              <a:buNone/>
              <a:defRPr sz="1725" b="0">
                <a:solidFill>
                  <a:srgbClr val="142E42"/>
                </a:solidFill>
                <a:latin typeface="Consolas"/>
                <a:ea typeface="Consolas"/>
                <a:cs typeface="Consolas"/>
              </a:defRPr>
            </a:pPr>
            <a:r>
              <a:rPr sz="1725" b="0">
                <a:solidFill>
                  <a:srgbClr val="142E42"/>
                </a:solidFill>
                <a:latin typeface="Consolas"/>
                <a:ea typeface="Consolas"/>
                <a:cs typeface="Consolas"/>
              </a:rPr>
              <a:t>    size++;</a:t>
            </a:r>
          </a:p>
          <a:p xmlns:a="http://schemas.openxmlformats.org/drawingml/2006/main">
            <a:pPr algn="l">
              <a:buNone/>
              <a:defRPr sz="1725" b="0">
                <a:solidFill>
                  <a:srgbClr val="142E42"/>
                </a:solidFill>
                <a:latin typeface="Consolas"/>
                <a:ea typeface="Consolas"/>
                <a:cs typeface="Consolas"/>
              </a:defRPr>
            </a:pPr>
            <a:r>
              <a:rPr sz="1725" b="0">
                <a:solidFill>
                  <a:srgbClr val="142E42"/>
                </a:solidFill>
                <a:latin typeface="Consolas"/>
                <a:ea typeface="Consolas"/>
                <a:cs typeface="Consolas"/>
              </a:rPr>
              <a:t>    return true;</a:t>
            </a:r>
          </a:p>
          <a:p xmlns:a="http://schemas.openxmlformats.org/drawingml/2006/main">
            <a:pPr algn="l">
              <a:buNone/>
              <a:defRPr sz="1725" b="0">
                <a:solidFill>
                  <a:srgbClr val="142E42"/>
                </a:solidFill>
                <a:latin typeface="Consolas"/>
                <a:ea typeface="Consolas"/>
                <a:cs typeface="Consolas"/>
              </a:defRPr>
            </a:pPr>
            <a:r>
              <a:rPr sz="1725" b="0">
                <a:solidFill>
                  <a:srgbClr val="142E42"/>
                </a:solidFill>
                <a:latin typeface="Consolas"/>
                <a:ea typeface="Consolas"/>
                <a:cs typeface="Consolas"/>
              </a:rPr>
              <a:t>}</a:t>
            </a:r>
          </a:p>
        </p:txBody>
      </p:sp>
      <p:sp>
        <p:nvSpPr>
          <p:cNvPr id="5" name="local-java-BST">
            <a:extLst xmlns:a="http://schemas.openxmlformats.org/drawingml/2006/main">
              <a:ext uri="{FF2B5EF4-FFF2-40B4-BE49-F238E27FC236}">
                <a16:creationId xmlns:a16="http://schemas.microsoft.com/office/drawing/2014/main" id="{11DD5590-DD29-42BA-8FF8-0A4A25622EBF}"/>
              </a:ext>
            </a:extLst>
          </p:cNvPr>
          <p:cNvSpPr>
            <a:spLocks xmlns:a="http://schemas.openxmlformats.org/drawingml/2006/main" noGrp="1"/>
          </p:cNvSpPr>
          <p:nvPr/>
        </p:nvSpPr>
        <p:spPr>
          <a:xfrm xmlns:a="http://schemas.openxmlformats.org/drawingml/2006/main">
            <a:off x="609600" y="6134100"/>
            <a:ext cx="357187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350" b="0">
                <a:solidFill>
                  <a:srgbClr val="007D89"/>
                </a:solidFill>
                <a:latin typeface="Arial"/>
                <a:ea typeface="Arial"/>
                <a:cs typeface="Arial"/>
              </a:defRPr>
            </a:defPPr>
            <a:lvl1pPr>
              <a:defRPr sz="1350" b="0">
                <a:solidFill>
                  <a:srgbClr val="007D89"/>
                </a:solidFill>
                <a:latin typeface="Arial"/>
                <a:ea typeface="Arial"/>
                <a:cs typeface="Arial"/>
              </a:defRPr>
            </a:lvl1pPr>
            <a:lvl2pPr>
              <a:defRPr sz="1350" b="0">
                <a:solidFill>
                  <a:srgbClr val="007D89"/>
                </a:solidFill>
                <a:latin typeface="Arial"/>
                <a:ea typeface="Arial"/>
                <a:cs typeface="Arial"/>
              </a:defRPr>
            </a:lvl2pPr>
            <a:lvl3pPr>
              <a:defRPr sz="1350" b="0">
                <a:solidFill>
                  <a:srgbClr val="007D89"/>
                </a:solidFill>
                <a:latin typeface="Arial"/>
                <a:ea typeface="Arial"/>
                <a:cs typeface="Arial"/>
              </a:defRPr>
            </a:lvl3pPr>
            <a:lvl4pPr>
              <a:defRPr sz="1350" b="0">
                <a:solidFill>
                  <a:srgbClr val="007D89"/>
                </a:solidFill>
                <a:latin typeface="Arial"/>
                <a:ea typeface="Arial"/>
                <a:cs typeface="Arial"/>
              </a:defRPr>
            </a:lvl4pPr>
            <a:lvl5pPr>
              <a:defRPr sz="1350" b="0">
                <a:solidFill>
                  <a:srgbClr val="007D89"/>
                </a:solidFill>
                <a:latin typeface="Arial"/>
                <a:ea typeface="Arial"/>
                <a:cs typeface="Arial"/>
              </a:defRPr>
            </a:lvl5pPr>
            <a:lvl6pPr>
              <a:defRPr sz="1350" b="0">
                <a:solidFill>
                  <a:srgbClr val="007D89"/>
                </a:solidFill>
                <a:latin typeface="Arial"/>
                <a:ea typeface="Arial"/>
                <a:cs typeface="Arial"/>
              </a:defRPr>
            </a:lvl6pPr>
            <a:lvl7pPr>
              <a:defRPr sz="1350" b="0">
                <a:solidFill>
                  <a:srgbClr val="007D89"/>
                </a:solidFill>
                <a:latin typeface="Arial"/>
                <a:ea typeface="Arial"/>
                <a:cs typeface="Arial"/>
              </a:defRPr>
            </a:lvl7pPr>
            <a:lvl8pPr>
              <a:defRPr sz="1350" b="0">
                <a:solidFill>
                  <a:srgbClr val="007D89"/>
                </a:solidFill>
                <a:latin typeface="Arial"/>
                <a:ea typeface="Arial"/>
                <a:cs typeface="Arial"/>
              </a:defRPr>
            </a:lvl8pPr>
            <a:lvl9pPr>
              <a:defRPr sz="1350" b="0">
                <a:solidFill>
                  <a:srgbClr val="007D89"/>
                </a:solidFill>
                <a:latin typeface="Arial"/>
                <a:ea typeface="Arial"/>
                <a:cs typeface="Arial"/>
              </a:defRPr>
            </a:lvl9pPr>
          </a:lstStyle>
          <a:p xmlns:a="http://schemas.openxmlformats.org/drawingml/2006/main">
            <a:pPr>
              <a:defRPr sz="1350" b="0">
                <a:solidFill>
                  <a:srgbClr val="007D89"/>
                </a:solidFill>
                <a:latin typeface="Arial"/>
                <a:ea typeface="Arial"/>
                <a:cs typeface="Arial"/>
              </a:defRPr>
            </a:pPr>
            <a:r>
              <a:rPr sz="1350" u="sng">
                <a:solidFill>
                  <a:srgbClr val="007D89"/>
                </a:solidFill>
                <a:latin typeface="Arial"/>
                <a:ea typeface="Arial"/>
                <a:cs typeface="Arial"/>
                <a:hlinkClick xmlns:r="http://schemas.openxmlformats.org/officeDocument/2006/relationships" r:id="Red20fdaf5f4d4ec3"/>
              </a:rPr>
              <a:t>Java: BST.java</a:t>
            </a:r>
          </a:p>
        </p:txBody>
      </p:sp>
      <p:sp>
        <p:nvSpPr>
          <p:cNvPr id="6" name="local-java-InsertionDemo">
            <a:extLst xmlns:a="http://schemas.openxmlformats.org/drawingml/2006/main">
              <a:ext uri="{FF2B5EF4-FFF2-40B4-BE49-F238E27FC236}">
                <a16:creationId xmlns:a16="http://schemas.microsoft.com/office/drawing/2014/main" id="{A0C2E51D-15AB-4BD6-A8D1-5113B02036F2}"/>
              </a:ext>
            </a:extLst>
          </p:cNvPr>
          <p:cNvSpPr>
            <a:spLocks xmlns:a="http://schemas.openxmlformats.org/drawingml/2006/main" noGrp="1"/>
          </p:cNvSpPr>
          <p:nvPr/>
        </p:nvSpPr>
        <p:spPr>
          <a:xfrm xmlns:a="http://schemas.openxmlformats.org/drawingml/2006/main">
            <a:off x="4229100" y="6134100"/>
            <a:ext cx="357187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350" b="0">
                <a:solidFill>
                  <a:srgbClr val="007D89"/>
                </a:solidFill>
                <a:latin typeface="Arial"/>
                <a:ea typeface="Arial"/>
                <a:cs typeface="Arial"/>
              </a:defRPr>
            </a:defPPr>
            <a:lvl1pPr>
              <a:defRPr sz="1350" b="0">
                <a:solidFill>
                  <a:srgbClr val="007D89"/>
                </a:solidFill>
                <a:latin typeface="Arial"/>
                <a:ea typeface="Arial"/>
                <a:cs typeface="Arial"/>
              </a:defRPr>
            </a:lvl1pPr>
            <a:lvl2pPr>
              <a:defRPr sz="1350" b="0">
                <a:solidFill>
                  <a:srgbClr val="007D89"/>
                </a:solidFill>
                <a:latin typeface="Arial"/>
                <a:ea typeface="Arial"/>
                <a:cs typeface="Arial"/>
              </a:defRPr>
            </a:lvl2pPr>
            <a:lvl3pPr>
              <a:defRPr sz="1350" b="0">
                <a:solidFill>
                  <a:srgbClr val="007D89"/>
                </a:solidFill>
                <a:latin typeface="Arial"/>
                <a:ea typeface="Arial"/>
                <a:cs typeface="Arial"/>
              </a:defRPr>
            </a:lvl3pPr>
            <a:lvl4pPr>
              <a:defRPr sz="1350" b="0">
                <a:solidFill>
                  <a:srgbClr val="007D89"/>
                </a:solidFill>
                <a:latin typeface="Arial"/>
                <a:ea typeface="Arial"/>
                <a:cs typeface="Arial"/>
              </a:defRPr>
            </a:lvl4pPr>
            <a:lvl5pPr>
              <a:defRPr sz="1350" b="0">
                <a:solidFill>
                  <a:srgbClr val="007D89"/>
                </a:solidFill>
                <a:latin typeface="Arial"/>
                <a:ea typeface="Arial"/>
                <a:cs typeface="Arial"/>
              </a:defRPr>
            </a:lvl5pPr>
            <a:lvl6pPr>
              <a:defRPr sz="1350" b="0">
                <a:solidFill>
                  <a:srgbClr val="007D89"/>
                </a:solidFill>
                <a:latin typeface="Arial"/>
                <a:ea typeface="Arial"/>
                <a:cs typeface="Arial"/>
              </a:defRPr>
            </a:lvl6pPr>
            <a:lvl7pPr>
              <a:defRPr sz="1350" b="0">
                <a:solidFill>
                  <a:srgbClr val="007D89"/>
                </a:solidFill>
                <a:latin typeface="Arial"/>
                <a:ea typeface="Arial"/>
                <a:cs typeface="Arial"/>
              </a:defRPr>
            </a:lvl7pPr>
            <a:lvl8pPr>
              <a:defRPr sz="1350" b="0">
                <a:solidFill>
                  <a:srgbClr val="007D89"/>
                </a:solidFill>
                <a:latin typeface="Arial"/>
                <a:ea typeface="Arial"/>
                <a:cs typeface="Arial"/>
              </a:defRPr>
            </a:lvl8pPr>
            <a:lvl9pPr>
              <a:defRPr sz="1350" b="0">
                <a:solidFill>
                  <a:srgbClr val="007D89"/>
                </a:solidFill>
                <a:latin typeface="Arial"/>
                <a:ea typeface="Arial"/>
                <a:cs typeface="Arial"/>
              </a:defRPr>
            </a:lvl9pPr>
          </a:lstStyle>
          <a:p xmlns:a="http://schemas.openxmlformats.org/drawingml/2006/main">
            <a:pPr>
              <a:defRPr sz="1350" b="0">
                <a:solidFill>
                  <a:srgbClr val="007D89"/>
                </a:solidFill>
                <a:latin typeface="Arial"/>
                <a:ea typeface="Arial"/>
                <a:cs typeface="Arial"/>
              </a:defRPr>
            </a:pPr>
            <a:r>
              <a:rPr sz="1350" u="sng">
                <a:solidFill>
                  <a:srgbClr val="007D89"/>
                </a:solidFill>
                <a:latin typeface="Arial"/>
                <a:ea typeface="Arial"/>
                <a:cs typeface="Arial"/>
                <a:hlinkClick xmlns:r="http://schemas.openxmlformats.org/officeDocument/2006/relationships" r:id="Rc8e490244f804c0e"/>
              </a:rPr>
              <a:t>Java: InsertionDemo.java</a:t>
            </a:r>
          </a:p>
        </p:txBody>
      </p:sp>
    </p:spTree>
    <p:extLst>
      <p:ext uri="{BB962C8B-B14F-4D97-AF65-F5344CB8AC3E}">
        <p14:creationId xmlns:p14="http://schemas.microsoft.com/office/powerpoint/2010/main" val="356228553"/>
      </p:ext>
    </p:extLst>
  </p:cSld>
</p:sld>
</file>

<file path=ppt/slides/slide19.xml><?xml version="1.0" encoding="utf-8"?>
<p:sld xmlns:p="http://schemas.openxmlformats.org/presentationml/2006/main">
  <p:cSld>
    <p:bg>
      <p:bgPr>
        <a:solidFill xmlns:a="http://schemas.openxmlformats.org/drawingml/2006/main">
          <a:srgbClr val="FAFCFD"/>
        </a:solidFill>
      </p:bgPr>
    </p:bg>
    <p:spTree>
      <p:nvGrpSpPr>
        <p:cNvPr id="1" name=""/>
        <p:cNvGrpSpPr/>
        <p:nvPr/>
      </p:nvGrpSpPr>
      <p:grpSpPr>
        <a:xfrm xmlns:a="http://schemas.openxmlformats.org/drawingml/2006/main"/>
      </p:grpSpPr>
      <p:sp>
        <p:nvSpPr>
          <p:cNvPr id="21" name="text-0">
            <a:extLst xmlns:a="http://schemas.openxmlformats.org/drawingml/2006/main">
              <a:ext uri="{FF2B5EF4-FFF2-40B4-BE49-F238E27FC236}">
                <a16:creationId xmlns:a16="http://schemas.microsoft.com/office/drawing/2014/main" id="{91E79BFF-4008-42BA-8A2E-B0F81DB2C5C8}"/>
              </a:ext>
            </a:extLst>
          </p:cNvPr>
          <p:cNvSpPr>
            <a:spLocks xmlns:a="http://schemas.openxmlformats.org/drawingml/2006/main" noGrp="1"/>
          </p:cNvSpPr>
          <p:nvPr/>
        </p:nvSpPr>
        <p:spPr>
          <a:xfrm xmlns:a="http://schemas.openxmlformats.org/drawingml/2006/main">
            <a:off x="609600" y="419100"/>
            <a:ext cx="10953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lgn="l">
              <a:defRPr sz="3150" b="1">
                <a:solidFill>
                  <a:srgbClr val="142E42"/>
                </a:solidFill>
                <a:latin typeface="Arial"/>
                <a:ea typeface="Arial"/>
                <a:cs typeface="Arial"/>
              </a:defRPr>
            </a:defPPr>
            <a:lvl1pPr algn="l">
              <a:buNone/>
              <a:defRPr sz="3150" b="1">
                <a:solidFill>
                  <a:srgbClr val="142E42"/>
                </a:solidFill>
                <a:latin typeface="Arial"/>
                <a:ea typeface="Arial"/>
                <a:cs typeface="Arial"/>
              </a:defRPr>
            </a:lvl1pPr>
            <a:lvl2pPr algn="l">
              <a:buNone/>
              <a:defRPr sz="3150" b="1">
                <a:solidFill>
                  <a:srgbClr val="142E42"/>
                </a:solidFill>
                <a:latin typeface="Arial"/>
                <a:ea typeface="Arial"/>
                <a:cs typeface="Arial"/>
              </a:defRPr>
            </a:lvl2pPr>
            <a:lvl3pPr algn="l">
              <a:buNone/>
              <a:defRPr sz="3150" b="1">
                <a:solidFill>
                  <a:srgbClr val="142E42"/>
                </a:solidFill>
                <a:latin typeface="Arial"/>
                <a:ea typeface="Arial"/>
                <a:cs typeface="Arial"/>
              </a:defRPr>
            </a:lvl3pPr>
            <a:lvl4pPr algn="l">
              <a:buNone/>
              <a:defRPr sz="3150" b="1">
                <a:solidFill>
                  <a:srgbClr val="142E42"/>
                </a:solidFill>
                <a:latin typeface="Arial"/>
                <a:ea typeface="Arial"/>
                <a:cs typeface="Arial"/>
              </a:defRPr>
            </a:lvl4pPr>
            <a:lvl5pPr algn="l">
              <a:buNone/>
              <a:defRPr sz="3150" b="1">
                <a:solidFill>
                  <a:srgbClr val="142E42"/>
                </a:solidFill>
                <a:latin typeface="Arial"/>
                <a:ea typeface="Arial"/>
                <a:cs typeface="Arial"/>
              </a:defRPr>
            </a:lvl5pPr>
            <a:lvl6pPr algn="l">
              <a:buNone/>
              <a:defRPr sz="3150" b="1">
                <a:solidFill>
                  <a:srgbClr val="142E42"/>
                </a:solidFill>
                <a:latin typeface="Arial"/>
                <a:ea typeface="Arial"/>
                <a:cs typeface="Arial"/>
              </a:defRPr>
            </a:lvl6pPr>
            <a:lvl7pPr algn="l">
              <a:buNone/>
              <a:defRPr sz="3150" b="1">
                <a:solidFill>
                  <a:srgbClr val="142E42"/>
                </a:solidFill>
                <a:latin typeface="Arial"/>
                <a:ea typeface="Arial"/>
                <a:cs typeface="Arial"/>
              </a:defRPr>
            </a:lvl7pPr>
            <a:lvl8pPr algn="l">
              <a:buNone/>
              <a:defRPr sz="3150" b="1">
                <a:solidFill>
                  <a:srgbClr val="142E42"/>
                </a:solidFill>
                <a:latin typeface="Arial"/>
                <a:ea typeface="Arial"/>
                <a:cs typeface="Arial"/>
              </a:defRPr>
            </a:lvl8pPr>
            <a:lvl9pPr algn="l">
              <a:buNone/>
              <a:defRPr sz="3150" b="1">
                <a:solidFill>
                  <a:srgbClr val="142E42"/>
                </a:solidFill>
                <a:latin typeface="Arial"/>
                <a:ea typeface="Arial"/>
                <a:cs typeface="Arial"/>
              </a:defRPr>
            </a:lvl9pPr>
          </a:lstStyle>
          <a:p xmlns:a="http://schemas.openxmlformats.org/drawingml/2006/main">
            <a:pPr algn="l">
              <a:buNone/>
              <a:defRPr sz="3150" b="1">
                <a:solidFill>
                  <a:srgbClr val="142E42"/>
                </a:solidFill>
                <a:latin typeface="Arial"/>
                <a:ea typeface="Arial"/>
                <a:cs typeface="Arial"/>
              </a:defRPr>
            </a:pPr>
            <a:r>
              <a:rPr sz="3150" b="1">
                <a:solidFill>
                  <a:srgbClr val="142E42"/>
                </a:solidFill>
                <a:latin typeface="Arial"/>
                <a:ea typeface="Arial"/>
                <a:cs typeface="Arial"/>
              </a:rPr>
              <a:t>An expression tree is a binary tree</a:t>
            </a:r>
          </a:p>
        </p:txBody>
      </p:sp>
      <p:sp>
        <p:nvSpPr>
          <p:cNvPr id="2" name="text-1">
            <a:extLst xmlns:a="http://schemas.openxmlformats.org/drawingml/2006/main">
              <a:ext uri="{FF2B5EF4-FFF2-40B4-BE49-F238E27FC236}">
                <a16:creationId xmlns:a16="http://schemas.microsoft.com/office/drawing/2014/main" id="{65143CD4-F3D8-4449-9DE8-82DAE013E7F0}"/>
              </a:ext>
            </a:extLst>
          </p:cNvPr>
          <p:cNvSpPr>
            <a:spLocks xmlns:a="http://schemas.openxmlformats.org/drawingml/2006/main" noGrp="1"/>
          </p:cNvSpPr>
          <p:nvPr/>
        </p:nvSpPr>
        <p:spPr>
          <a:xfrm xmlns:a="http://schemas.openxmlformats.org/drawingml/2006/main">
            <a:off x="11163300" y="6381750"/>
            <a:ext cx="476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lgn="l">
              <a:defRPr sz="1275" b="0">
                <a:solidFill>
                  <a:srgbClr val="4B6070"/>
                </a:solidFill>
                <a:latin typeface="Arial"/>
                <a:ea typeface="Arial"/>
                <a:cs typeface="Arial"/>
              </a:defRPr>
            </a:defPPr>
            <a:lvl1pPr algn="l">
              <a:buNone/>
              <a:defRPr sz="1275" b="0">
                <a:solidFill>
                  <a:srgbClr val="4B6070"/>
                </a:solidFill>
                <a:latin typeface="Arial"/>
                <a:ea typeface="Arial"/>
                <a:cs typeface="Arial"/>
              </a:defRPr>
            </a:lvl1pPr>
            <a:lvl2pPr algn="l">
              <a:buNone/>
              <a:defRPr sz="1275" b="0">
                <a:solidFill>
                  <a:srgbClr val="4B6070"/>
                </a:solidFill>
                <a:latin typeface="Arial"/>
                <a:ea typeface="Arial"/>
                <a:cs typeface="Arial"/>
              </a:defRPr>
            </a:lvl2pPr>
            <a:lvl3pPr algn="l">
              <a:buNone/>
              <a:defRPr sz="1275" b="0">
                <a:solidFill>
                  <a:srgbClr val="4B6070"/>
                </a:solidFill>
                <a:latin typeface="Arial"/>
                <a:ea typeface="Arial"/>
                <a:cs typeface="Arial"/>
              </a:defRPr>
            </a:lvl3pPr>
            <a:lvl4pPr algn="l">
              <a:buNone/>
              <a:defRPr sz="1275" b="0">
                <a:solidFill>
                  <a:srgbClr val="4B6070"/>
                </a:solidFill>
                <a:latin typeface="Arial"/>
                <a:ea typeface="Arial"/>
                <a:cs typeface="Arial"/>
              </a:defRPr>
            </a:lvl4pPr>
            <a:lvl5pPr algn="l">
              <a:buNone/>
              <a:defRPr sz="1275" b="0">
                <a:solidFill>
                  <a:srgbClr val="4B6070"/>
                </a:solidFill>
                <a:latin typeface="Arial"/>
                <a:ea typeface="Arial"/>
                <a:cs typeface="Arial"/>
              </a:defRPr>
            </a:lvl5pPr>
            <a:lvl6pPr algn="l">
              <a:buNone/>
              <a:defRPr sz="1275" b="0">
                <a:solidFill>
                  <a:srgbClr val="4B6070"/>
                </a:solidFill>
                <a:latin typeface="Arial"/>
                <a:ea typeface="Arial"/>
                <a:cs typeface="Arial"/>
              </a:defRPr>
            </a:lvl6pPr>
            <a:lvl7pPr algn="l">
              <a:buNone/>
              <a:defRPr sz="1275" b="0">
                <a:solidFill>
                  <a:srgbClr val="4B6070"/>
                </a:solidFill>
                <a:latin typeface="Arial"/>
                <a:ea typeface="Arial"/>
                <a:cs typeface="Arial"/>
              </a:defRPr>
            </a:lvl7pPr>
            <a:lvl8pPr algn="l">
              <a:buNone/>
              <a:defRPr sz="1275" b="0">
                <a:solidFill>
                  <a:srgbClr val="4B6070"/>
                </a:solidFill>
                <a:latin typeface="Arial"/>
                <a:ea typeface="Arial"/>
                <a:cs typeface="Arial"/>
              </a:defRPr>
            </a:lvl8pPr>
            <a:lvl9pPr algn="l">
              <a:buNone/>
              <a:defRPr sz="1275" b="0">
                <a:solidFill>
                  <a:srgbClr val="4B6070"/>
                </a:solidFill>
                <a:latin typeface="Arial"/>
                <a:ea typeface="Arial"/>
                <a:cs typeface="Arial"/>
              </a:defRPr>
            </a:lvl9pPr>
          </a:lstStyle>
          <a:p xmlns:a="http://schemas.openxmlformats.org/drawingml/2006/main">
            <a:pPr algn="l">
              <a:buNone/>
              <a:defRPr sz="1275" b="0">
                <a:solidFill>
                  <a:srgbClr val="4B6070"/>
                </a:solidFill>
                <a:latin typeface="Arial"/>
                <a:ea typeface="Arial"/>
                <a:cs typeface="Arial"/>
              </a:defRPr>
            </a:pPr>
            <a:r>
              <a:rPr sz="1275" b="0">
                <a:solidFill>
                  <a:srgbClr val="4B6070"/>
                </a:solidFill>
                <a:latin typeface="Arial"/>
                <a:ea typeface="Arial"/>
                <a:cs typeface="Arial"/>
              </a:rPr>
              <a:t>19</a:t>
            </a:r>
          </a:p>
        </p:txBody>
      </p:sp>
      <p:sp>
        <p:nvSpPr>
          <p:cNvPr id="3" name="text-2">
            <a:extLst xmlns:a="http://schemas.openxmlformats.org/drawingml/2006/main">
              <a:ext uri="{FF2B5EF4-FFF2-40B4-BE49-F238E27FC236}">
                <a16:creationId xmlns:a16="http://schemas.microsoft.com/office/drawing/2014/main" id="{960DA9B5-EDB5-4825-BB63-B532A0D2D0AE}"/>
              </a:ext>
            </a:extLst>
          </p:cNvPr>
          <p:cNvSpPr>
            <a:spLocks xmlns:a="http://schemas.openxmlformats.org/drawingml/2006/main" noGrp="1"/>
          </p:cNvSpPr>
          <p:nvPr/>
        </p:nvSpPr>
        <p:spPr>
          <a:xfrm xmlns:a="http://schemas.openxmlformats.org/drawingml/2006/main">
            <a:off x="609600" y="1571625"/>
            <a:ext cx="6000750" cy="3905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lgn="l">
              <a:defRPr sz="2175" b="0">
                <a:solidFill>
                  <a:srgbClr val="142E42"/>
                </a:solidFill>
                <a:latin typeface="Arial"/>
                <a:ea typeface="Arial"/>
                <a:cs typeface="Arial"/>
              </a:defRPr>
            </a:defPPr>
            <a:lvl1pPr algn="l">
              <a:buNone/>
              <a:defRPr sz="2175" b="0">
                <a:solidFill>
                  <a:srgbClr val="142E42"/>
                </a:solidFill>
                <a:latin typeface="Arial"/>
                <a:ea typeface="Arial"/>
                <a:cs typeface="Arial"/>
              </a:defRPr>
            </a:lvl1pPr>
            <a:lvl2pPr algn="l">
              <a:buNone/>
              <a:defRPr sz="2175" b="0">
                <a:solidFill>
                  <a:srgbClr val="142E42"/>
                </a:solidFill>
                <a:latin typeface="Arial"/>
                <a:ea typeface="Arial"/>
                <a:cs typeface="Arial"/>
              </a:defRPr>
            </a:lvl2pPr>
            <a:lvl3pPr algn="l">
              <a:buNone/>
              <a:defRPr sz="2175" b="0">
                <a:solidFill>
                  <a:srgbClr val="142E42"/>
                </a:solidFill>
                <a:latin typeface="Arial"/>
                <a:ea typeface="Arial"/>
                <a:cs typeface="Arial"/>
              </a:defRPr>
            </a:lvl3pPr>
            <a:lvl4pPr algn="l">
              <a:buNone/>
              <a:defRPr sz="2175" b="0">
                <a:solidFill>
                  <a:srgbClr val="142E42"/>
                </a:solidFill>
                <a:latin typeface="Arial"/>
                <a:ea typeface="Arial"/>
                <a:cs typeface="Arial"/>
              </a:defRPr>
            </a:lvl4pPr>
            <a:lvl5pPr algn="l">
              <a:buNone/>
              <a:defRPr sz="2175" b="0">
                <a:solidFill>
                  <a:srgbClr val="142E42"/>
                </a:solidFill>
                <a:latin typeface="Arial"/>
                <a:ea typeface="Arial"/>
                <a:cs typeface="Arial"/>
              </a:defRPr>
            </a:lvl5pPr>
            <a:lvl6pPr algn="l">
              <a:buNone/>
              <a:defRPr sz="2175" b="0">
                <a:solidFill>
                  <a:srgbClr val="142E42"/>
                </a:solidFill>
                <a:latin typeface="Arial"/>
                <a:ea typeface="Arial"/>
                <a:cs typeface="Arial"/>
              </a:defRPr>
            </a:lvl6pPr>
            <a:lvl7pPr algn="l">
              <a:buNone/>
              <a:defRPr sz="2175" b="0">
                <a:solidFill>
                  <a:srgbClr val="142E42"/>
                </a:solidFill>
                <a:latin typeface="Arial"/>
                <a:ea typeface="Arial"/>
                <a:cs typeface="Arial"/>
              </a:defRPr>
            </a:lvl7pPr>
            <a:lvl8pPr algn="l">
              <a:buNone/>
              <a:defRPr sz="2175" b="0">
                <a:solidFill>
                  <a:srgbClr val="142E42"/>
                </a:solidFill>
                <a:latin typeface="Arial"/>
                <a:ea typeface="Arial"/>
                <a:cs typeface="Arial"/>
              </a:defRPr>
            </a:lvl8pPr>
            <a:lvl9pPr algn="l">
              <a:buNone/>
              <a:defRPr sz="2175" b="0">
                <a:solidFill>
                  <a:srgbClr val="142E42"/>
                </a:solidFill>
                <a:latin typeface="Arial"/>
                <a:ea typeface="Arial"/>
                <a:cs typeface="Arial"/>
              </a:defRPr>
            </a:lvl9pPr>
          </a:lstStyle>
          <a:p xmlns:a="http://schemas.openxmlformats.org/drawingml/2006/main">
            <a:pPr algn="l">
              <a:buNone/>
              <a:defRPr sz="2175" b="0">
                <a:solidFill>
                  <a:srgbClr val="142E42"/>
                </a:solidFill>
                <a:latin typeface="Arial"/>
                <a:ea typeface="Arial"/>
                <a:cs typeface="Arial"/>
              </a:defRPr>
            </a:pPr>
            <a:r>
              <a:rPr sz="2175" b="0">
                <a:solidFill>
                  <a:srgbClr val="142E42"/>
                </a:solidFill>
                <a:latin typeface="Arial"/>
                <a:ea typeface="Arial"/>
                <a:cs typeface="Arial"/>
              </a:rPr>
              <a:t>Expression:</a:t>
            </a:r>
          </a:p>
          <a:p xmlns:a="http://schemas.openxmlformats.org/drawingml/2006/main">
            <a:pPr algn="l">
              <a:buNone/>
              <a:defRPr sz="2175" b="0">
                <a:solidFill>
                  <a:srgbClr val="142E42"/>
                </a:solidFill>
                <a:latin typeface="Arial"/>
                <a:ea typeface="Arial"/>
                <a:cs typeface="Arial"/>
              </a:defRPr>
            </a:pPr>
            <a:r>
              <a:rPr sz="2175" b="0">
                <a:solidFill>
                  <a:srgbClr val="142E42"/>
                </a:solidFill>
                <a:latin typeface="Arial"/>
                <a:ea typeface="Arial"/>
                <a:cs typeface="Arial"/>
              </a:rPr>
              <a:t>2 × (a − 1) + 3 × b</a:t>
            </a:r>
          </a:p>
          <a:p xmlns:a="http://schemas.openxmlformats.org/drawingml/2006/main">
            <a:endParaRPr sz="2175" b="0">
              <a:solidFill>
                <a:srgbClr val="142E42"/>
              </a:solidFill>
              <a:latin typeface="Arial"/>
              <a:ea typeface="Arial"/>
              <a:cs typeface="Arial"/>
            </a:endParaRPr>
          </a:p>
          <a:p xmlns:a="http://schemas.openxmlformats.org/drawingml/2006/main">
            <a:pPr algn="l">
              <a:buNone/>
              <a:defRPr sz="2175" b="0">
                <a:solidFill>
                  <a:srgbClr val="142E42"/>
                </a:solidFill>
                <a:latin typeface="Arial"/>
                <a:ea typeface="Arial"/>
                <a:cs typeface="Arial"/>
              </a:defRPr>
            </a:pPr>
            <a:r>
              <a:rPr sz="2175" b="0">
                <a:solidFill>
                  <a:srgbClr val="142E42"/>
                </a:solidFill>
                <a:latin typeface="Arial"/>
                <a:ea typeface="Arial"/>
                <a:cs typeface="Arial"/>
              </a:rPr>
              <a:t>Internal nodes hold operators.</a:t>
            </a:r>
          </a:p>
          <a:p xmlns:a="http://schemas.openxmlformats.org/drawingml/2006/main">
            <a:pPr algn="l">
              <a:buNone/>
              <a:defRPr sz="2175" b="0">
                <a:solidFill>
                  <a:srgbClr val="142E42"/>
                </a:solidFill>
                <a:latin typeface="Arial"/>
                <a:ea typeface="Arial"/>
                <a:cs typeface="Arial"/>
              </a:defRPr>
            </a:pPr>
            <a:r>
              <a:rPr sz="2175" b="0">
                <a:solidFill>
                  <a:srgbClr val="142E42"/>
                </a:solidFill>
                <a:latin typeface="Arial"/>
                <a:ea typeface="Arial"/>
                <a:cs typeface="Arial"/>
              </a:rPr>
              <a:t>Leaves hold operands.</a:t>
            </a:r>
          </a:p>
          <a:p xmlns:a="http://schemas.openxmlformats.org/drawingml/2006/main">
            <a:endParaRPr sz="2175" b="0">
              <a:solidFill>
                <a:srgbClr val="142E42"/>
              </a:solidFill>
              <a:latin typeface="Arial"/>
              <a:ea typeface="Arial"/>
              <a:cs typeface="Arial"/>
            </a:endParaRPr>
          </a:p>
          <a:p xmlns:a="http://schemas.openxmlformats.org/drawingml/2006/main">
            <a:pPr algn="l">
              <a:buNone/>
              <a:defRPr sz="2175" b="0">
                <a:solidFill>
                  <a:srgbClr val="142E42"/>
                </a:solidFill>
                <a:latin typeface="Arial"/>
                <a:ea typeface="Arial"/>
                <a:cs typeface="Arial"/>
              </a:defRPr>
            </a:pPr>
            <a:r>
              <a:rPr sz="2175" b="0">
                <a:solidFill>
                  <a:srgbClr val="142E42"/>
                </a:solidFill>
                <a:latin typeface="Arial"/>
                <a:ea typeface="Arial"/>
                <a:cs typeface="Arial"/>
              </a:rPr>
              <a:t>The shape captures evaluation</a:t>
            </a:r>
          </a:p>
          <a:p xmlns:a="http://schemas.openxmlformats.org/drawingml/2006/main">
            <a:pPr algn="l">
              <a:buNone/>
              <a:defRPr sz="2175" b="0">
                <a:solidFill>
                  <a:srgbClr val="142E42"/>
                </a:solidFill>
                <a:latin typeface="Arial"/>
                <a:ea typeface="Arial"/>
                <a:cs typeface="Arial"/>
              </a:defRPr>
            </a:pPr>
            <a:r>
              <a:rPr sz="2175" b="0">
                <a:solidFill>
                  <a:srgbClr val="142E42"/>
                </a:solidFill>
                <a:latin typeface="Arial"/>
                <a:ea typeface="Arial"/>
                <a:cs typeface="Arial"/>
              </a:rPr>
              <a:t>order rather than key ordering.</a:t>
            </a:r>
          </a:p>
        </p:txBody>
      </p:sp>
      <p:sp>
        <p:nvSpPr>
          <p:cNvPr id="4" name="source-diagram-dg18-10248">
            <a:extLst xmlns:a="http://schemas.openxmlformats.org/drawingml/2006/main">
              <a:ext uri="{FF2B5EF4-FFF2-40B4-BE49-F238E27FC236}">
                <a16:creationId xmlns:a16="http://schemas.microsoft.com/office/drawing/2014/main" id="{F1F59E46-350E-48AB-BAD5-4256539E8951}"/>
              </a:ext>
            </a:extLst>
          </p:cNvPr>
          <p:cNvSpPr>
            <a:spLocks xmlns:a="http://schemas.openxmlformats.org/drawingml/2006/main" noGrp="1"/>
          </p:cNvSpPr>
          <p:nvPr/>
        </p:nvSpPr>
        <p:spPr>
          <a:xfrm xmlns:a="http://schemas.openxmlformats.org/drawingml/2006/main">
            <a:off x="9503833" y="2047875"/>
            <a:ext cx="433917" cy="433917"/>
          </a:xfrm>
          <a:prstGeom xmlns:a="http://schemas.openxmlformats.org/drawingml/2006/main" prst="ellipse">
            <a:avLst/>
          </a:prstGeom>
          <a:solidFill xmlns:a="http://schemas.openxmlformats.org/drawingml/2006/main">
            <a:srgbClr val="E5EEF2"/>
          </a:solidFill>
          <a:ln xmlns:a="http://schemas.openxmlformats.org/drawingml/2006/main" w="19050">
            <a:solidFill>
              <a:srgbClr val="142E42"/>
            </a:solidFill>
            <a:round/>
          </a:l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298" b="0">
                <a:solidFill>
                  <a:srgbClr val="142E42"/>
                </a:solidFill>
                <a:latin typeface="Arial"/>
                <a:ea typeface="Arial"/>
                <a:cs typeface="Arial"/>
              </a:rPr>
              <a:t>+</a:t>
            </a:r>
          </a:p>
        </p:txBody>
      </p:sp>
      <p:sp>
        <p:nvSpPr>
          <p:cNvPr id="5" name="source-diagram-dg18-10249">
            <a:extLst xmlns:a="http://schemas.openxmlformats.org/drawingml/2006/main">
              <a:ext uri="{FF2B5EF4-FFF2-40B4-BE49-F238E27FC236}">
                <a16:creationId xmlns:a16="http://schemas.microsoft.com/office/drawing/2014/main" id="{ABA0E6A7-E94E-4612-B501-D60BA044EE7A}"/>
              </a:ext>
            </a:extLst>
          </p:cNvPr>
          <p:cNvSpPr>
            <a:spLocks xmlns:a="http://schemas.openxmlformats.org/drawingml/2006/main" noGrp="1"/>
          </p:cNvSpPr>
          <p:nvPr/>
        </p:nvSpPr>
        <p:spPr>
          <a:xfrm xmlns:a="http://schemas.openxmlformats.org/drawingml/2006/main">
            <a:off x="10371667" y="2742142"/>
            <a:ext cx="433917" cy="433917"/>
          </a:xfrm>
          <a:prstGeom xmlns:a="http://schemas.openxmlformats.org/drawingml/2006/main" prst="ellipse">
            <a:avLst/>
          </a:prstGeom>
          <a:solidFill xmlns:a="http://schemas.openxmlformats.org/drawingml/2006/main">
            <a:srgbClr val="E5EEF2"/>
          </a:solidFill>
          <a:ln xmlns:a="http://schemas.openxmlformats.org/drawingml/2006/main" w="19050">
            <a:solidFill>
              <a:srgbClr val="142E42"/>
            </a:solidFill>
            <a:round/>
          </a:l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298" b="0">
                <a:solidFill>
                  <a:srgbClr val="142E42"/>
                </a:solidFill>
                <a:latin typeface="Arial"/>
                <a:ea typeface="Arial"/>
                <a:cs typeface="Arial"/>
              </a:rPr>
              <a:t>×</a:t>
            </a:r>
          </a:p>
        </p:txBody>
      </p:sp>
      <p:sp>
        <p:nvSpPr>
          <p:cNvPr id="6" name="source-diagram-dg18-10250">
            <a:extLst xmlns:a="http://schemas.openxmlformats.org/drawingml/2006/main">
              <a:ext uri="{FF2B5EF4-FFF2-40B4-BE49-F238E27FC236}">
                <a16:creationId xmlns:a16="http://schemas.microsoft.com/office/drawing/2014/main" id="{D01043B5-1E79-4A1E-9748-EE3D716B8494}"/>
              </a:ext>
            </a:extLst>
          </p:cNvPr>
          <p:cNvSpPr>
            <a:spLocks xmlns:a="http://schemas.openxmlformats.org/drawingml/2006/main" noGrp="1"/>
          </p:cNvSpPr>
          <p:nvPr/>
        </p:nvSpPr>
        <p:spPr>
          <a:xfrm xmlns:a="http://schemas.openxmlformats.org/drawingml/2006/main">
            <a:off x="7768167" y="2742142"/>
            <a:ext cx="433917" cy="433917"/>
          </a:xfrm>
          <a:prstGeom xmlns:a="http://schemas.openxmlformats.org/drawingml/2006/main" prst="ellipse">
            <a:avLst/>
          </a:prstGeom>
          <a:solidFill xmlns:a="http://schemas.openxmlformats.org/drawingml/2006/main">
            <a:srgbClr val="E5EEF2"/>
          </a:solidFill>
          <a:ln xmlns:a="http://schemas.openxmlformats.org/drawingml/2006/main" w="19050">
            <a:solidFill>
              <a:srgbClr val="142E42"/>
            </a:solidFill>
            <a:round/>
          </a:l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298" b="0">
                <a:solidFill>
                  <a:srgbClr val="142E42"/>
                </a:solidFill>
                <a:latin typeface="Arial"/>
                <a:ea typeface="Arial"/>
                <a:cs typeface="Arial"/>
              </a:rPr>
              <a:t>×</a:t>
            </a:r>
            <a:endParaRPr>
              <a:latin typeface="Symbol"/>
              <a:ea typeface="Symbol"/>
              <a:cs typeface="Symbol"/>
            </a:endParaRPr>
          </a:p>
        </p:txBody>
      </p:sp>
      <p:sp>
        <p:nvSpPr>
          <p:cNvPr id="7" name="source-diagram-dg18-10251">
            <a:extLst xmlns:a="http://schemas.openxmlformats.org/drawingml/2006/main">
              <a:ext uri="{FF2B5EF4-FFF2-40B4-BE49-F238E27FC236}">
                <a16:creationId xmlns:a16="http://schemas.microsoft.com/office/drawing/2014/main" id="{B4ED74E2-BD96-48DD-B467-9BDDEA96F8E9}"/>
              </a:ext>
            </a:extLst>
          </p:cNvPr>
          <p:cNvSpPr>
            <a:spLocks xmlns:a="http://schemas.openxmlformats.org/drawingml/2006/main" noGrp="1"/>
          </p:cNvSpPr>
          <p:nvPr/>
        </p:nvSpPr>
        <p:spPr>
          <a:xfrm xmlns:a="http://schemas.openxmlformats.org/drawingml/2006/main">
            <a:off x="8636000" y="3436408"/>
            <a:ext cx="433917" cy="433917"/>
          </a:xfrm>
          <a:prstGeom xmlns:a="http://schemas.openxmlformats.org/drawingml/2006/main" prst="ellipse">
            <a:avLst/>
          </a:prstGeom>
          <a:solidFill xmlns:a="http://schemas.openxmlformats.org/drawingml/2006/main">
            <a:srgbClr val="E5EEF2"/>
          </a:solidFill>
          <a:ln xmlns:a="http://schemas.openxmlformats.org/drawingml/2006/main" w="19050">
            <a:solidFill>
              <a:srgbClr val="142E42"/>
            </a:solidFill>
            <a:round/>
          </a:l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298" b="0">
                <a:solidFill>
                  <a:srgbClr val="142E42"/>
                </a:solidFill>
                <a:latin typeface="Arial"/>
                <a:ea typeface="Arial"/>
                <a:cs typeface="Arial"/>
              </a:rPr>
              <a:t>-</a:t>
            </a:r>
          </a:p>
        </p:txBody>
      </p:sp>
      <p:sp>
        <p:nvSpPr>
          <p:cNvPr id="8" name="source-diagram-dg18-10252">
            <a:extLst xmlns:a="http://schemas.openxmlformats.org/drawingml/2006/main">
              <a:ext uri="{FF2B5EF4-FFF2-40B4-BE49-F238E27FC236}">
                <a16:creationId xmlns:a16="http://schemas.microsoft.com/office/drawing/2014/main" id="{4B2E74E6-7533-412C-8FDA-8A2912835797}"/>
              </a:ext>
            </a:extLst>
          </p:cNvPr>
          <p:cNvSpPr>
            <a:spLocks xmlns:a="http://schemas.openxmlformats.org/drawingml/2006/main" noGrp="1"/>
          </p:cNvSpPr>
          <p:nvPr/>
        </p:nvSpPr>
        <p:spPr>
          <a:xfrm xmlns:a="http://schemas.openxmlformats.org/drawingml/2006/main">
            <a:off x="7334250" y="3436408"/>
            <a:ext cx="433917" cy="433917"/>
          </a:xfrm>
          <a:prstGeom xmlns:a="http://schemas.openxmlformats.org/drawingml/2006/main" prst="rect">
            <a:avLst/>
          </a:prstGeom>
          <a:solidFill xmlns:a="http://schemas.openxmlformats.org/drawingml/2006/main">
            <a:srgbClr val="E5EEF2"/>
          </a:solidFill>
          <a:ln xmlns:a="http://schemas.openxmlformats.org/drawingml/2006/main" w="19050">
            <a:solidFill>
              <a:srgbClr val="142E42"/>
            </a:solidFill>
            <a:miter/>
          </a:l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298" b="0">
                <a:solidFill>
                  <a:srgbClr val="142E42"/>
                </a:solidFill>
                <a:latin typeface="Arial"/>
                <a:ea typeface="Arial"/>
                <a:cs typeface="Arial"/>
              </a:rPr>
              <a:t>2</a:t>
            </a:r>
          </a:p>
        </p:txBody>
      </p:sp>
      <p:sp>
        <p:nvSpPr>
          <p:cNvPr id="9" name="source-diagram-dg18-10253">
            <a:extLst xmlns:a="http://schemas.openxmlformats.org/drawingml/2006/main">
              <a:ext uri="{FF2B5EF4-FFF2-40B4-BE49-F238E27FC236}">
                <a16:creationId xmlns:a16="http://schemas.microsoft.com/office/drawing/2014/main" id="{9A17563E-AF69-48D3-BD54-16B22CF5E5C1}"/>
              </a:ext>
            </a:extLst>
          </p:cNvPr>
          <p:cNvSpPr>
            <a:spLocks xmlns:a="http://schemas.openxmlformats.org/drawingml/2006/main" noGrp="1"/>
          </p:cNvSpPr>
          <p:nvPr/>
        </p:nvSpPr>
        <p:spPr>
          <a:xfrm xmlns:a="http://schemas.openxmlformats.org/drawingml/2006/main">
            <a:off x="8202083" y="4217458"/>
            <a:ext cx="433917" cy="433917"/>
          </a:xfrm>
          <a:prstGeom xmlns:a="http://schemas.openxmlformats.org/drawingml/2006/main" prst="rect">
            <a:avLst/>
          </a:prstGeom>
          <a:solidFill xmlns:a="http://schemas.openxmlformats.org/drawingml/2006/main">
            <a:srgbClr val="E5EEF2"/>
          </a:solidFill>
          <a:ln xmlns:a="http://schemas.openxmlformats.org/drawingml/2006/main" w="19050">
            <a:solidFill>
              <a:srgbClr val="142E42"/>
            </a:solidFill>
            <a:miter/>
          </a:l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298" b="0">
                <a:solidFill>
                  <a:srgbClr val="142E42"/>
                </a:solidFill>
                <a:latin typeface="Arial"/>
                <a:ea typeface="Arial"/>
                <a:cs typeface="Arial"/>
              </a:rPr>
              <a:t>a</a:t>
            </a:r>
          </a:p>
        </p:txBody>
      </p:sp>
      <p:sp>
        <p:nvSpPr>
          <p:cNvPr id="10" name="source-diagram-dg18-10254">
            <a:extLst xmlns:a="http://schemas.openxmlformats.org/drawingml/2006/main">
              <a:ext uri="{FF2B5EF4-FFF2-40B4-BE49-F238E27FC236}">
                <a16:creationId xmlns:a16="http://schemas.microsoft.com/office/drawing/2014/main" id="{3F6527B4-4C39-4466-BC06-0AF3A1C84A0B}"/>
              </a:ext>
            </a:extLst>
          </p:cNvPr>
          <p:cNvSpPr>
            <a:spLocks xmlns:a="http://schemas.openxmlformats.org/drawingml/2006/main" noGrp="1"/>
          </p:cNvSpPr>
          <p:nvPr/>
        </p:nvSpPr>
        <p:spPr>
          <a:xfrm xmlns:a="http://schemas.openxmlformats.org/drawingml/2006/main">
            <a:off x="9069917" y="4217458"/>
            <a:ext cx="433917" cy="433917"/>
          </a:xfrm>
          <a:prstGeom xmlns:a="http://schemas.openxmlformats.org/drawingml/2006/main" prst="rect">
            <a:avLst/>
          </a:prstGeom>
          <a:solidFill xmlns:a="http://schemas.openxmlformats.org/drawingml/2006/main">
            <a:srgbClr val="E5EEF2"/>
          </a:solidFill>
          <a:ln xmlns:a="http://schemas.openxmlformats.org/drawingml/2006/main" w="19050">
            <a:solidFill>
              <a:srgbClr val="142E42"/>
            </a:solidFill>
            <a:miter/>
          </a:l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298" b="0">
                <a:solidFill>
                  <a:srgbClr val="142E42"/>
                </a:solidFill>
                <a:latin typeface="Arial"/>
                <a:ea typeface="Arial"/>
                <a:cs typeface="Arial"/>
              </a:rPr>
              <a:t>1</a:t>
            </a:r>
          </a:p>
        </p:txBody>
      </p:sp>
      <p:sp>
        <p:nvSpPr>
          <p:cNvPr id="11" name="source-diagram-dg18-10255">
            <a:extLst xmlns:a="http://schemas.openxmlformats.org/drawingml/2006/main">
              <a:ext uri="{FF2B5EF4-FFF2-40B4-BE49-F238E27FC236}">
                <a16:creationId xmlns:a16="http://schemas.microsoft.com/office/drawing/2014/main" id="{DB4AB9CC-E323-4BDE-94E1-35849D8A65FB}"/>
              </a:ext>
            </a:extLst>
          </p:cNvPr>
          <p:cNvSpPr>
            <a:spLocks xmlns:a="http://schemas.openxmlformats.org/drawingml/2006/main" noGrp="1"/>
          </p:cNvSpPr>
          <p:nvPr/>
        </p:nvSpPr>
        <p:spPr>
          <a:xfrm xmlns:a="http://schemas.openxmlformats.org/drawingml/2006/main">
            <a:off x="9937750" y="3436408"/>
            <a:ext cx="433917" cy="433917"/>
          </a:xfrm>
          <a:prstGeom xmlns:a="http://schemas.openxmlformats.org/drawingml/2006/main" prst="rect">
            <a:avLst/>
          </a:prstGeom>
          <a:solidFill xmlns:a="http://schemas.openxmlformats.org/drawingml/2006/main">
            <a:srgbClr val="E5EEF2"/>
          </a:solidFill>
          <a:ln xmlns:a="http://schemas.openxmlformats.org/drawingml/2006/main" w="19050">
            <a:solidFill>
              <a:srgbClr val="142E42"/>
            </a:solidFill>
            <a:miter/>
          </a:l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298" b="0">
                <a:solidFill>
                  <a:srgbClr val="142E42"/>
                </a:solidFill>
                <a:latin typeface="Arial"/>
                <a:ea typeface="Arial"/>
                <a:cs typeface="Arial"/>
              </a:rPr>
              <a:t>3</a:t>
            </a:r>
          </a:p>
        </p:txBody>
      </p:sp>
      <p:sp>
        <p:nvSpPr>
          <p:cNvPr id="12" name="source-diagram-dg18-10256">
            <a:extLst xmlns:a="http://schemas.openxmlformats.org/drawingml/2006/main">
              <a:ext uri="{FF2B5EF4-FFF2-40B4-BE49-F238E27FC236}">
                <a16:creationId xmlns:a16="http://schemas.microsoft.com/office/drawing/2014/main" id="{C9A073D4-8196-4EEF-A838-0A0D88B8915C}"/>
              </a:ext>
            </a:extLst>
          </p:cNvPr>
          <p:cNvSpPr>
            <a:spLocks xmlns:a="http://schemas.openxmlformats.org/drawingml/2006/main" noGrp="1"/>
          </p:cNvSpPr>
          <p:nvPr/>
        </p:nvSpPr>
        <p:spPr>
          <a:xfrm xmlns:a="http://schemas.openxmlformats.org/drawingml/2006/main">
            <a:off x="10805583" y="3436408"/>
            <a:ext cx="433917" cy="433917"/>
          </a:xfrm>
          <a:prstGeom xmlns:a="http://schemas.openxmlformats.org/drawingml/2006/main" prst="rect">
            <a:avLst/>
          </a:prstGeom>
          <a:solidFill xmlns:a="http://schemas.openxmlformats.org/drawingml/2006/main">
            <a:srgbClr val="E5EEF2"/>
          </a:solidFill>
          <a:ln xmlns:a="http://schemas.openxmlformats.org/drawingml/2006/main" w="19050">
            <a:solidFill>
              <a:srgbClr val="142E42"/>
            </a:solidFill>
            <a:miter/>
          </a:l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298" b="0">
                <a:solidFill>
                  <a:srgbClr val="142E42"/>
                </a:solidFill>
                <a:latin typeface="Arial"/>
                <a:ea typeface="Arial"/>
                <a:cs typeface="Arial"/>
              </a:rPr>
              <a:t>b</a:t>
            </a:r>
          </a:p>
        </p:txBody>
      </p:sp>
      <p:cxnSp>
        <p:nvCxnSpPr>
          <p:cNvPr id="13" name="source-diagram-dg18-10257">
            <a:extLst xmlns:a="http://schemas.openxmlformats.org/drawingml/2006/main">
              <a:ext uri="{FF2B5EF4-FFF2-40B4-BE49-F238E27FC236}">
                <a16:creationId xmlns:a16="http://schemas.microsoft.com/office/drawing/2014/main" id="{AEC84C9F-401C-4B33-BC69-903766349278}"/>
              </a:ext>
            </a:extLst>
          </p:cNvPr>
          <p:cNvCxnSpPr/>
          <p:nvPr/>
        </p:nvCxnSpPr>
        <p:spPr>
          <a:xfrm xmlns:a="http://schemas.openxmlformats.org/drawingml/2006/main" flipH="1">
            <a:off x="8138803" y="2429360"/>
            <a:ext cx="1428309" cy="365213"/>
          </a:xfrm>
          <a:prstGeom xmlns:a="http://schemas.openxmlformats.org/drawingml/2006/main" prst="straightConnector1">
            <a:avLst/>
          </a:prstGeom>
          <a:ln xmlns:a="http://schemas.openxmlformats.org/drawingml/2006/main" w="19050">
            <a:solidFill>
              <a:srgbClr val="142E42"/>
            </a:solidFill>
            <a:round/>
          </a:ln>
        </p:spPr>
      </p:cxnSp>
      <p:cxnSp>
        <p:nvCxnSpPr>
          <p:cNvPr id="14" name="source-diagram-dg18-10258">
            <a:extLst xmlns:a="http://schemas.openxmlformats.org/drawingml/2006/main">
              <a:ext uri="{FF2B5EF4-FFF2-40B4-BE49-F238E27FC236}">
                <a16:creationId xmlns:a16="http://schemas.microsoft.com/office/drawing/2014/main" id="{88DEA18B-0F5E-4407-8E24-F0FBF191A18E}"/>
              </a:ext>
            </a:extLst>
          </p:cNvPr>
          <p:cNvCxnSpPr/>
          <p:nvPr/>
        </p:nvCxnSpPr>
        <p:spPr>
          <a:xfrm xmlns:a="http://schemas.openxmlformats.org/drawingml/2006/main" flipH="1" flipV="1">
            <a:off x="9874470" y="2429360"/>
            <a:ext cx="560476" cy="365213"/>
          </a:xfrm>
          <a:prstGeom xmlns:a="http://schemas.openxmlformats.org/drawingml/2006/main" prst="straightConnector1">
            <a:avLst/>
          </a:prstGeom>
          <a:ln xmlns:a="http://schemas.openxmlformats.org/drawingml/2006/main" w="19050">
            <a:solidFill>
              <a:srgbClr val="142E42"/>
            </a:solidFill>
            <a:round/>
          </a:ln>
        </p:spPr>
      </p:cxnSp>
      <p:cxnSp>
        <p:nvCxnSpPr>
          <p:cNvPr id="15" name="source-diagram-dg18-10259">
            <a:extLst xmlns:a="http://schemas.openxmlformats.org/drawingml/2006/main">
              <a:ext uri="{FF2B5EF4-FFF2-40B4-BE49-F238E27FC236}">
                <a16:creationId xmlns:a16="http://schemas.microsoft.com/office/drawing/2014/main" id="{F3D9CB1F-5DBA-4167-B7CD-50B5A609364F}"/>
              </a:ext>
            </a:extLst>
          </p:cNvPr>
          <p:cNvCxnSpPr/>
          <p:nvPr/>
        </p:nvCxnSpPr>
        <p:spPr>
          <a:xfrm xmlns:a="http://schemas.openxmlformats.org/drawingml/2006/main" flipH="1" flipV="1">
            <a:off x="10742303" y="3123626"/>
            <a:ext cx="280237" cy="301933"/>
          </a:xfrm>
          <a:prstGeom xmlns:a="http://schemas.openxmlformats.org/drawingml/2006/main" prst="straightConnector1">
            <a:avLst/>
          </a:prstGeom>
          <a:ln xmlns:a="http://schemas.openxmlformats.org/drawingml/2006/main" w="19050">
            <a:solidFill>
              <a:srgbClr val="142E42"/>
            </a:solidFill>
            <a:round/>
          </a:ln>
        </p:spPr>
      </p:cxnSp>
      <p:cxnSp>
        <p:nvCxnSpPr>
          <p:cNvPr id="16" name="source-diagram-dg18-10260">
            <a:extLst xmlns:a="http://schemas.openxmlformats.org/drawingml/2006/main">
              <a:ext uri="{FF2B5EF4-FFF2-40B4-BE49-F238E27FC236}">
                <a16:creationId xmlns:a16="http://schemas.microsoft.com/office/drawing/2014/main" id="{A3EE7449-A6E9-4061-8148-FDAFF9DA187A}"/>
              </a:ext>
            </a:extLst>
          </p:cNvPr>
          <p:cNvCxnSpPr/>
          <p:nvPr/>
        </p:nvCxnSpPr>
        <p:spPr>
          <a:xfrm xmlns:a="http://schemas.openxmlformats.org/drawingml/2006/main" flipV="1">
            <a:off x="10154708" y="3123626"/>
            <a:ext cx="280237" cy="301933"/>
          </a:xfrm>
          <a:prstGeom xmlns:a="http://schemas.openxmlformats.org/drawingml/2006/main" prst="straightConnector1">
            <a:avLst/>
          </a:prstGeom>
          <a:ln xmlns:a="http://schemas.openxmlformats.org/drawingml/2006/main" w="19050">
            <a:solidFill>
              <a:srgbClr val="142E42"/>
            </a:solidFill>
            <a:round/>
          </a:ln>
        </p:spPr>
      </p:cxnSp>
      <p:cxnSp>
        <p:nvCxnSpPr>
          <p:cNvPr id="17" name="source-diagram-dg18-10261">
            <a:extLst xmlns:a="http://schemas.openxmlformats.org/drawingml/2006/main">
              <a:ext uri="{FF2B5EF4-FFF2-40B4-BE49-F238E27FC236}">
                <a16:creationId xmlns:a16="http://schemas.microsoft.com/office/drawing/2014/main" id="{252E1A4F-8286-4AA4-A132-B3EAA3E15536}"/>
              </a:ext>
            </a:extLst>
          </p:cNvPr>
          <p:cNvCxnSpPr/>
          <p:nvPr/>
        </p:nvCxnSpPr>
        <p:spPr>
          <a:xfrm xmlns:a="http://schemas.openxmlformats.org/drawingml/2006/main" flipH="1" flipV="1">
            <a:off x="9006637" y="3817893"/>
            <a:ext cx="280237" cy="388716"/>
          </a:xfrm>
          <a:prstGeom xmlns:a="http://schemas.openxmlformats.org/drawingml/2006/main" prst="straightConnector1">
            <a:avLst/>
          </a:prstGeom>
          <a:ln xmlns:a="http://schemas.openxmlformats.org/drawingml/2006/main" w="19050">
            <a:solidFill>
              <a:srgbClr val="142E42"/>
            </a:solidFill>
            <a:round/>
          </a:ln>
        </p:spPr>
      </p:cxnSp>
      <p:cxnSp>
        <p:nvCxnSpPr>
          <p:cNvPr id="18" name="source-diagram-dg18-10262">
            <a:extLst xmlns:a="http://schemas.openxmlformats.org/drawingml/2006/main">
              <a:ext uri="{FF2B5EF4-FFF2-40B4-BE49-F238E27FC236}">
                <a16:creationId xmlns:a16="http://schemas.microsoft.com/office/drawing/2014/main" id="{2EB094AD-FF8D-494F-BF1A-0E8EB097D301}"/>
              </a:ext>
            </a:extLst>
          </p:cNvPr>
          <p:cNvCxnSpPr/>
          <p:nvPr/>
        </p:nvCxnSpPr>
        <p:spPr>
          <a:xfrm xmlns:a="http://schemas.openxmlformats.org/drawingml/2006/main" flipV="1">
            <a:off x="8419042" y="3817893"/>
            <a:ext cx="280237" cy="388716"/>
          </a:xfrm>
          <a:prstGeom xmlns:a="http://schemas.openxmlformats.org/drawingml/2006/main" prst="straightConnector1">
            <a:avLst/>
          </a:prstGeom>
          <a:ln xmlns:a="http://schemas.openxmlformats.org/drawingml/2006/main" w="19050">
            <a:solidFill>
              <a:srgbClr val="142E42"/>
            </a:solidFill>
            <a:round/>
          </a:ln>
        </p:spPr>
      </p:cxnSp>
      <p:cxnSp>
        <p:nvCxnSpPr>
          <p:cNvPr id="19" name="source-diagram-dg18-10263">
            <a:extLst xmlns:a="http://schemas.openxmlformats.org/drawingml/2006/main">
              <a:ext uri="{FF2B5EF4-FFF2-40B4-BE49-F238E27FC236}">
                <a16:creationId xmlns:a16="http://schemas.microsoft.com/office/drawing/2014/main" id="{AFE126AD-3E85-4CAA-9A5F-6AE50044B594}"/>
              </a:ext>
            </a:extLst>
          </p:cNvPr>
          <p:cNvCxnSpPr/>
          <p:nvPr/>
        </p:nvCxnSpPr>
        <p:spPr>
          <a:xfrm xmlns:a="http://schemas.openxmlformats.org/drawingml/2006/main" flipV="1">
            <a:off x="7551208" y="3123626"/>
            <a:ext cx="280237" cy="301933"/>
          </a:xfrm>
          <a:prstGeom xmlns:a="http://schemas.openxmlformats.org/drawingml/2006/main" prst="straightConnector1">
            <a:avLst/>
          </a:prstGeom>
          <a:ln xmlns:a="http://schemas.openxmlformats.org/drawingml/2006/main" w="19050">
            <a:solidFill>
              <a:srgbClr val="142E42"/>
            </a:solidFill>
            <a:round/>
          </a:ln>
        </p:spPr>
      </p:cxnSp>
      <p:cxnSp>
        <p:nvCxnSpPr>
          <p:cNvPr id="20" name="source-diagram-dg18-10264">
            <a:extLst xmlns:a="http://schemas.openxmlformats.org/drawingml/2006/main">
              <a:ext uri="{FF2B5EF4-FFF2-40B4-BE49-F238E27FC236}">
                <a16:creationId xmlns:a16="http://schemas.microsoft.com/office/drawing/2014/main" id="{C7C89991-1496-4205-AD19-B862B02E3765}"/>
              </a:ext>
            </a:extLst>
          </p:cNvPr>
          <p:cNvCxnSpPr/>
          <p:nvPr/>
        </p:nvCxnSpPr>
        <p:spPr>
          <a:xfrm xmlns:a="http://schemas.openxmlformats.org/drawingml/2006/main" flipH="1" flipV="1">
            <a:off x="8138803" y="3123626"/>
            <a:ext cx="560476" cy="365213"/>
          </a:xfrm>
          <a:prstGeom xmlns:a="http://schemas.openxmlformats.org/drawingml/2006/main" prst="straightConnector1">
            <a:avLst/>
          </a:prstGeom>
          <a:ln xmlns:a="http://schemas.openxmlformats.org/drawingml/2006/main" w="19050">
            <a:solidFill>
              <a:srgbClr val="142E42"/>
            </a:solidFill>
            <a:round/>
          </a:ln>
        </p:spPr>
      </p:cxnSp>
      <p:sp>
        <p:nvSpPr>
          <p:cNvPr id="22" name="local-java-ExpressionTreeDemo">
            <a:extLst xmlns:a="http://schemas.openxmlformats.org/drawingml/2006/main">
              <a:ext uri="{FF2B5EF4-FFF2-40B4-BE49-F238E27FC236}">
                <a16:creationId xmlns:a16="http://schemas.microsoft.com/office/drawing/2014/main" id="{3CFBE3A0-8FC3-40BC-85D5-973AD11AD06F}"/>
              </a:ext>
            </a:extLst>
          </p:cNvPr>
          <p:cNvSpPr>
            <a:spLocks xmlns:a="http://schemas.openxmlformats.org/drawingml/2006/main" noGrp="1"/>
          </p:cNvSpPr>
          <p:nvPr/>
        </p:nvSpPr>
        <p:spPr>
          <a:xfrm xmlns:a="http://schemas.openxmlformats.org/drawingml/2006/main">
            <a:off x="609600" y="6134100"/>
            <a:ext cx="357187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350" b="0">
                <a:solidFill>
                  <a:srgbClr val="007D89"/>
                </a:solidFill>
                <a:latin typeface="Arial"/>
                <a:ea typeface="Arial"/>
                <a:cs typeface="Arial"/>
              </a:defRPr>
            </a:defPPr>
            <a:lvl1pPr>
              <a:defRPr sz="1350" b="0">
                <a:solidFill>
                  <a:srgbClr val="007D89"/>
                </a:solidFill>
                <a:latin typeface="Arial"/>
                <a:ea typeface="Arial"/>
                <a:cs typeface="Arial"/>
              </a:defRPr>
            </a:lvl1pPr>
            <a:lvl2pPr>
              <a:defRPr sz="1350" b="0">
                <a:solidFill>
                  <a:srgbClr val="007D89"/>
                </a:solidFill>
                <a:latin typeface="Arial"/>
                <a:ea typeface="Arial"/>
                <a:cs typeface="Arial"/>
              </a:defRPr>
            </a:lvl2pPr>
            <a:lvl3pPr>
              <a:defRPr sz="1350" b="0">
                <a:solidFill>
                  <a:srgbClr val="007D89"/>
                </a:solidFill>
                <a:latin typeface="Arial"/>
                <a:ea typeface="Arial"/>
                <a:cs typeface="Arial"/>
              </a:defRPr>
            </a:lvl3pPr>
            <a:lvl4pPr>
              <a:defRPr sz="1350" b="0">
                <a:solidFill>
                  <a:srgbClr val="007D89"/>
                </a:solidFill>
                <a:latin typeface="Arial"/>
                <a:ea typeface="Arial"/>
                <a:cs typeface="Arial"/>
              </a:defRPr>
            </a:lvl4pPr>
            <a:lvl5pPr>
              <a:defRPr sz="1350" b="0">
                <a:solidFill>
                  <a:srgbClr val="007D89"/>
                </a:solidFill>
                <a:latin typeface="Arial"/>
                <a:ea typeface="Arial"/>
                <a:cs typeface="Arial"/>
              </a:defRPr>
            </a:lvl5pPr>
            <a:lvl6pPr>
              <a:defRPr sz="1350" b="0">
                <a:solidFill>
                  <a:srgbClr val="007D89"/>
                </a:solidFill>
                <a:latin typeface="Arial"/>
                <a:ea typeface="Arial"/>
                <a:cs typeface="Arial"/>
              </a:defRPr>
            </a:lvl6pPr>
            <a:lvl7pPr>
              <a:defRPr sz="1350" b="0">
                <a:solidFill>
                  <a:srgbClr val="007D89"/>
                </a:solidFill>
                <a:latin typeface="Arial"/>
                <a:ea typeface="Arial"/>
                <a:cs typeface="Arial"/>
              </a:defRPr>
            </a:lvl7pPr>
            <a:lvl8pPr>
              <a:defRPr sz="1350" b="0">
                <a:solidFill>
                  <a:srgbClr val="007D89"/>
                </a:solidFill>
                <a:latin typeface="Arial"/>
                <a:ea typeface="Arial"/>
                <a:cs typeface="Arial"/>
              </a:defRPr>
            </a:lvl8pPr>
            <a:lvl9pPr>
              <a:defRPr sz="1350" b="0">
                <a:solidFill>
                  <a:srgbClr val="007D89"/>
                </a:solidFill>
                <a:latin typeface="Arial"/>
                <a:ea typeface="Arial"/>
                <a:cs typeface="Arial"/>
              </a:defRPr>
            </a:lvl9pPr>
          </a:lstStyle>
          <a:p xmlns:a="http://schemas.openxmlformats.org/drawingml/2006/main">
            <a:pPr>
              <a:defRPr sz="1350" b="0">
                <a:solidFill>
                  <a:srgbClr val="007D89"/>
                </a:solidFill>
                <a:latin typeface="Arial"/>
                <a:ea typeface="Arial"/>
                <a:cs typeface="Arial"/>
              </a:defRPr>
            </a:pPr>
            <a:r>
              <a:rPr sz="1350" u="sng">
                <a:solidFill>
                  <a:srgbClr val="007D89"/>
                </a:solidFill>
                <a:latin typeface="Arial"/>
                <a:ea typeface="Arial"/>
                <a:cs typeface="Arial"/>
                <a:hlinkClick xmlns:r="http://schemas.openxmlformats.org/officeDocument/2006/relationships" r:id="R371ba6c8ab984fbc"/>
              </a:rPr>
              <a:t>Java: ExpressionTreeDemo.java</a:t>
            </a:r>
          </a:p>
        </p:txBody>
      </p:sp>
    </p:spTree>
    <p:extLst>
      <p:ext uri="{BB962C8B-B14F-4D97-AF65-F5344CB8AC3E}">
        <p14:creationId xmlns:p14="http://schemas.microsoft.com/office/powerpoint/2010/main" val="372732087"/>
      </p:ext>
    </p:extLst>
  </p:cSld>
</p:sld>
</file>

<file path=ppt/slides/slide20.xml><?xml version="1.0" encoding="utf-8"?>
<p:sld xmlns:p="http://schemas.openxmlformats.org/presentationml/2006/main">
  <p:cSld>
    <p:bg>
      <p:bgPr>
        <a:solidFill xmlns:a="http://schemas.openxmlformats.org/drawingml/2006/main">
          <a:srgbClr val="FAFCFD"/>
        </a:solidFill>
      </p:bgPr>
    </p:bg>
    <p:spTree>
      <p:nvGrpSpPr>
        <p:cNvPr id="1" name=""/>
        <p:cNvGrpSpPr/>
        <p:nvPr/>
      </p:nvGrpSpPr>
      <p:grpSpPr>
        <a:xfrm xmlns:a="http://schemas.openxmlformats.org/drawingml/2006/main"/>
      </p:grpSpPr>
      <p:sp>
        <p:nvSpPr>
          <p:cNvPr id="19" name="text-0">
            <a:extLst xmlns:a="http://schemas.openxmlformats.org/drawingml/2006/main">
              <a:ext uri="{FF2B5EF4-FFF2-40B4-BE49-F238E27FC236}">
                <a16:creationId xmlns:a16="http://schemas.microsoft.com/office/drawing/2014/main" id="{DA1EB2C7-9A61-4A47-86EC-0629B23B7920}"/>
              </a:ext>
            </a:extLst>
          </p:cNvPr>
          <p:cNvSpPr>
            <a:spLocks xmlns:a="http://schemas.openxmlformats.org/drawingml/2006/main" noGrp="1"/>
          </p:cNvSpPr>
          <p:nvPr/>
        </p:nvSpPr>
        <p:spPr>
          <a:xfrm xmlns:a="http://schemas.openxmlformats.org/drawingml/2006/main">
            <a:off x="609600" y="419100"/>
            <a:ext cx="10953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lgn="l">
              <a:defRPr sz="3150" b="1">
                <a:solidFill>
                  <a:srgbClr val="142E42"/>
                </a:solidFill>
                <a:latin typeface="Arial"/>
                <a:ea typeface="Arial"/>
                <a:cs typeface="Arial"/>
              </a:defRPr>
            </a:defPPr>
            <a:lvl1pPr algn="l">
              <a:buNone/>
              <a:defRPr sz="3150" b="1">
                <a:solidFill>
                  <a:srgbClr val="142E42"/>
                </a:solidFill>
                <a:latin typeface="Arial"/>
                <a:ea typeface="Arial"/>
                <a:cs typeface="Arial"/>
              </a:defRPr>
            </a:lvl1pPr>
            <a:lvl2pPr algn="l">
              <a:buNone/>
              <a:defRPr sz="3150" b="1">
                <a:solidFill>
                  <a:srgbClr val="142E42"/>
                </a:solidFill>
                <a:latin typeface="Arial"/>
                <a:ea typeface="Arial"/>
                <a:cs typeface="Arial"/>
              </a:defRPr>
            </a:lvl2pPr>
            <a:lvl3pPr algn="l">
              <a:buNone/>
              <a:defRPr sz="3150" b="1">
                <a:solidFill>
                  <a:srgbClr val="142E42"/>
                </a:solidFill>
                <a:latin typeface="Arial"/>
                <a:ea typeface="Arial"/>
                <a:cs typeface="Arial"/>
              </a:defRPr>
            </a:lvl3pPr>
            <a:lvl4pPr algn="l">
              <a:buNone/>
              <a:defRPr sz="3150" b="1">
                <a:solidFill>
                  <a:srgbClr val="142E42"/>
                </a:solidFill>
                <a:latin typeface="Arial"/>
                <a:ea typeface="Arial"/>
                <a:cs typeface="Arial"/>
              </a:defRPr>
            </a:lvl4pPr>
            <a:lvl5pPr algn="l">
              <a:buNone/>
              <a:defRPr sz="3150" b="1">
                <a:solidFill>
                  <a:srgbClr val="142E42"/>
                </a:solidFill>
                <a:latin typeface="Arial"/>
                <a:ea typeface="Arial"/>
                <a:cs typeface="Arial"/>
              </a:defRPr>
            </a:lvl5pPr>
            <a:lvl6pPr algn="l">
              <a:buNone/>
              <a:defRPr sz="3150" b="1">
                <a:solidFill>
                  <a:srgbClr val="142E42"/>
                </a:solidFill>
                <a:latin typeface="Arial"/>
                <a:ea typeface="Arial"/>
                <a:cs typeface="Arial"/>
              </a:defRPr>
            </a:lvl6pPr>
            <a:lvl7pPr algn="l">
              <a:buNone/>
              <a:defRPr sz="3150" b="1">
                <a:solidFill>
                  <a:srgbClr val="142E42"/>
                </a:solidFill>
                <a:latin typeface="Arial"/>
                <a:ea typeface="Arial"/>
                <a:cs typeface="Arial"/>
              </a:defRPr>
            </a:lvl7pPr>
            <a:lvl8pPr algn="l">
              <a:buNone/>
              <a:defRPr sz="3150" b="1">
                <a:solidFill>
                  <a:srgbClr val="142E42"/>
                </a:solidFill>
                <a:latin typeface="Arial"/>
                <a:ea typeface="Arial"/>
                <a:cs typeface="Arial"/>
              </a:defRPr>
            </a:lvl8pPr>
            <a:lvl9pPr algn="l">
              <a:buNone/>
              <a:defRPr sz="3150" b="1">
                <a:solidFill>
                  <a:srgbClr val="142E42"/>
                </a:solidFill>
                <a:latin typeface="Arial"/>
                <a:ea typeface="Arial"/>
                <a:cs typeface="Arial"/>
              </a:defRPr>
            </a:lvl9pPr>
          </a:lstStyle>
          <a:p xmlns:a="http://schemas.openxmlformats.org/drawingml/2006/main">
            <a:pPr algn="l">
              <a:buNone/>
              <a:defRPr sz="3150" b="1">
                <a:solidFill>
                  <a:srgbClr val="142E42"/>
                </a:solidFill>
                <a:latin typeface="Arial"/>
                <a:ea typeface="Arial"/>
                <a:cs typeface="Arial"/>
              </a:defRPr>
            </a:pPr>
            <a:r>
              <a:rPr sz="3150" b="1">
                <a:solidFill>
                  <a:srgbClr val="142E42"/>
                </a:solidFill>
                <a:latin typeface="Arial"/>
                <a:ea typeface="Arial"/>
                <a:cs typeface="Arial"/>
              </a:rPr>
              <a:t>Traversal visits every node once</a:t>
            </a:r>
          </a:p>
        </p:txBody>
      </p:sp>
      <p:sp>
        <p:nvSpPr>
          <p:cNvPr id="2" name="text-1">
            <a:extLst xmlns:a="http://schemas.openxmlformats.org/drawingml/2006/main">
              <a:ext uri="{FF2B5EF4-FFF2-40B4-BE49-F238E27FC236}">
                <a16:creationId xmlns:a16="http://schemas.microsoft.com/office/drawing/2014/main" id="{EC49CD51-B0B6-460D-8DDE-4A891D4286DE}"/>
              </a:ext>
            </a:extLst>
          </p:cNvPr>
          <p:cNvSpPr>
            <a:spLocks xmlns:a="http://schemas.openxmlformats.org/drawingml/2006/main" noGrp="1"/>
          </p:cNvSpPr>
          <p:nvPr/>
        </p:nvSpPr>
        <p:spPr>
          <a:xfrm xmlns:a="http://schemas.openxmlformats.org/drawingml/2006/main">
            <a:off x="11163300" y="6381750"/>
            <a:ext cx="476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lgn="l">
              <a:defRPr sz="1275" b="0">
                <a:solidFill>
                  <a:srgbClr val="4B6070"/>
                </a:solidFill>
                <a:latin typeface="Arial"/>
                <a:ea typeface="Arial"/>
                <a:cs typeface="Arial"/>
              </a:defRPr>
            </a:defPPr>
            <a:lvl1pPr algn="l">
              <a:buNone/>
              <a:defRPr sz="1275" b="0">
                <a:solidFill>
                  <a:srgbClr val="4B6070"/>
                </a:solidFill>
                <a:latin typeface="Arial"/>
                <a:ea typeface="Arial"/>
                <a:cs typeface="Arial"/>
              </a:defRPr>
            </a:lvl1pPr>
            <a:lvl2pPr algn="l">
              <a:buNone/>
              <a:defRPr sz="1275" b="0">
                <a:solidFill>
                  <a:srgbClr val="4B6070"/>
                </a:solidFill>
                <a:latin typeface="Arial"/>
                <a:ea typeface="Arial"/>
                <a:cs typeface="Arial"/>
              </a:defRPr>
            </a:lvl2pPr>
            <a:lvl3pPr algn="l">
              <a:buNone/>
              <a:defRPr sz="1275" b="0">
                <a:solidFill>
                  <a:srgbClr val="4B6070"/>
                </a:solidFill>
                <a:latin typeface="Arial"/>
                <a:ea typeface="Arial"/>
                <a:cs typeface="Arial"/>
              </a:defRPr>
            </a:lvl3pPr>
            <a:lvl4pPr algn="l">
              <a:buNone/>
              <a:defRPr sz="1275" b="0">
                <a:solidFill>
                  <a:srgbClr val="4B6070"/>
                </a:solidFill>
                <a:latin typeface="Arial"/>
                <a:ea typeface="Arial"/>
                <a:cs typeface="Arial"/>
              </a:defRPr>
            </a:lvl4pPr>
            <a:lvl5pPr algn="l">
              <a:buNone/>
              <a:defRPr sz="1275" b="0">
                <a:solidFill>
                  <a:srgbClr val="4B6070"/>
                </a:solidFill>
                <a:latin typeface="Arial"/>
                <a:ea typeface="Arial"/>
                <a:cs typeface="Arial"/>
              </a:defRPr>
            </a:lvl5pPr>
            <a:lvl6pPr algn="l">
              <a:buNone/>
              <a:defRPr sz="1275" b="0">
                <a:solidFill>
                  <a:srgbClr val="4B6070"/>
                </a:solidFill>
                <a:latin typeface="Arial"/>
                <a:ea typeface="Arial"/>
                <a:cs typeface="Arial"/>
              </a:defRPr>
            </a:lvl6pPr>
            <a:lvl7pPr algn="l">
              <a:buNone/>
              <a:defRPr sz="1275" b="0">
                <a:solidFill>
                  <a:srgbClr val="4B6070"/>
                </a:solidFill>
                <a:latin typeface="Arial"/>
                <a:ea typeface="Arial"/>
                <a:cs typeface="Arial"/>
              </a:defRPr>
            </a:lvl7pPr>
            <a:lvl8pPr algn="l">
              <a:buNone/>
              <a:defRPr sz="1275" b="0">
                <a:solidFill>
                  <a:srgbClr val="4B6070"/>
                </a:solidFill>
                <a:latin typeface="Arial"/>
                <a:ea typeface="Arial"/>
                <a:cs typeface="Arial"/>
              </a:defRPr>
            </a:lvl8pPr>
            <a:lvl9pPr algn="l">
              <a:buNone/>
              <a:defRPr sz="1275" b="0">
                <a:solidFill>
                  <a:srgbClr val="4B6070"/>
                </a:solidFill>
                <a:latin typeface="Arial"/>
                <a:ea typeface="Arial"/>
                <a:cs typeface="Arial"/>
              </a:defRPr>
            </a:lvl9pPr>
          </a:lstStyle>
          <a:p xmlns:a="http://schemas.openxmlformats.org/drawingml/2006/main">
            <a:pPr algn="l">
              <a:buNone/>
              <a:defRPr sz="1275" b="0">
                <a:solidFill>
                  <a:srgbClr val="4B6070"/>
                </a:solidFill>
                <a:latin typeface="Arial"/>
                <a:ea typeface="Arial"/>
                <a:cs typeface="Arial"/>
              </a:defRPr>
            </a:pPr>
            <a:r>
              <a:rPr sz="1275" b="0">
                <a:solidFill>
                  <a:srgbClr val="4B6070"/>
                </a:solidFill>
                <a:latin typeface="Arial"/>
                <a:ea typeface="Arial"/>
                <a:cs typeface="Arial"/>
              </a:rPr>
              <a:t>20</a:t>
            </a:r>
          </a:p>
        </p:txBody>
      </p:sp>
      <p:sp>
        <p:nvSpPr>
          <p:cNvPr id="3" name="text-2">
            <a:extLst xmlns:a="http://schemas.openxmlformats.org/drawingml/2006/main">
              <a:ext uri="{FF2B5EF4-FFF2-40B4-BE49-F238E27FC236}">
                <a16:creationId xmlns:a16="http://schemas.microsoft.com/office/drawing/2014/main" id="{99347E0B-DB48-4BA1-A622-CB1D81F7F6ED}"/>
              </a:ext>
            </a:extLst>
          </p:cNvPr>
          <p:cNvSpPr>
            <a:spLocks xmlns:a="http://schemas.openxmlformats.org/drawingml/2006/main" noGrp="1"/>
          </p:cNvSpPr>
          <p:nvPr/>
        </p:nvSpPr>
        <p:spPr>
          <a:xfrm xmlns:a="http://schemas.openxmlformats.org/drawingml/2006/main">
            <a:off x="609600" y="1571625"/>
            <a:ext cx="6477000" cy="400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lgn="l">
              <a:defRPr sz="2100" b="0">
                <a:solidFill>
                  <a:srgbClr val="142E42"/>
                </a:solidFill>
                <a:latin typeface="Arial"/>
                <a:ea typeface="Arial"/>
                <a:cs typeface="Arial"/>
              </a:defRPr>
            </a:defPPr>
            <a:lvl1pPr algn="l">
              <a:buNone/>
              <a:defRPr sz="2100" b="0">
                <a:solidFill>
                  <a:srgbClr val="142E42"/>
                </a:solidFill>
                <a:latin typeface="Arial"/>
                <a:ea typeface="Arial"/>
                <a:cs typeface="Arial"/>
              </a:defRPr>
            </a:lvl1pPr>
            <a:lvl2pPr algn="l">
              <a:buNone/>
              <a:defRPr sz="2100" b="0">
                <a:solidFill>
                  <a:srgbClr val="142E42"/>
                </a:solidFill>
                <a:latin typeface="Arial"/>
                <a:ea typeface="Arial"/>
                <a:cs typeface="Arial"/>
              </a:defRPr>
            </a:lvl2pPr>
            <a:lvl3pPr algn="l">
              <a:buNone/>
              <a:defRPr sz="2100" b="0">
                <a:solidFill>
                  <a:srgbClr val="142E42"/>
                </a:solidFill>
                <a:latin typeface="Arial"/>
                <a:ea typeface="Arial"/>
                <a:cs typeface="Arial"/>
              </a:defRPr>
            </a:lvl3pPr>
            <a:lvl4pPr algn="l">
              <a:buNone/>
              <a:defRPr sz="2100" b="0">
                <a:solidFill>
                  <a:srgbClr val="142E42"/>
                </a:solidFill>
                <a:latin typeface="Arial"/>
                <a:ea typeface="Arial"/>
                <a:cs typeface="Arial"/>
              </a:defRPr>
            </a:lvl4pPr>
            <a:lvl5pPr algn="l">
              <a:buNone/>
              <a:defRPr sz="2100" b="0">
                <a:solidFill>
                  <a:srgbClr val="142E42"/>
                </a:solidFill>
                <a:latin typeface="Arial"/>
                <a:ea typeface="Arial"/>
                <a:cs typeface="Arial"/>
              </a:defRPr>
            </a:lvl5pPr>
            <a:lvl6pPr algn="l">
              <a:buNone/>
              <a:defRPr sz="2100" b="0">
                <a:solidFill>
                  <a:srgbClr val="142E42"/>
                </a:solidFill>
                <a:latin typeface="Arial"/>
                <a:ea typeface="Arial"/>
                <a:cs typeface="Arial"/>
              </a:defRPr>
            </a:lvl6pPr>
            <a:lvl7pPr algn="l">
              <a:buNone/>
              <a:defRPr sz="2100" b="0">
                <a:solidFill>
                  <a:srgbClr val="142E42"/>
                </a:solidFill>
                <a:latin typeface="Arial"/>
                <a:ea typeface="Arial"/>
                <a:cs typeface="Arial"/>
              </a:defRPr>
            </a:lvl7pPr>
            <a:lvl8pPr algn="l">
              <a:buNone/>
              <a:defRPr sz="2100" b="0">
                <a:solidFill>
                  <a:srgbClr val="142E42"/>
                </a:solidFill>
                <a:latin typeface="Arial"/>
                <a:ea typeface="Arial"/>
                <a:cs typeface="Arial"/>
              </a:defRPr>
            </a:lvl8pPr>
            <a:lvl9pPr algn="l">
              <a:buNone/>
              <a:defRPr sz="2100" b="0">
                <a:solidFill>
                  <a:srgbClr val="142E42"/>
                </a:solidFill>
                <a:latin typeface="Arial"/>
                <a:ea typeface="Arial"/>
                <a:cs typeface="Arial"/>
              </a:defRPr>
            </a:lvl9pPr>
          </a:lstStyle>
          <a:p xmlns:a="http://schemas.openxmlformats.org/drawingml/2006/main">
            <a:pPr algn="l">
              <a:buNone/>
              <a:defRPr sz="2100" b="0">
                <a:solidFill>
                  <a:srgbClr val="142E42"/>
                </a:solidFill>
                <a:latin typeface="Arial"/>
                <a:ea typeface="Arial"/>
                <a:cs typeface="Arial"/>
              </a:defRPr>
            </a:pPr>
            <a:r>
              <a:rPr sz="2100" b="0">
                <a:solidFill>
                  <a:srgbClr val="142E42"/>
                </a:solidFill>
                <a:latin typeface="Arial"/>
                <a:ea typeface="Arial"/>
                <a:cs typeface="Arial"/>
              </a:rPr>
              <a:t>Depth-first search follows a branch</a:t>
            </a:r>
          </a:p>
          <a:p xmlns:a="http://schemas.openxmlformats.org/drawingml/2006/main">
            <a:pPr algn="l">
              <a:buNone/>
              <a:defRPr sz="2100" b="0">
                <a:solidFill>
                  <a:srgbClr val="142E42"/>
                </a:solidFill>
                <a:latin typeface="Arial"/>
                <a:ea typeface="Arial"/>
                <a:cs typeface="Arial"/>
              </a:defRPr>
            </a:pPr>
            <a:r>
              <a:rPr sz="2100" b="0">
                <a:solidFill>
                  <a:srgbClr val="142E42"/>
                </a:solidFill>
                <a:latin typeface="Arial"/>
                <a:ea typeface="Arial"/>
                <a:cs typeface="Arial"/>
              </a:rPr>
              <a:t>before returning to other branches.</a:t>
            </a:r>
          </a:p>
          <a:p xmlns:a="http://schemas.openxmlformats.org/drawingml/2006/main">
            <a:endParaRPr sz="2100" b="0">
              <a:solidFill>
                <a:srgbClr val="142E42"/>
              </a:solidFill>
              <a:latin typeface="Arial"/>
              <a:ea typeface="Arial"/>
              <a:cs typeface="Arial"/>
            </a:endParaRPr>
          </a:p>
          <a:p xmlns:a="http://schemas.openxmlformats.org/drawingml/2006/main">
            <a:pPr algn="l">
              <a:buNone/>
              <a:defRPr sz="2100" b="0">
                <a:solidFill>
                  <a:srgbClr val="142E42"/>
                </a:solidFill>
                <a:latin typeface="Arial"/>
                <a:ea typeface="Arial"/>
                <a:cs typeface="Arial"/>
              </a:defRPr>
            </a:pPr>
            <a:r>
              <a:rPr sz="2100" b="0">
                <a:solidFill>
                  <a:srgbClr val="142E42"/>
                </a:solidFill>
                <a:latin typeface="Arial"/>
                <a:ea typeface="Arial"/>
                <a:cs typeface="Arial"/>
              </a:rPr>
              <a:t>Preorder: node, left, right.</a:t>
            </a:r>
          </a:p>
          <a:p xmlns:a="http://schemas.openxmlformats.org/drawingml/2006/main">
            <a:pPr algn="l">
              <a:buNone/>
              <a:defRPr sz="2100" b="0">
                <a:solidFill>
                  <a:srgbClr val="142E42"/>
                </a:solidFill>
                <a:latin typeface="Arial"/>
                <a:ea typeface="Arial"/>
                <a:cs typeface="Arial"/>
              </a:defRPr>
            </a:pPr>
            <a:r>
              <a:rPr sz="2100" b="0">
                <a:solidFill>
                  <a:srgbClr val="142E42"/>
                </a:solidFill>
                <a:latin typeface="Arial"/>
                <a:ea typeface="Arial"/>
                <a:cs typeface="Arial"/>
              </a:rPr>
              <a:t>Inorder: left, node, right.</a:t>
            </a:r>
          </a:p>
          <a:p xmlns:a="http://schemas.openxmlformats.org/drawingml/2006/main">
            <a:pPr algn="l">
              <a:buNone/>
              <a:defRPr sz="2100" b="0">
                <a:solidFill>
                  <a:srgbClr val="142E42"/>
                </a:solidFill>
                <a:latin typeface="Arial"/>
                <a:ea typeface="Arial"/>
                <a:cs typeface="Arial"/>
              </a:defRPr>
            </a:pPr>
            <a:r>
              <a:rPr sz="2100" b="0">
                <a:solidFill>
                  <a:srgbClr val="142E42"/>
                </a:solidFill>
                <a:latin typeface="Arial"/>
                <a:ea typeface="Arial"/>
                <a:cs typeface="Arial"/>
              </a:rPr>
              <a:t>Postorder: left, right, node.</a:t>
            </a:r>
          </a:p>
          <a:p xmlns:a="http://schemas.openxmlformats.org/drawingml/2006/main">
            <a:endParaRPr sz="2100" b="0">
              <a:solidFill>
                <a:srgbClr val="142E42"/>
              </a:solidFill>
              <a:latin typeface="Arial"/>
              <a:ea typeface="Arial"/>
              <a:cs typeface="Arial"/>
            </a:endParaRPr>
          </a:p>
          <a:p xmlns:a="http://schemas.openxmlformats.org/drawingml/2006/main">
            <a:pPr algn="l">
              <a:buNone/>
              <a:defRPr sz="2100" b="0">
                <a:solidFill>
                  <a:srgbClr val="142E42"/>
                </a:solidFill>
                <a:latin typeface="Arial"/>
                <a:ea typeface="Arial"/>
                <a:cs typeface="Arial"/>
              </a:defRPr>
            </a:pPr>
            <a:r>
              <a:rPr sz="2100" b="0">
                <a:solidFill>
                  <a:srgbClr val="142E42"/>
                </a:solidFill>
                <a:latin typeface="Arial"/>
                <a:ea typeface="Arial"/>
                <a:cs typeface="Arial"/>
              </a:rPr>
              <a:t>Breadth-first search visits nodes</a:t>
            </a:r>
          </a:p>
          <a:p xmlns:a="http://schemas.openxmlformats.org/drawingml/2006/main">
            <a:pPr algn="l">
              <a:buNone/>
              <a:defRPr sz="2100" b="0">
                <a:solidFill>
                  <a:srgbClr val="142E42"/>
                </a:solidFill>
                <a:latin typeface="Arial"/>
                <a:ea typeface="Arial"/>
                <a:cs typeface="Arial"/>
              </a:defRPr>
            </a:pPr>
            <a:r>
              <a:rPr sz="2100" b="0">
                <a:solidFill>
                  <a:srgbClr val="142E42"/>
                </a:solidFill>
                <a:latin typeface="Arial"/>
                <a:ea typeface="Arial"/>
                <a:cs typeface="Arial"/>
              </a:rPr>
              <a:t>one level at a time.</a:t>
            </a:r>
          </a:p>
        </p:txBody>
      </p:sp>
      <p:sp>
        <p:nvSpPr>
          <p:cNvPr id="4" name="source-diagram-dg19-9">
            <a:extLst xmlns:a="http://schemas.openxmlformats.org/drawingml/2006/main">
              <a:ext uri="{FF2B5EF4-FFF2-40B4-BE49-F238E27FC236}">
                <a16:creationId xmlns:a16="http://schemas.microsoft.com/office/drawing/2014/main" id="{FF11148E-2A86-4B01-9BAE-A6B96EF3CB5D}"/>
              </a:ext>
            </a:extLst>
          </p:cNvPr>
          <p:cNvSpPr>
            <a:spLocks xmlns:a="http://schemas.openxmlformats.org/drawingml/2006/main" noGrp="1"/>
          </p:cNvSpPr>
          <p:nvPr/>
        </p:nvSpPr>
        <p:spPr>
          <a:xfrm xmlns:a="http://schemas.openxmlformats.org/drawingml/2006/main">
            <a:off x="8879670" y="1714500"/>
            <a:ext cx="590250" cy="621069"/>
          </a:xfrm>
          <a:prstGeom xmlns:a="http://schemas.openxmlformats.org/drawingml/2006/main" prst="ellipse">
            <a:avLst/>
          </a:prstGeom>
          <a:solidFill xmlns:a="http://schemas.openxmlformats.org/drawingml/2006/main">
            <a:srgbClr val="E5EEF2"/>
          </a:solidFill>
          <a:ln xmlns:a="http://schemas.openxmlformats.org/drawingml/2006/main" w="9525" cap="flat" cmpd="sng">
            <a:solidFill>
              <a:srgbClr val="142E42"/>
            </a:solidFill>
            <a:prstDash val="solid"/>
            <a:round/>
            <a:headEnd type="none" w="med" len="med"/>
            <a:tailEnd type="none" w="med" len="med"/>
          </a:l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500" b="0">
                <a:solidFill>
                  <a:srgbClr val="142E42"/>
                </a:solidFill>
                <a:latin typeface="Arial"/>
                <a:ea typeface="Arial"/>
                <a:cs typeface="Arial"/>
              </a:rPr>
              <a:t>30</a:t>
            </a:r>
          </a:p>
        </p:txBody>
      </p:sp>
      <p:sp>
        <p:nvSpPr>
          <p:cNvPr id="5" name="source-diagram-dg19-10">
            <a:extLst xmlns:a="http://schemas.openxmlformats.org/drawingml/2006/main">
              <a:ext uri="{FF2B5EF4-FFF2-40B4-BE49-F238E27FC236}">
                <a16:creationId xmlns:a16="http://schemas.microsoft.com/office/drawing/2014/main" id="{43CF427E-AE8C-4D22-AEE5-A7089D9B1E4F}"/>
              </a:ext>
            </a:extLst>
          </p:cNvPr>
          <p:cNvSpPr>
            <a:spLocks xmlns:a="http://schemas.openxmlformats.org/drawingml/2006/main" noGrp="1"/>
          </p:cNvSpPr>
          <p:nvPr/>
        </p:nvSpPr>
        <p:spPr>
          <a:xfrm xmlns:a="http://schemas.openxmlformats.org/drawingml/2006/main">
            <a:off x="8276691" y="2542592"/>
            <a:ext cx="590250" cy="621069"/>
          </a:xfrm>
          <a:prstGeom xmlns:a="http://schemas.openxmlformats.org/drawingml/2006/main" prst="ellipse">
            <a:avLst/>
          </a:prstGeom>
          <a:solidFill xmlns:a="http://schemas.openxmlformats.org/drawingml/2006/main">
            <a:srgbClr val="E5EEF2"/>
          </a:solidFill>
          <a:ln xmlns:a="http://schemas.openxmlformats.org/drawingml/2006/main" w="9525" cap="flat" cmpd="sng">
            <a:solidFill>
              <a:srgbClr val="142E42"/>
            </a:solidFill>
            <a:prstDash val="solid"/>
            <a:round/>
            <a:headEnd type="none" w="med" len="med"/>
            <a:tailEnd type="none" w="med" len="med"/>
          </a:l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500" b="0">
                <a:solidFill>
                  <a:srgbClr val="142E42"/>
                </a:solidFill>
                <a:latin typeface="Arial"/>
                <a:ea typeface="Arial"/>
                <a:cs typeface="Arial"/>
              </a:rPr>
              <a:t>20</a:t>
            </a:r>
          </a:p>
        </p:txBody>
      </p:sp>
      <p:sp>
        <p:nvSpPr>
          <p:cNvPr id="6" name="source-diagram-dg19-11">
            <a:extLst xmlns:a="http://schemas.openxmlformats.org/drawingml/2006/main">
              <a:ext uri="{FF2B5EF4-FFF2-40B4-BE49-F238E27FC236}">
                <a16:creationId xmlns:a16="http://schemas.microsoft.com/office/drawing/2014/main" id="{E6911813-4A65-40DF-854E-C0316D3C5702}"/>
              </a:ext>
            </a:extLst>
          </p:cNvPr>
          <p:cNvSpPr>
            <a:spLocks xmlns:a="http://schemas.openxmlformats.org/drawingml/2006/main" noGrp="1"/>
          </p:cNvSpPr>
          <p:nvPr/>
        </p:nvSpPr>
        <p:spPr>
          <a:xfrm xmlns:a="http://schemas.openxmlformats.org/drawingml/2006/main">
            <a:off x="9676943" y="2542592"/>
            <a:ext cx="590250" cy="621069"/>
          </a:xfrm>
          <a:prstGeom xmlns:a="http://schemas.openxmlformats.org/drawingml/2006/main" prst="ellipse">
            <a:avLst/>
          </a:prstGeom>
          <a:solidFill xmlns:a="http://schemas.openxmlformats.org/drawingml/2006/main">
            <a:srgbClr val="E5EEF2"/>
          </a:solidFill>
          <a:ln xmlns:a="http://schemas.openxmlformats.org/drawingml/2006/main" w="9525" cap="flat" cmpd="sng">
            <a:solidFill>
              <a:srgbClr val="142E42"/>
            </a:solidFill>
            <a:prstDash val="solid"/>
            <a:round/>
            <a:headEnd type="none" w="med" len="med"/>
            <a:tailEnd type="none" w="med" len="med"/>
          </a:l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500" b="0">
                <a:solidFill>
                  <a:srgbClr val="142E42"/>
                </a:solidFill>
                <a:latin typeface="Arial"/>
                <a:ea typeface="Arial"/>
                <a:cs typeface="Arial"/>
              </a:rPr>
              <a:t>70</a:t>
            </a:r>
          </a:p>
        </p:txBody>
      </p:sp>
      <p:sp>
        <p:nvSpPr>
          <p:cNvPr id="7" name="source-diagram-dg19-12">
            <a:extLst xmlns:a="http://schemas.openxmlformats.org/drawingml/2006/main">
              <a:ext uri="{FF2B5EF4-FFF2-40B4-BE49-F238E27FC236}">
                <a16:creationId xmlns:a16="http://schemas.microsoft.com/office/drawing/2014/main" id="{99F89124-3696-43AE-9BA4-9B6B3DF5156E}"/>
              </a:ext>
            </a:extLst>
          </p:cNvPr>
          <p:cNvSpPr>
            <a:spLocks xmlns:a="http://schemas.openxmlformats.org/drawingml/2006/main" noGrp="1"/>
          </p:cNvSpPr>
          <p:nvPr/>
        </p:nvSpPr>
        <p:spPr>
          <a:xfrm xmlns:a="http://schemas.openxmlformats.org/drawingml/2006/main">
            <a:off x="7715250" y="3439692"/>
            <a:ext cx="590250" cy="621069"/>
          </a:xfrm>
          <a:prstGeom xmlns:a="http://schemas.openxmlformats.org/drawingml/2006/main" prst="ellipse">
            <a:avLst/>
          </a:prstGeom>
          <a:solidFill xmlns:a="http://schemas.openxmlformats.org/drawingml/2006/main">
            <a:srgbClr val="E5EEF2"/>
          </a:solidFill>
          <a:ln xmlns:a="http://schemas.openxmlformats.org/drawingml/2006/main" w="9525" cap="flat" cmpd="sng">
            <a:solidFill>
              <a:srgbClr val="142E42"/>
            </a:solidFill>
            <a:prstDash val="solid"/>
            <a:round/>
            <a:headEnd type="none" w="med" len="med"/>
            <a:tailEnd type="none" w="med" len="med"/>
          </a:l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500" b="0">
                <a:solidFill>
                  <a:srgbClr val="142E42"/>
                </a:solidFill>
                <a:latin typeface="Arial"/>
                <a:ea typeface="Arial"/>
                <a:cs typeface="Arial"/>
              </a:rPr>
              <a:t>10</a:t>
            </a:r>
          </a:p>
        </p:txBody>
      </p:sp>
      <p:sp>
        <p:nvSpPr>
          <p:cNvPr id="8" name="source-diagram-dg19-13">
            <a:extLst xmlns:a="http://schemas.openxmlformats.org/drawingml/2006/main">
              <a:ext uri="{FF2B5EF4-FFF2-40B4-BE49-F238E27FC236}">
                <a16:creationId xmlns:a16="http://schemas.microsoft.com/office/drawing/2014/main" id="{EEC602B6-0593-4160-A5F9-217F794B49CA}"/>
              </a:ext>
            </a:extLst>
          </p:cNvPr>
          <p:cNvSpPr>
            <a:spLocks xmlns:a="http://schemas.openxmlformats.org/drawingml/2006/main" noGrp="1"/>
          </p:cNvSpPr>
          <p:nvPr/>
        </p:nvSpPr>
        <p:spPr>
          <a:xfrm xmlns:a="http://schemas.openxmlformats.org/drawingml/2006/main">
            <a:off x="9086693" y="3439692"/>
            <a:ext cx="590250" cy="621069"/>
          </a:xfrm>
          <a:prstGeom xmlns:a="http://schemas.openxmlformats.org/drawingml/2006/main" prst="ellipse">
            <a:avLst/>
          </a:prstGeom>
          <a:solidFill xmlns:a="http://schemas.openxmlformats.org/drawingml/2006/main">
            <a:srgbClr val="E5EEF2"/>
          </a:solidFill>
          <a:ln xmlns:a="http://schemas.openxmlformats.org/drawingml/2006/main" w="9525" cap="flat" cmpd="sng">
            <a:solidFill>
              <a:srgbClr val="142E42"/>
            </a:solidFill>
            <a:prstDash val="solid"/>
            <a:round/>
            <a:headEnd type="none" w="med" len="med"/>
            <a:tailEnd type="none" w="med" len="med"/>
          </a:l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500" b="0">
                <a:solidFill>
                  <a:srgbClr val="142E42"/>
                </a:solidFill>
                <a:latin typeface="Arial"/>
                <a:ea typeface="Arial"/>
                <a:cs typeface="Arial"/>
              </a:rPr>
              <a:t>50</a:t>
            </a:r>
          </a:p>
        </p:txBody>
      </p:sp>
      <p:sp>
        <p:nvSpPr>
          <p:cNvPr id="9" name="source-diagram-dg19-14">
            <a:extLst xmlns:a="http://schemas.openxmlformats.org/drawingml/2006/main">
              <a:ext uri="{FF2B5EF4-FFF2-40B4-BE49-F238E27FC236}">
                <a16:creationId xmlns:a16="http://schemas.microsoft.com/office/drawing/2014/main" id="{4BEFCF26-F58E-4FF3-9A73-066EB3D12F26}"/>
              </a:ext>
            </a:extLst>
          </p:cNvPr>
          <p:cNvSpPr>
            <a:spLocks xmlns:a="http://schemas.openxmlformats.org/drawingml/2006/main" noGrp="1"/>
          </p:cNvSpPr>
          <p:nvPr/>
        </p:nvSpPr>
        <p:spPr>
          <a:xfrm xmlns:a="http://schemas.openxmlformats.org/drawingml/2006/main">
            <a:off x="10367019" y="3412376"/>
            <a:ext cx="590250" cy="621069"/>
          </a:xfrm>
          <a:prstGeom xmlns:a="http://schemas.openxmlformats.org/drawingml/2006/main" prst="ellipse">
            <a:avLst/>
          </a:prstGeom>
          <a:solidFill xmlns:a="http://schemas.openxmlformats.org/drawingml/2006/main">
            <a:srgbClr val="E5EEF2"/>
          </a:solidFill>
          <a:ln xmlns:a="http://schemas.openxmlformats.org/drawingml/2006/main" w="9525" cap="flat" cmpd="sng">
            <a:solidFill>
              <a:srgbClr val="142E42"/>
            </a:solidFill>
            <a:prstDash val="solid"/>
            <a:round/>
            <a:headEnd type="none" w="med" len="med"/>
            <a:tailEnd type="none" w="med" len="med"/>
          </a:l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500" b="0">
                <a:solidFill>
                  <a:srgbClr val="142E42"/>
                </a:solidFill>
                <a:latin typeface="Arial"/>
                <a:ea typeface="Arial"/>
                <a:cs typeface="Arial"/>
              </a:rPr>
              <a:t>90</a:t>
            </a:r>
          </a:p>
        </p:txBody>
      </p:sp>
      <p:sp>
        <p:nvSpPr>
          <p:cNvPr id="10" name="source-diagram-dg19-15">
            <a:extLst xmlns:a="http://schemas.openxmlformats.org/drawingml/2006/main">
              <a:ext uri="{FF2B5EF4-FFF2-40B4-BE49-F238E27FC236}">
                <a16:creationId xmlns:a16="http://schemas.microsoft.com/office/drawing/2014/main" id="{968A41B9-F715-42B4-B977-DE1DB392135B}"/>
              </a:ext>
            </a:extLst>
          </p:cNvPr>
          <p:cNvSpPr>
            <a:spLocks xmlns:a="http://schemas.openxmlformats.org/drawingml/2006/main" noGrp="1"/>
          </p:cNvSpPr>
          <p:nvPr/>
        </p:nvSpPr>
        <p:spPr>
          <a:xfrm xmlns:a="http://schemas.openxmlformats.org/drawingml/2006/main">
            <a:off x="8571815" y="4474806"/>
            <a:ext cx="590250" cy="621069"/>
          </a:xfrm>
          <a:prstGeom xmlns:a="http://schemas.openxmlformats.org/drawingml/2006/main" prst="ellipse">
            <a:avLst/>
          </a:prstGeom>
          <a:solidFill xmlns:a="http://schemas.openxmlformats.org/drawingml/2006/main">
            <a:srgbClr val="E5EEF2"/>
          </a:solidFill>
          <a:ln xmlns:a="http://schemas.openxmlformats.org/drawingml/2006/main" w="9525" cap="flat" cmpd="sng">
            <a:solidFill>
              <a:srgbClr val="142E42"/>
            </a:solidFill>
            <a:prstDash val="solid"/>
            <a:round/>
            <a:headEnd type="none" w="med" len="med"/>
            <a:tailEnd type="none" w="med" len="med"/>
          </a:l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500" b="0">
                <a:solidFill>
                  <a:srgbClr val="142E42"/>
                </a:solidFill>
                <a:latin typeface="Arial"/>
                <a:ea typeface="Arial"/>
                <a:cs typeface="Arial"/>
              </a:rPr>
              <a:t>40</a:t>
            </a:r>
          </a:p>
        </p:txBody>
      </p:sp>
      <p:sp>
        <p:nvSpPr>
          <p:cNvPr id="11" name="source-diagram-dg19-16">
            <a:extLst xmlns:a="http://schemas.openxmlformats.org/drawingml/2006/main">
              <a:ext uri="{FF2B5EF4-FFF2-40B4-BE49-F238E27FC236}">
                <a16:creationId xmlns:a16="http://schemas.microsoft.com/office/drawing/2014/main" id="{39DC8F62-68EE-41F3-9D31-54F8D26E03B4}"/>
              </a:ext>
            </a:extLst>
          </p:cNvPr>
          <p:cNvSpPr>
            <a:spLocks xmlns:a="http://schemas.openxmlformats.org/drawingml/2006/main" noGrp="1"/>
          </p:cNvSpPr>
          <p:nvPr/>
        </p:nvSpPr>
        <p:spPr>
          <a:xfrm xmlns:a="http://schemas.openxmlformats.org/drawingml/2006/main">
            <a:off x="9676943" y="4465015"/>
            <a:ext cx="590250" cy="621069"/>
          </a:xfrm>
          <a:prstGeom xmlns:a="http://schemas.openxmlformats.org/drawingml/2006/main" prst="ellipse">
            <a:avLst/>
          </a:prstGeom>
          <a:solidFill xmlns:a="http://schemas.openxmlformats.org/drawingml/2006/main">
            <a:srgbClr val="E5EEF2"/>
          </a:solidFill>
          <a:ln xmlns:a="http://schemas.openxmlformats.org/drawingml/2006/main" w="9525" cap="flat" cmpd="sng">
            <a:solidFill>
              <a:srgbClr val="142E42"/>
            </a:solidFill>
            <a:prstDash val="solid"/>
            <a:round/>
            <a:headEnd type="none" w="med" len="med"/>
            <a:tailEnd type="none" w="med" len="med"/>
          </a:l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500" b="0">
                <a:solidFill>
                  <a:srgbClr val="142E42"/>
                </a:solidFill>
                <a:latin typeface="Arial"/>
                <a:ea typeface="Arial"/>
                <a:cs typeface="Arial"/>
              </a:rPr>
              <a:t>60</a:t>
            </a:r>
          </a:p>
        </p:txBody>
      </p:sp>
      <p:sp>
        <p:nvSpPr>
          <p:cNvPr id="12" name="source-diagram-dg19-18">
            <a:extLst xmlns:a="http://schemas.openxmlformats.org/drawingml/2006/main">
              <a:ext uri="{FF2B5EF4-FFF2-40B4-BE49-F238E27FC236}">
                <a16:creationId xmlns:a16="http://schemas.microsoft.com/office/drawing/2014/main" id="{6B63FADE-7D3E-43FD-8DF5-2DCD577DF2E5}"/>
              </a:ext>
            </a:extLst>
          </p:cNvPr>
          <p:cNvSpPr>
            <a:spLocks xmlns:a="http://schemas.openxmlformats.org/drawingml/2006/main" noGrp="1"/>
          </p:cNvSpPr>
          <p:nvPr/>
        </p:nvSpPr>
        <p:spPr>
          <a:xfrm xmlns:a="http://schemas.openxmlformats.org/drawingml/2006/main" flipH="1">
            <a:off x="8641828" y="2244616"/>
            <a:ext cx="324282" cy="332481"/>
          </a:xfrm>
          <a:prstGeom xmlns:a="http://schemas.openxmlformats.org/drawingml/2006/main" prst="line">
            <a:avLst/>
          </a:prstGeom>
          <a:solidFill xmlns:a="http://schemas.openxmlformats.org/drawingml/2006/main">
            <a:srgbClr val="E5EEF2"/>
          </a:solidFill>
          <a:ln xmlns:a="http://schemas.openxmlformats.org/drawingml/2006/main">
            <a:headEnd type="none" w="med" len="med"/>
            <a:tailEnd type="none" w="med" len="med"/>
          </a:ln>
        </p:spPr>
        <p:style>
          <a:lnRef xmlns:a="http://schemas.openxmlformats.org/drawingml/2006/main" idx="1">
            <a:schemeClr val="dk1"/>
          </a:lnRef>
          <a:fillRef xmlns:a="http://schemas.openxmlformats.org/drawingml/2006/main" idx="0">
            <a:schemeClr val="dk1"/>
          </a:fillRef>
          <a:effectRef xmlns:a="http://schemas.openxmlformats.org/drawingml/2006/main" idx="0">
            <a:schemeClr val="dk1"/>
          </a:effectRef>
          <a:fontRef xmlns:a="http://schemas.openxmlformats.org/drawingml/2006/main" idx="minor">
            <a:schemeClr val="tx1"/>
          </a:fontRef>
        </p:style>
        <p:txBody>
          <a:bodyPr xmlns:a="http://schemas.openxmlformats.org/drawingml/2006/main" wrap="square" lIns="0" tIns="0" rIns="0" bIns="0" anchor="ctr"/>
          <a:lstStyle xmlns:a="http://schemas.openxmlformats.org/drawingml/2006/main"/>
          <a:p xmlns:a="http://schemas.openxmlformats.org/drawingml/2006/main">
            <a:endParaRPr/>
          </a:p>
        </p:txBody>
      </p:sp>
      <p:sp>
        <p:nvSpPr>
          <p:cNvPr id="13" name="source-diagram-dg19-20">
            <a:extLst xmlns:a="http://schemas.openxmlformats.org/drawingml/2006/main">
              <a:ext uri="{FF2B5EF4-FFF2-40B4-BE49-F238E27FC236}">
                <a16:creationId xmlns:a16="http://schemas.microsoft.com/office/drawing/2014/main" id="{21EEF36D-A451-463B-89F5-3F5509C335FD}"/>
              </a:ext>
            </a:extLst>
          </p:cNvPr>
          <p:cNvSpPr>
            <a:spLocks xmlns:a="http://schemas.openxmlformats.org/drawingml/2006/main" noGrp="1"/>
          </p:cNvSpPr>
          <p:nvPr/>
        </p:nvSpPr>
        <p:spPr>
          <a:xfrm xmlns:a="http://schemas.openxmlformats.org/drawingml/2006/main">
            <a:off x="9383480" y="2244616"/>
            <a:ext cx="379903" cy="388930"/>
          </a:xfrm>
          <a:prstGeom xmlns:a="http://schemas.openxmlformats.org/drawingml/2006/main" prst="line">
            <a:avLst/>
          </a:prstGeom>
          <a:solidFill xmlns:a="http://schemas.openxmlformats.org/drawingml/2006/main">
            <a:srgbClr val="E5EEF2"/>
          </a:solidFill>
          <a:ln xmlns:a="http://schemas.openxmlformats.org/drawingml/2006/main" w="9525">
            <a:solidFill>
              <a:srgbClr val="142E42"/>
            </a:solidFill>
            <a:prstDash val="solid"/>
            <a:headEnd type="none" w="med" len="med"/>
            <a:tailEnd type="none" w="med" len="med"/>
          </a:ln>
        </p:spPr>
        <p:txBody>
          <a:bodyPr xmlns:a="http://schemas.openxmlformats.org/drawingml/2006/main" wrap="square" lIns="0" tIns="0" rIns="0" bIns="0" anchor="ctr"/>
          <a:lstStyle xmlns:a="http://schemas.openxmlformats.org/drawingml/2006/main"/>
          <a:p xmlns:a="http://schemas.openxmlformats.org/drawingml/2006/main">
            <a:endParaRPr/>
          </a:p>
        </p:txBody>
      </p:sp>
      <p:sp>
        <p:nvSpPr>
          <p:cNvPr id="14" name="source-diagram-dg19-22">
            <a:extLst xmlns:a="http://schemas.openxmlformats.org/drawingml/2006/main">
              <a:ext uri="{FF2B5EF4-FFF2-40B4-BE49-F238E27FC236}">
                <a16:creationId xmlns:a16="http://schemas.microsoft.com/office/drawing/2014/main" id="{67262CE6-1316-4445-969E-2735D0ACBE3F}"/>
              </a:ext>
            </a:extLst>
          </p:cNvPr>
          <p:cNvSpPr>
            <a:spLocks xmlns:a="http://schemas.openxmlformats.org/drawingml/2006/main" noGrp="1"/>
          </p:cNvSpPr>
          <p:nvPr/>
        </p:nvSpPr>
        <p:spPr>
          <a:xfrm xmlns:a="http://schemas.openxmlformats.org/drawingml/2006/main" flipH="1">
            <a:off x="8010375" y="3072707"/>
            <a:ext cx="352755" cy="366985"/>
          </a:xfrm>
          <a:prstGeom xmlns:a="http://schemas.openxmlformats.org/drawingml/2006/main" prst="line">
            <a:avLst/>
          </a:prstGeom>
          <a:solidFill xmlns:a="http://schemas.openxmlformats.org/drawingml/2006/main">
            <a:srgbClr val="E5EEF2"/>
          </a:solidFill>
          <a:ln xmlns:a="http://schemas.openxmlformats.org/drawingml/2006/main" w="9525">
            <a:solidFill>
              <a:srgbClr val="142E42"/>
            </a:solidFill>
            <a:prstDash val="solid"/>
            <a:headEnd type="none" w="med" len="med"/>
            <a:tailEnd type="none" w="med" len="med"/>
          </a:ln>
        </p:spPr>
        <p:txBody>
          <a:bodyPr xmlns:a="http://schemas.openxmlformats.org/drawingml/2006/main" wrap="square" lIns="0" tIns="0" rIns="0" bIns="0" anchor="ctr"/>
          <a:lstStyle xmlns:a="http://schemas.openxmlformats.org/drawingml/2006/main"/>
          <a:p xmlns:a="http://schemas.openxmlformats.org/drawingml/2006/main">
            <a:endParaRPr/>
          </a:p>
        </p:txBody>
      </p:sp>
      <p:sp>
        <p:nvSpPr>
          <p:cNvPr id="15" name="source-diagram-dg19-24">
            <a:extLst xmlns:a="http://schemas.openxmlformats.org/drawingml/2006/main">
              <a:ext uri="{FF2B5EF4-FFF2-40B4-BE49-F238E27FC236}">
                <a16:creationId xmlns:a16="http://schemas.microsoft.com/office/drawing/2014/main" id="{DBF1D2AE-7CD6-4B9C-BFFF-68BBE942C0ED}"/>
              </a:ext>
            </a:extLst>
          </p:cNvPr>
          <p:cNvSpPr>
            <a:spLocks xmlns:a="http://schemas.openxmlformats.org/drawingml/2006/main" noGrp="1"/>
          </p:cNvSpPr>
          <p:nvPr/>
        </p:nvSpPr>
        <p:spPr>
          <a:xfrm xmlns:a="http://schemas.openxmlformats.org/drawingml/2006/main" flipH="1">
            <a:off x="9381818" y="3072707"/>
            <a:ext cx="381564" cy="366985"/>
          </a:xfrm>
          <a:prstGeom xmlns:a="http://schemas.openxmlformats.org/drawingml/2006/main" prst="line">
            <a:avLst/>
          </a:prstGeom>
          <a:solidFill xmlns:a="http://schemas.openxmlformats.org/drawingml/2006/main">
            <a:srgbClr val="E5EEF2"/>
          </a:solidFill>
          <a:ln xmlns:a="http://schemas.openxmlformats.org/drawingml/2006/main" w="9525">
            <a:solidFill>
              <a:srgbClr val="142E42"/>
            </a:solidFill>
            <a:prstDash val="solid"/>
            <a:headEnd type="none" w="med" len="med"/>
            <a:tailEnd type="none" w="med" len="med"/>
          </a:ln>
        </p:spPr>
        <p:txBody>
          <a:bodyPr xmlns:a="http://schemas.openxmlformats.org/drawingml/2006/main" wrap="square" lIns="0" tIns="0" rIns="0" bIns="0" anchor="ctr"/>
          <a:lstStyle xmlns:a="http://schemas.openxmlformats.org/drawingml/2006/main"/>
          <a:p xmlns:a="http://schemas.openxmlformats.org/drawingml/2006/main">
            <a:endParaRPr/>
          </a:p>
        </p:txBody>
      </p:sp>
      <p:sp>
        <p:nvSpPr>
          <p:cNvPr id="16" name="source-diagram-dg19-26">
            <a:extLst xmlns:a="http://schemas.openxmlformats.org/drawingml/2006/main">
              <a:ext uri="{FF2B5EF4-FFF2-40B4-BE49-F238E27FC236}">
                <a16:creationId xmlns:a16="http://schemas.microsoft.com/office/drawing/2014/main" id="{4958D6BA-EC86-4526-ADB5-E183E2084064}"/>
              </a:ext>
            </a:extLst>
          </p:cNvPr>
          <p:cNvSpPr>
            <a:spLocks xmlns:a="http://schemas.openxmlformats.org/drawingml/2006/main" noGrp="1"/>
          </p:cNvSpPr>
          <p:nvPr/>
        </p:nvSpPr>
        <p:spPr>
          <a:xfrm xmlns:a="http://schemas.openxmlformats.org/drawingml/2006/main">
            <a:off x="10180753" y="3072707"/>
            <a:ext cx="481391" cy="339669"/>
          </a:xfrm>
          <a:prstGeom xmlns:a="http://schemas.openxmlformats.org/drawingml/2006/main" prst="line">
            <a:avLst/>
          </a:prstGeom>
          <a:solidFill xmlns:a="http://schemas.openxmlformats.org/drawingml/2006/main">
            <a:srgbClr val="E5EEF2"/>
          </a:solidFill>
          <a:ln xmlns:a="http://schemas.openxmlformats.org/drawingml/2006/main" w="9525">
            <a:solidFill>
              <a:srgbClr val="142E42"/>
            </a:solidFill>
            <a:prstDash val="solid"/>
            <a:headEnd type="none" w="med" len="med"/>
            <a:tailEnd type="none" w="med" len="med"/>
          </a:ln>
        </p:spPr>
        <p:txBody>
          <a:bodyPr xmlns:a="http://schemas.openxmlformats.org/drawingml/2006/main" wrap="square" lIns="0" tIns="0" rIns="0" bIns="0" anchor="ctr"/>
          <a:lstStyle xmlns:a="http://schemas.openxmlformats.org/drawingml/2006/main"/>
          <a:p xmlns:a="http://schemas.openxmlformats.org/drawingml/2006/main">
            <a:endParaRPr/>
          </a:p>
        </p:txBody>
      </p:sp>
      <p:sp>
        <p:nvSpPr>
          <p:cNvPr id="17" name="source-diagram-dg19-28">
            <a:extLst xmlns:a="http://schemas.openxmlformats.org/drawingml/2006/main">
              <a:ext uri="{FF2B5EF4-FFF2-40B4-BE49-F238E27FC236}">
                <a16:creationId xmlns:a16="http://schemas.microsoft.com/office/drawing/2014/main" id="{8EF4E62E-955B-4736-B857-9A3DB5F455A6}"/>
              </a:ext>
            </a:extLst>
          </p:cNvPr>
          <p:cNvSpPr>
            <a:spLocks xmlns:a="http://schemas.openxmlformats.org/drawingml/2006/main" noGrp="1"/>
          </p:cNvSpPr>
          <p:nvPr/>
        </p:nvSpPr>
        <p:spPr>
          <a:xfrm xmlns:a="http://schemas.openxmlformats.org/drawingml/2006/main" flipH="1">
            <a:off x="8866941" y="3969808"/>
            <a:ext cx="306192" cy="504998"/>
          </a:xfrm>
          <a:prstGeom xmlns:a="http://schemas.openxmlformats.org/drawingml/2006/main" prst="line">
            <a:avLst/>
          </a:prstGeom>
          <a:solidFill xmlns:a="http://schemas.openxmlformats.org/drawingml/2006/main">
            <a:srgbClr val="E5EEF2"/>
          </a:solidFill>
          <a:ln xmlns:a="http://schemas.openxmlformats.org/drawingml/2006/main" w="9525">
            <a:solidFill>
              <a:srgbClr val="142E42"/>
            </a:solidFill>
            <a:prstDash val="solid"/>
            <a:headEnd type="none" w="med" len="med"/>
            <a:tailEnd type="none" w="med" len="med"/>
          </a:ln>
        </p:spPr>
        <p:txBody>
          <a:bodyPr xmlns:a="http://schemas.openxmlformats.org/drawingml/2006/main" wrap="square" lIns="0" tIns="0" rIns="0" bIns="0" anchor="ctr"/>
          <a:lstStyle xmlns:a="http://schemas.openxmlformats.org/drawingml/2006/main"/>
          <a:p xmlns:a="http://schemas.openxmlformats.org/drawingml/2006/main">
            <a:endParaRPr/>
          </a:p>
        </p:txBody>
      </p:sp>
      <p:sp>
        <p:nvSpPr>
          <p:cNvPr id="18" name="source-diagram-dg19-30">
            <a:extLst xmlns:a="http://schemas.openxmlformats.org/drawingml/2006/main">
              <a:ext uri="{FF2B5EF4-FFF2-40B4-BE49-F238E27FC236}">
                <a16:creationId xmlns:a16="http://schemas.microsoft.com/office/drawing/2014/main" id="{FCBC95FD-762B-4169-81C9-2628893758EA}"/>
              </a:ext>
            </a:extLst>
          </p:cNvPr>
          <p:cNvSpPr>
            <a:spLocks xmlns:a="http://schemas.openxmlformats.org/drawingml/2006/main" noGrp="1"/>
          </p:cNvSpPr>
          <p:nvPr/>
        </p:nvSpPr>
        <p:spPr>
          <a:xfrm xmlns:a="http://schemas.openxmlformats.org/drawingml/2006/main">
            <a:off x="9590503" y="3969808"/>
            <a:ext cx="381565" cy="495207"/>
          </a:xfrm>
          <a:prstGeom xmlns:a="http://schemas.openxmlformats.org/drawingml/2006/main" prst="line">
            <a:avLst/>
          </a:prstGeom>
          <a:solidFill xmlns:a="http://schemas.openxmlformats.org/drawingml/2006/main">
            <a:srgbClr val="E5EEF2"/>
          </a:solidFill>
          <a:ln xmlns:a="http://schemas.openxmlformats.org/drawingml/2006/main" w="9525">
            <a:solidFill>
              <a:srgbClr val="142E42"/>
            </a:solidFill>
            <a:prstDash val="solid"/>
            <a:headEnd type="none" w="med" len="med"/>
            <a:tailEnd type="none" w="med" len="med"/>
          </a:ln>
        </p:spPr>
        <p:txBody>
          <a:bodyPr xmlns:a="http://schemas.openxmlformats.org/drawingml/2006/main" wrap="square" lIns="0" tIns="0" rIns="0" bIns="0" anchor="ctr"/>
          <a:lstStyle xmlns:a="http://schemas.openxmlformats.org/drawingml/2006/main"/>
          <a:p xmlns:a="http://schemas.openxmlformats.org/drawingml/2006/main">
            <a:endParaRPr/>
          </a:p>
        </p:txBody>
      </p:sp>
      <p:sp>
        <p:nvSpPr>
          <p:cNvPr id="20" name="local-java-TraversalDemo">
            <a:extLst xmlns:a="http://schemas.openxmlformats.org/drawingml/2006/main">
              <a:ext uri="{FF2B5EF4-FFF2-40B4-BE49-F238E27FC236}">
                <a16:creationId xmlns:a16="http://schemas.microsoft.com/office/drawing/2014/main" id="{BDE49222-1719-410D-AC7B-78D7830B413A}"/>
              </a:ext>
            </a:extLst>
          </p:cNvPr>
          <p:cNvSpPr>
            <a:spLocks xmlns:a="http://schemas.openxmlformats.org/drawingml/2006/main" noGrp="1"/>
          </p:cNvSpPr>
          <p:nvPr/>
        </p:nvSpPr>
        <p:spPr>
          <a:xfrm xmlns:a="http://schemas.openxmlformats.org/drawingml/2006/main">
            <a:off x="609600" y="6134100"/>
            <a:ext cx="357187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350" b="0">
                <a:solidFill>
                  <a:srgbClr val="007D89"/>
                </a:solidFill>
                <a:latin typeface="Arial"/>
                <a:ea typeface="Arial"/>
                <a:cs typeface="Arial"/>
              </a:defRPr>
            </a:defPPr>
            <a:lvl1pPr>
              <a:defRPr sz="1350" b="0">
                <a:solidFill>
                  <a:srgbClr val="007D89"/>
                </a:solidFill>
                <a:latin typeface="Arial"/>
                <a:ea typeface="Arial"/>
                <a:cs typeface="Arial"/>
              </a:defRPr>
            </a:lvl1pPr>
            <a:lvl2pPr>
              <a:defRPr sz="1350" b="0">
                <a:solidFill>
                  <a:srgbClr val="007D89"/>
                </a:solidFill>
                <a:latin typeface="Arial"/>
                <a:ea typeface="Arial"/>
                <a:cs typeface="Arial"/>
              </a:defRPr>
            </a:lvl2pPr>
            <a:lvl3pPr>
              <a:defRPr sz="1350" b="0">
                <a:solidFill>
                  <a:srgbClr val="007D89"/>
                </a:solidFill>
                <a:latin typeface="Arial"/>
                <a:ea typeface="Arial"/>
                <a:cs typeface="Arial"/>
              </a:defRPr>
            </a:lvl3pPr>
            <a:lvl4pPr>
              <a:defRPr sz="1350" b="0">
                <a:solidFill>
                  <a:srgbClr val="007D89"/>
                </a:solidFill>
                <a:latin typeface="Arial"/>
                <a:ea typeface="Arial"/>
                <a:cs typeface="Arial"/>
              </a:defRPr>
            </a:lvl4pPr>
            <a:lvl5pPr>
              <a:defRPr sz="1350" b="0">
                <a:solidFill>
                  <a:srgbClr val="007D89"/>
                </a:solidFill>
                <a:latin typeface="Arial"/>
                <a:ea typeface="Arial"/>
                <a:cs typeface="Arial"/>
              </a:defRPr>
            </a:lvl5pPr>
            <a:lvl6pPr>
              <a:defRPr sz="1350" b="0">
                <a:solidFill>
                  <a:srgbClr val="007D89"/>
                </a:solidFill>
                <a:latin typeface="Arial"/>
                <a:ea typeface="Arial"/>
                <a:cs typeface="Arial"/>
              </a:defRPr>
            </a:lvl6pPr>
            <a:lvl7pPr>
              <a:defRPr sz="1350" b="0">
                <a:solidFill>
                  <a:srgbClr val="007D89"/>
                </a:solidFill>
                <a:latin typeface="Arial"/>
                <a:ea typeface="Arial"/>
                <a:cs typeface="Arial"/>
              </a:defRPr>
            </a:lvl7pPr>
            <a:lvl8pPr>
              <a:defRPr sz="1350" b="0">
                <a:solidFill>
                  <a:srgbClr val="007D89"/>
                </a:solidFill>
                <a:latin typeface="Arial"/>
                <a:ea typeface="Arial"/>
                <a:cs typeface="Arial"/>
              </a:defRPr>
            </a:lvl8pPr>
            <a:lvl9pPr>
              <a:defRPr sz="1350" b="0">
                <a:solidFill>
                  <a:srgbClr val="007D89"/>
                </a:solidFill>
                <a:latin typeface="Arial"/>
                <a:ea typeface="Arial"/>
                <a:cs typeface="Arial"/>
              </a:defRPr>
            </a:lvl9pPr>
          </a:lstStyle>
          <a:p xmlns:a="http://schemas.openxmlformats.org/drawingml/2006/main">
            <a:pPr>
              <a:defRPr sz="1350" b="0">
                <a:solidFill>
                  <a:srgbClr val="007D89"/>
                </a:solidFill>
                <a:latin typeface="Arial"/>
                <a:ea typeface="Arial"/>
                <a:cs typeface="Arial"/>
              </a:defRPr>
            </a:pPr>
            <a:r>
              <a:rPr sz="1350" u="sng">
                <a:solidFill>
                  <a:srgbClr val="007D89"/>
                </a:solidFill>
                <a:latin typeface="Arial"/>
                <a:ea typeface="Arial"/>
                <a:cs typeface="Arial"/>
                <a:hlinkClick xmlns:r="http://schemas.openxmlformats.org/officeDocument/2006/relationships" r:id="R968508b52b954098"/>
              </a:rPr>
              <a:t>Java: TraversalDemo.java</a:t>
            </a:r>
          </a:p>
        </p:txBody>
      </p:sp>
    </p:spTree>
    <p:extLst>
      <p:ext uri="{BB962C8B-B14F-4D97-AF65-F5344CB8AC3E}">
        <p14:creationId xmlns:p14="http://schemas.microsoft.com/office/powerpoint/2010/main" val="1598139063"/>
      </p:ext>
    </p:extLst>
  </p:cSld>
</p:sld>
</file>

<file path=ppt/slides/slide21.xml><?xml version="1.0" encoding="utf-8"?>
<p:sld xmlns:p="http://schemas.openxmlformats.org/presentationml/2006/main">
  <p:cSld>
    <p:bg>
      <p:bgPr>
        <a:solidFill xmlns:a="http://schemas.openxmlformats.org/drawingml/2006/main">
          <a:srgbClr val="FAFCFD"/>
        </a:solidFill>
      </p:bgPr>
    </p:bg>
    <p:spTree>
      <p:nvGrpSpPr>
        <p:cNvPr id="1" name=""/>
        <p:cNvGrpSpPr/>
        <p:nvPr/>
      </p:nvGrpSpPr>
      <p:grpSpPr>
        <a:xfrm xmlns:a="http://schemas.openxmlformats.org/drawingml/2006/main"/>
      </p:grpSpPr>
      <p:sp>
        <p:nvSpPr>
          <p:cNvPr id="20" name="text-0">
            <a:extLst xmlns:a="http://schemas.openxmlformats.org/drawingml/2006/main">
              <a:ext uri="{FF2B5EF4-FFF2-40B4-BE49-F238E27FC236}">
                <a16:creationId xmlns:a16="http://schemas.microsoft.com/office/drawing/2014/main" id="{902F0CC6-57C4-471A-A9EB-70388F52F5D5}"/>
              </a:ext>
            </a:extLst>
          </p:cNvPr>
          <p:cNvSpPr>
            <a:spLocks xmlns:a="http://schemas.openxmlformats.org/drawingml/2006/main" noGrp="1"/>
          </p:cNvSpPr>
          <p:nvPr/>
        </p:nvSpPr>
        <p:spPr>
          <a:xfrm xmlns:a="http://schemas.openxmlformats.org/drawingml/2006/main">
            <a:off x="609600" y="419100"/>
            <a:ext cx="10953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lgn="l">
              <a:defRPr sz="3150" b="1">
                <a:solidFill>
                  <a:srgbClr val="142E42"/>
                </a:solidFill>
                <a:latin typeface="Arial"/>
                <a:ea typeface="Arial"/>
                <a:cs typeface="Arial"/>
              </a:defRPr>
            </a:defPPr>
            <a:lvl1pPr algn="l">
              <a:buNone/>
              <a:defRPr sz="3150" b="1">
                <a:solidFill>
                  <a:srgbClr val="142E42"/>
                </a:solidFill>
                <a:latin typeface="Arial"/>
                <a:ea typeface="Arial"/>
                <a:cs typeface="Arial"/>
              </a:defRPr>
            </a:lvl1pPr>
            <a:lvl2pPr algn="l">
              <a:buNone/>
              <a:defRPr sz="3150" b="1">
                <a:solidFill>
                  <a:srgbClr val="142E42"/>
                </a:solidFill>
                <a:latin typeface="Arial"/>
                <a:ea typeface="Arial"/>
                <a:cs typeface="Arial"/>
              </a:defRPr>
            </a:lvl2pPr>
            <a:lvl3pPr algn="l">
              <a:buNone/>
              <a:defRPr sz="3150" b="1">
                <a:solidFill>
                  <a:srgbClr val="142E42"/>
                </a:solidFill>
                <a:latin typeface="Arial"/>
                <a:ea typeface="Arial"/>
                <a:cs typeface="Arial"/>
              </a:defRPr>
            </a:lvl3pPr>
            <a:lvl4pPr algn="l">
              <a:buNone/>
              <a:defRPr sz="3150" b="1">
                <a:solidFill>
                  <a:srgbClr val="142E42"/>
                </a:solidFill>
                <a:latin typeface="Arial"/>
                <a:ea typeface="Arial"/>
                <a:cs typeface="Arial"/>
              </a:defRPr>
            </a:lvl4pPr>
            <a:lvl5pPr algn="l">
              <a:buNone/>
              <a:defRPr sz="3150" b="1">
                <a:solidFill>
                  <a:srgbClr val="142E42"/>
                </a:solidFill>
                <a:latin typeface="Arial"/>
                <a:ea typeface="Arial"/>
                <a:cs typeface="Arial"/>
              </a:defRPr>
            </a:lvl5pPr>
            <a:lvl6pPr algn="l">
              <a:buNone/>
              <a:defRPr sz="3150" b="1">
                <a:solidFill>
                  <a:srgbClr val="142E42"/>
                </a:solidFill>
                <a:latin typeface="Arial"/>
                <a:ea typeface="Arial"/>
                <a:cs typeface="Arial"/>
              </a:defRPr>
            </a:lvl6pPr>
            <a:lvl7pPr algn="l">
              <a:buNone/>
              <a:defRPr sz="3150" b="1">
                <a:solidFill>
                  <a:srgbClr val="142E42"/>
                </a:solidFill>
                <a:latin typeface="Arial"/>
                <a:ea typeface="Arial"/>
                <a:cs typeface="Arial"/>
              </a:defRPr>
            </a:lvl7pPr>
            <a:lvl8pPr algn="l">
              <a:buNone/>
              <a:defRPr sz="3150" b="1">
                <a:solidFill>
                  <a:srgbClr val="142E42"/>
                </a:solidFill>
                <a:latin typeface="Arial"/>
                <a:ea typeface="Arial"/>
                <a:cs typeface="Arial"/>
              </a:defRPr>
            </a:lvl8pPr>
            <a:lvl9pPr algn="l">
              <a:buNone/>
              <a:defRPr sz="3150" b="1">
                <a:solidFill>
                  <a:srgbClr val="142E42"/>
                </a:solidFill>
                <a:latin typeface="Arial"/>
                <a:ea typeface="Arial"/>
                <a:cs typeface="Arial"/>
              </a:defRPr>
            </a:lvl9pPr>
          </a:lstStyle>
          <a:p xmlns:a="http://schemas.openxmlformats.org/drawingml/2006/main">
            <a:pPr algn="l">
              <a:buNone/>
              <a:defRPr sz="3150" b="1">
                <a:solidFill>
                  <a:srgbClr val="142E42"/>
                </a:solidFill>
                <a:latin typeface="Arial"/>
                <a:ea typeface="Arial"/>
                <a:cs typeface="Arial"/>
              </a:defRPr>
            </a:pPr>
            <a:r>
              <a:rPr sz="3150" b="1">
                <a:solidFill>
                  <a:srgbClr val="142E42"/>
                </a:solidFill>
                <a:latin typeface="Arial"/>
                <a:ea typeface="Arial"/>
                <a:cs typeface="Arial"/>
              </a:rPr>
              <a:t>Traversal orders on the same tree</a:t>
            </a:r>
          </a:p>
        </p:txBody>
      </p:sp>
      <p:sp>
        <p:nvSpPr>
          <p:cNvPr id="2" name="text-1">
            <a:extLst xmlns:a="http://schemas.openxmlformats.org/drawingml/2006/main">
              <a:ext uri="{FF2B5EF4-FFF2-40B4-BE49-F238E27FC236}">
                <a16:creationId xmlns:a16="http://schemas.microsoft.com/office/drawing/2014/main" id="{4FD59C51-1253-4D65-8E12-7E9C8F440DC9}"/>
              </a:ext>
            </a:extLst>
          </p:cNvPr>
          <p:cNvSpPr>
            <a:spLocks xmlns:a="http://schemas.openxmlformats.org/drawingml/2006/main" noGrp="1"/>
          </p:cNvSpPr>
          <p:nvPr/>
        </p:nvSpPr>
        <p:spPr>
          <a:xfrm xmlns:a="http://schemas.openxmlformats.org/drawingml/2006/main">
            <a:off x="11163300" y="6381750"/>
            <a:ext cx="476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lgn="l">
              <a:defRPr sz="1275" b="0">
                <a:solidFill>
                  <a:srgbClr val="4B6070"/>
                </a:solidFill>
                <a:latin typeface="Arial"/>
                <a:ea typeface="Arial"/>
                <a:cs typeface="Arial"/>
              </a:defRPr>
            </a:defPPr>
            <a:lvl1pPr algn="l">
              <a:buNone/>
              <a:defRPr sz="1275" b="0">
                <a:solidFill>
                  <a:srgbClr val="4B6070"/>
                </a:solidFill>
                <a:latin typeface="Arial"/>
                <a:ea typeface="Arial"/>
                <a:cs typeface="Arial"/>
              </a:defRPr>
            </a:lvl1pPr>
            <a:lvl2pPr algn="l">
              <a:buNone/>
              <a:defRPr sz="1275" b="0">
                <a:solidFill>
                  <a:srgbClr val="4B6070"/>
                </a:solidFill>
                <a:latin typeface="Arial"/>
                <a:ea typeface="Arial"/>
                <a:cs typeface="Arial"/>
              </a:defRPr>
            </a:lvl2pPr>
            <a:lvl3pPr algn="l">
              <a:buNone/>
              <a:defRPr sz="1275" b="0">
                <a:solidFill>
                  <a:srgbClr val="4B6070"/>
                </a:solidFill>
                <a:latin typeface="Arial"/>
                <a:ea typeface="Arial"/>
                <a:cs typeface="Arial"/>
              </a:defRPr>
            </a:lvl3pPr>
            <a:lvl4pPr algn="l">
              <a:buNone/>
              <a:defRPr sz="1275" b="0">
                <a:solidFill>
                  <a:srgbClr val="4B6070"/>
                </a:solidFill>
                <a:latin typeface="Arial"/>
                <a:ea typeface="Arial"/>
                <a:cs typeface="Arial"/>
              </a:defRPr>
            </a:lvl4pPr>
            <a:lvl5pPr algn="l">
              <a:buNone/>
              <a:defRPr sz="1275" b="0">
                <a:solidFill>
                  <a:srgbClr val="4B6070"/>
                </a:solidFill>
                <a:latin typeface="Arial"/>
                <a:ea typeface="Arial"/>
                <a:cs typeface="Arial"/>
              </a:defRPr>
            </a:lvl5pPr>
            <a:lvl6pPr algn="l">
              <a:buNone/>
              <a:defRPr sz="1275" b="0">
                <a:solidFill>
                  <a:srgbClr val="4B6070"/>
                </a:solidFill>
                <a:latin typeface="Arial"/>
                <a:ea typeface="Arial"/>
                <a:cs typeface="Arial"/>
              </a:defRPr>
            </a:lvl6pPr>
            <a:lvl7pPr algn="l">
              <a:buNone/>
              <a:defRPr sz="1275" b="0">
                <a:solidFill>
                  <a:srgbClr val="4B6070"/>
                </a:solidFill>
                <a:latin typeface="Arial"/>
                <a:ea typeface="Arial"/>
                <a:cs typeface="Arial"/>
              </a:defRPr>
            </a:lvl7pPr>
            <a:lvl8pPr algn="l">
              <a:buNone/>
              <a:defRPr sz="1275" b="0">
                <a:solidFill>
                  <a:srgbClr val="4B6070"/>
                </a:solidFill>
                <a:latin typeface="Arial"/>
                <a:ea typeface="Arial"/>
                <a:cs typeface="Arial"/>
              </a:defRPr>
            </a:lvl8pPr>
            <a:lvl9pPr algn="l">
              <a:buNone/>
              <a:defRPr sz="1275" b="0">
                <a:solidFill>
                  <a:srgbClr val="4B6070"/>
                </a:solidFill>
                <a:latin typeface="Arial"/>
                <a:ea typeface="Arial"/>
                <a:cs typeface="Arial"/>
              </a:defRPr>
            </a:lvl9pPr>
          </a:lstStyle>
          <a:p xmlns:a="http://schemas.openxmlformats.org/drawingml/2006/main">
            <a:pPr algn="l">
              <a:buNone/>
              <a:defRPr sz="1275" b="0">
                <a:solidFill>
                  <a:srgbClr val="4B6070"/>
                </a:solidFill>
                <a:latin typeface="Arial"/>
                <a:ea typeface="Arial"/>
                <a:cs typeface="Arial"/>
              </a:defRPr>
            </a:pPr>
            <a:r>
              <a:rPr sz="1275" b="0">
                <a:solidFill>
                  <a:srgbClr val="4B6070"/>
                </a:solidFill>
                <a:latin typeface="Arial"/>
                <a:ea typeface="Arial"/>
                <a:cs typeface="Arial"/>
              </a:rPr>
              <a:t>21</a:t>
            </a:r>
          </a:p>
        </p:txBody>
      </p:sp>
      <p:sp>
        <p:nvSpPr>
          <p:cNvPr id="3" name="text-2">
            <a:extLst xmlns:a="http://schemas.openxmlformats.org/drawingml/2006/main">
              <a:ext uri="{FF2B5EF4-FFF2-40B4-BE49-F238E27FC236}">
                <a16:creationId xmlns:a16="http://schemas.microsoft.com/office/drawing/2014/main" id="{4C1C2216-2D80-4028-AF49-E7EF8D19D408}"/>
              </a:ext>
            </a:extLst>
          </p:cNvPr>
          <p:cNvSpPr>
            <a:spLocks xmlns:a="http://schemas.openxmlformats.org/drawingml/2006/main" noGrp="1"/>
          </p:cNvSpPr>
          <p:nvPr/>
        </p:nvSpPr>
        <p:spPr>
          <a:xfrm xmlns:a="http://schemas.openxmlformats.org/drawingml/2006/main">
            <a:off x="5334000" y="1714500"/>
            <a:ext cx="6191250" cy="3762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lgn="l">
              <a:defRPr sz="2025" b="0">
                <a:solidFill>
                  <a:srgbClr val="142E42"/>
                </a:solidFill>
                <a:latin typeface="Arial"/>
                <a:ea typeface="Arial"/>
                <a:cs typeface="Arial"/>
              </a:defRPr>
            </a:defPPr>
            <a:lvl1pPr algn="l">
              <a:buNone/>
              <a:defRPr sz="2025" b="0">
                <a:solidFill>
                  <a:srgbClr val="142E42"/>
                </a:solidFill>
                <a:latin typeface="Arial"/>
                <a:ea typeface="Arial"/>
                <a:cs typeface="Arial"/>
              </a:defRPr>
            </a:lvl1pPr>
            <a:lvl2pPr algn="l">
              <a:buNone/>
              <a:defRPr sz="2025" b="0">
                <a:solidFill>
                  <a:srgbClr val="142E42"/>
                </a:solidFill>
                <a:latin typeface="Arial"/>
                <a:ea typeface="Arial"/>
                <a:cs typeface="Arial"/>
              </a:defRPr>
            </a:lvl2pPr>
            <a:lvl3pPr algn="l">
              <a:buNone/>
              <a:defRPr sz="2025" b="0">
                <a:solidFill>
                  <a:srgbClr val="142E42"/>
                </a:solidFill>
                <a:latin typeface="Arial"/>
                <a:ea typeface="Arial"/>
                <a:cs typeface="Arial"/>
              </a:defRPr>
            </a:lvl3pPr>
            <a:lvl4pPr algn="l">
              <a:buNone/>
              <a:defRPr sz="2025" b="0">
                <a:solidFill>
                  <a:srgbClr val="142E42"/>
                </a:solidFill>
                <a:latin typeface="Arial"/>
                <a:ea typeface="Arial"/>
                <a:cs typeface="Arial"/>
              </a:defRPr>
            </a:lvl4pPr>
            <a:lvl5pPr algn="l">
              <a:buNone/>
              <a:defRPr sz="2025" b="0">
                <a:solidFill>
                  <a:srgbClr val="142E42"/>
                </a:solidFill>
                <a:latin typeface="Arial"/>
                <a:ea typeface="Arial"/>
                <a:cs typeface="Arial"/>
              </a:defRPr>
            </a:lvl5pPr>
            <a:lvl6pPr algn="l">
              <a:buNone/>
              <a:defRPr sz="2025" b="0">
                <a:solidFill>
                  <a:srgbClr val="142E42"/>
                </a:solidFill>
                <a:latin typeface="Arial"/>
                <a:ea typeface="Arial"/>
                <a:cs typeface="Arial"/>
              </a:defRPr>
            </a:lvl6pPr>
            <a:lvl7pPr algn="l">
              <a:buNone/>
              <a:defRPr sz="2025" b="0">
                <a:solidFill>
                  <a:srgbClr val="142E42"/>
                </a:solidFill>
                <a:latin typeface="Arial"/>
                <a:ea typeface="Arial"/>
                <a:cs typeface="Arial"/>
              </a:defRPr>
            </a:lvl7pPr>
            <a:lvl8pPr algn="l">
              <a:buNone/>
              <a:defRPr sz="2025" b="0">
                <a:solidFill>
                  <a:srgbClr val="142E42"/>
                </a:solidFill>
                <a:latin typeface="Arial"/>
                <a:ea typeface="Arial"/>
                <a:cs typeface="Arial"/>
              </a:defRPr>
            </a:lvl8pPr>
            <a:lvl9pPr algn="l">
              <a:buNone/>
              <a:defRPr sz="2025" b="0">
                <a:solidFill>
                  <a:srgbClr val="142E42"/>
                </a:solidFill>
                <a:latin typeface="Arial"/>
                <a:ea typeface="Arial"/>
                <a:cs typeface="Arial"/>
              </a:defRPr>
            </a:lvl9pPr>
          </a:lstStyle>
          <a:p xmlns:a="http://schemas.openxmlformats.org/drawingml/2006/main">
            <a:pPr algn="l">
              <a:buNone/>
              <a:defRPr sz="2025" b="0">
                <a:solidFill>
                  <a:srgbClr val="142E42"/>
                </a:solidFill>
                <a:latin typeface="Arial"/>
                <a:ea typeface="Arial"/>
                <a:cs typeface="Arial"/>
              </a:defRPr>
            </a:pPr>
            <a:r>
              <a:rPr sz="2025" b="0">
                <a:solidFill>
                  <a:srgbClr val="142E42"/>
                </a:solidFill>
                <a:latin typeface="Arial"/>
                <a:ea typeface="Arial"/>
                <a:cs typeface="Arial"/>
              </a:rPr>
              <a:t>Preorder</a:t>
            </a:r>
          </a:p>
          <a:p xmlns:a="http://schemas.openxmlformats.org/drawingml/2006/main">
            <a:pPr algn="l">
              <a:buNone/>
              <a:defRPr sz="2025" b="0">
                <a:solidFill>
                  <a:srgbClr val="142E42"/>
                </a:solidFill>
                <a:latin typeface="Arial"/>
                <a:ea typeface="Arial"/>
                <a:cs typeface="Arial"/>
              </a:defRPr>
            </a:pPr>
            <a:r>
              <a:rPr sz="2025" b="0">
                <a:solidFill>
                  <a:srgbClr val="142E42"/>
                </a:solidFill>
                <a:latin typeface="Arial"/>
                <a:ea typeface="Arial"/>
                <a:cs typeface="Arial"/>
              </a:rPr>
              <a:t>30, 20, 10, 70, 50, 40, 60, 90</a:t>
            </a:r>
          </a:p>
          <a:p xmlns:a="http://schemas.openxmlformats.org/drawingml/2006/main">
            <a:endParaRPr sz="2025" b="0">
              <a:solidFill>
                <a:srgbClr val="142E42"/>
              </a:solidFill>
              <a:latin typeface="Arial"/>
              <a:ea typeface="Arial"/>
              <a:cs typeface="Arial"/>
            </a:endParaRPr>
          </a:p>
          <a:p xmlns:a="http://schemas.openxmlformats.org/drawingml/2006/main">
            <a:pPr algn="l">
              <a:buNone/>
              <a:defRPr sz="2025" b="0">
                <a:solidFill>
                  <a:srgbClr val="142E42"/>
                </a:solidFill>
                <a:latin typeface="Arial"/>
                <a:ea typeface="Arial"/>
                <a:cs typeface="Arial"/>
              </a:defRPr>
            </a:pPr>
            <a:r>
              <a:rPr sz="2025" b="0">
                <a:solidFill>
                  <a:srgbClr val="142E42"/>
                </a:solidFill>
                <a:latin typeface="Arial"/>
                <a:ea typeface="Arial"/>
                <a:cs typeface="Arial"/>
              </a:rPr>
              <a:t>Inorder</a:t>
            </a:r>
          </a:p>
          <a:p xmlns:a="http://schemas.openxmlformats.org/drawingml/2006/main">
            <a:pPr algn="l">
              <a:buNone/>
              <a:defRPr sz="2025" b="0">
                <a:solidFill>
                  <a:srgbClr val="142E42"/>
                </a:solidFill>
                <a:latin typeface="Arial"/>
                <a:ea typeface="Arial"/>
                <a:cs typeface="Arial"/>
              </a:defRPr>
            </a:pPr>
            <a:r>
              <a:rPr sz="2025" b="0">
                <a:solidFill>
                  <a:srgbClr val="142E42"/>
                </a:solidFill>
                <a:latin typeface="Arial"/>
                <a:ea typeface="Arial"/>
                <a:cs typeface="Arial"/>
              </a:rPr>
              <a:t>10, 20, 30, 40, 50, 60, 70, 90</a:t>
            </a:r>
          </a:p>
          <a:p xmlns:a="http://schemas.openxmlformats.org/drawingml/2006/main">
            <a:endParaRPr sz="2025" b="0">
              <a:solidFill>
                <a:srgbClr val="142E42"/>
              </a:solidFill>
              <a:latin typeface="Arial"/>
              <a:ea typeface="Arial"/>
              <a:cs typeface="Arial"/>
            </a:endParaRPr>
          </a:p>
          <a:p xmlns:a="http://schemas.openxmlformats.org/drawingml/2006/main">
            <a:pPr algn="l">
              <a:buNone/>
              <a:defRPr sz="2025" b="0">
                <a:solidFill>
                  <a:srgbClr val="142E42"/>
                </a:solidFill>
                <a:latin typeface="Arial"/>
                <a:ea typeface="Arial"/>
                <a:cs typeface="Arial"/>
              </a:defRPr>
            </a:pPr>
            <a:r>
              <a:rPr sz="2025" b="0">
                <a:solidFill>
                  <a:srgbClr val="142E42"/>
                </a:solidFill>
                <a:latin typeface="Arial"/>
                <a:ea typeface="Arial"/>
                <a:cs typeface="Arial"/>
              </a:rPr>
              <a:t>Postorder</a:t>
            </a:r>
          </a:p>
          <a:p xmlns:a="http://schemas.openxmlformats.org/drawingml/2006/main">
            <a:pPr algn="l">
              <a:buNone/>
              <a:defRPr sz="2025" b="0">
                <a:solidFill>
                  <a:srgbClr val="142E42"/>
                </a:solidFill>
                <a:latin typeface="Arial"/>
                <a:ea typeface="Arial"/>
                <a:cs typeface="Arial"/>
              </a:defRPr>
            </a:pPr>
            <a:r>
              <a:rPr sz="2025" b="0">
                <a:solidFill>
                  <a:srgbClr val="142E42"/>
                </a:solidFill>
                <a:latin typeface="Arial"/>
                <a:ea typeface="Arial"/>
                <a:cs typeface="Arial"/>
              </a:rPr>
              <a:t>10, 20, 40, 60, 50, 90, 70, 30</a:t>
            </a:r>
          </a:p>
        </p:txBody>
      </p:sp>
      <p:sp>
        <p:nvSpPr>
          <p:cNvPr id="4" name="text-3">
            <a:extLst xmlns:a="http://schemas.openxmlformats.org/drawingml/2006/main">
              <a:ext uri="{FF2B5EF4-FFF2-40B4-BE49-F238E27FC236}">
                <a16:creationId xmlns:a16="http://schemas.microsoft.com/office/drawing/2014/main" id="{1491D5A6-5AA2-42DC-92C5-A1CB20F40B46}"/>
              </a:ext>
            </a:extLst>
          </p:cNvPr>
          <p:cNvSpPr>
            <a:spLocks xmlns:a="http://schemas.openxmlformats.org/drawingml/2006/main" noGrp="1"/>
          </p:cNvSpPr>
          <p:nvPr/>
        </p:nvSpPr>
        <p:spPr>
          <a:xfrm xmlns:a="http://schemas.openxmlformats.org/drawingml/2006/main">
            <a:off x="609600" y="5800725"/>
            <a:ext cx="104775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lgn="l">
              <a:defRPr sz="1800" b="1">
                <a:solidFill>
                  <a:srgbClr val="007C83"/>
                </a:solidFill>
                <a:latin typeface="Arial"/>
                <a:ea typeface="Arial"/>
                <a:cs typeface="Arial"/>
              </a:defRPr>
            </a:defPPr>
            <a:lvl1pPr algn="l">
              <a:buNone/>
              <a:defRPr sz="1800" b="1">
                <a:solidFill>
                  <a:srgbClr val="007C83"/>
                </a:solidFill>
                <a:latin typeface="Arial"/>
                <a:ea typeface="Arial"/>
                <a:cs typeface="Arial"/>
              </a:defRPr>
            </a:lvl1pPr>
            <a:lvl2pPr algn="l">
              <a:buNone/>
              <a:defRPr sz="1800" b="1">
                <a:solidFill>
                  <a:srgbClr val="007C83"/>
                </a:solidFill>
                <a:latin typeface="Arial"/>
                <a:ea typeface="Arial"/>
                <a:cs typeface="Arial"/>
              </a:defRPr>
            </a:lvl2pPr>
            <a:lvl3pPr algn="l">
              <a:buNone/>
              <a:defRPr sz="1800" b="1">
                <a:solidFill>
                  <a:srgbClr val="007C83"/>
                </a:solidFill>
                <a:latin typeface="Arial"/>
                <a:ea typeface="Arial"/>
                <a:cs typeface="Arial"/>
              </a:defRPr>
            </a:lvl3pPr>
            <a:lvl4pPr algn="l">
              <a:buNone/>
              <a:defRPr sz="1800" b="1">
                <a:solidFill>
                  <a:srgbClr val="007C83"/>
                </a:solidFill>
                <a:latin typeface="Arial"/>
                <a:ea typeface="Arial"/>
                <a:cs typeface="Arial"/>
              </a:defRPr>
            </a:lvl4pPr>
            <a:lvl5pPr algn="l">
              <a:buNone/>
              <a:defRPr sz="1800" b="1">
                <a:solidFill>
                  <a:srgbClr val="007C83"/>
                </a:solidFill>
                <a:latin typeface="Arial"/>
                <a:ea typeface="Arial"/>
                <a:cs typeface="Arial"/>
              </a:defRPr>
            </a:lvl5pPr>
            <a:lvl6pPr algn="l">
              <a:buNone/>
              <a:defRPr sz="1800" b="1">
                <a:solidFill>
                  <a:srgbClr val="007C83"/>
                </a:solidFill>
                <a:latin typeface="Arial"/>
                <a:ea typeface="Arial"/>
                <a:cs typeface="Arial"/>
              </a:defRPr>
            </a:lvl6pPr>
            <a:lvl7pPr algn="l">
              <a:buNone/>
              <a:defRPr sz="1800" b="1">
                <a:solidFill>
                  <a:srgbClr val="007C83"/>
                </a:solidFill>
                <a:latin typeface="Arial"/>
                <a:ea typeface="Arial"/>
                <a:cs typeface="Arial"/>
              </a:defRPr>
            </a:lvl7pPr>
            <a:lvl8pPr algn="l">
              <a:buNone/>
              <a:defRPr sz="1800" b="1">
                <a:solidFill>
                  <a:srgbClr val="007C83"/>
                </a:solidFill>
                <a:latin typeface="Arial"/>
                <a:ea typeface="Arial"/>
                <a:cs typeface="Arial"/>
              </a:defRPr>
            </a:lvl8pPr>
            <a:lvl9pPr algn="l">
              <a:buNone/>
              <a:defRPr sz="1800" b="1">
                <a:solidFill>
                  <a:srgbClr val="007C83"/>
                </a:solidFill>
                <a:latin typeface="Arial"/>
                <a:ea typeface="Arial"/>
                <a:cs typeface="Arial"/>
              </a:defRPr>
            </a:lvl9pPr>
          </a:lstStyle>
          <a:p xmlns:a="http://schemas.openxmlformats.org/drawingml/2006/main">
            <a:pPr algn="l">
              <a:buNone/>
              <a:defRPr sz="1800" b="1">
                <a:solidFill>
                  <a:srgbClr val="007C83"/>
                </a:solidFill>
                <a:latin typeface="Arial"/>
                <a:ea typeface="Arial"/>
                <a:cs typeface="Arial"/>
              </a:defRPr>
            </a:pPr>
            <a:r>
              <a:rPr sz="1800" b="1">
                <a:solidFill>
                  <a:srgbClr val="007C83"/>
                </a:solidFill>
                <a:latin typeface="Arial"/>
                <a:ea typeface="Arial"/>
                <a:cs typeface="Arial"/>
              </a:rPr>
              <a:t>Inorder traversal of a BST lists its keys in sorted order.</a:t>
            </a:r>
          </a:p>
        </p:txBody>
      </p:sp>
      <p:sp>
        <p:nvSpPr>
          <p:cNvPr id="5" name="source-diagram-dg20-9">
            <a:extLst xmlns:a="http://schemas.openxmlformats.org/drawingml/2006/main">
              <a:ext uri="{FF2B5EF4-FFF2-40B4-BE49-F238E27FC236}">
                <a16:creationId xmlns:a16="http://schemas.microsoft.com/office/drawing/2014/main" id="{FF11148E-2A86-4B01-9BAE-A6B96EF3CB5D}"/>
              </a:ext>
            </a:extLst>
          </p:cNvPr>
          <p:cNvSpPr>
            <a:spLocks xmlns:a="http://schemas.openxmlformats.org/drawingml/2006/main" noGrp="1"/>
          </p:cNvSpPr>
          <p:nvPr/>
        </p:nvSpPr>
        <p:spPr>
          <a:xfrm xmlns:a="http://schemas.openxmlformats.org/drawingml/2006/main">
            <a:off x="2090423" y="1619250"/>
            <a:ext cx="673384" cy="708543"/>
          </a:xfrm>
          <a:prstGeom xmlns:a="http://schemas.openxmlformats.org/drawingml/2006/main" prst="ellipse">
            <a:avLst/>
          </a:prstGeom>
          <a:solidFill xmlns:a="http://schemas.openxmlformats.org/drawingml/2006/main">
            <a:srgbClr val="E5EEF2"/>
          </a:solidFill>
          <a:ln xmlns:a="http://schemas.openxmlformats.org/drawingml/2006/main" w="9525" cap="flat" cmpd="sng">
            <a:solidFill>
              <a:srgbClr val="142E42"/>
            </a:solidFill>
            <a:prstDash val="solid"/>
            <a:round/>
            <a:headEnd type="none" w="med" len="med"/>
            <a:tailEnd type="none" w="med" len="med"/>
          </a:l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500" b="0">
                <a:solidFill>
                  <a:srgbClr val="142E42"/>
                </a:solidFill>
                <a:latin typeface="Arial"/>
                <a:ea typeface="Arial"/>
                <a:cs typeface="Arial"/>
              </a:rPr>
              <a:t>30</a:t>
            </a:r>
          </a:p>
        </p:txBody>
      </p:sp>
      <p:sp>
        <p:nvSpPr>
          <p:cNvPr id="6" name="source-diagram-dg20-10">
            <a:extLst xmlns:a="http://schemas.openxmlformats.org/drawingml/2006/main">
              <a:ext uri="{FF2B5EF4-FFF2-40B4-BE49-F238E27FC236}">
                <a16:creationId xmlns:a16="http://schemas.microsoft.com/office/drawing/2014/main" id="{43CF427E-AE8C-4D22-AEE5-A7089D9B1E4F}"/>
              </a:ext>
            </a:extLst>
          </p:cNvPr>
          <p:cNvSpPr>
            <a:spLocks xmlns:a="http://schemas.openxmlformats.org/drawingml/2006/main" noGrp="1"/>
          </p:cNvSpPr>
          <p:nvPr/>
        </p:nvSpPr>
        <p:spPr>
          <a:xfrm xmlns:a="http://schemas.openxmlformats.org/drawingml/2006/main">
            <a:off x="1402517" y="2563974"/>
            <a:ext cx="673384" cy="708543"/>
          </a:xfrm>
          <a:prstGeom xmlns:a="http://schemas.openxmlformats.org/drawingml/2006/main" prst="ellipse">
            <a:avLst/>
          </a:prstGeom>
          <a:solidFill xmlns:a="http://schemas.openxmlformats.org/drawingml/2006/main">
            <a:srgbClr val="E5EEF2"/>
          </a:solidFill>
          <a:ln xmlns:a="http://schemas.openxmlformats.org/drawingml/2006/main" w="9525" cap="flat" cmpd="sng">
            <a:solidFill>
              <a:srgbClr val="142E42"/>
            </a:solidFill>
            <a:prstDash val="solid"/>
            <a:round/>
            <a:headEnd type="none" w="med" len="med"/>
            <a:tailEnd type="none" w="med" len="med"/>
          </a:l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500" b="0">
                <a:solidFill>
                  <a:srgbClr val="142E42"/>
                </a:solidFill>
                <a:latin typeface="Arial"/>
                <a:ea typeface="Arial"/>
                <a:cs typeface="Arial"/>
              </a:rPr>
              <a:t>20</a:t>
            </a:r>
          </a:p>
        </p:txBody>
      </p:sp>
      <p:sp>
        <p:nvSpPr>
          <p:cNvPr id="7" name="source-diagram-dg20-11">
            <a:extLst xmlns:a="http://schemas.openxmlformats.org/drawingml/2006/main">
              <a:ext uri="{FF2B5EF4-FFF2-40B4-BE49-F238E27FC236}">
                <a16:creationId xmlns:a16="http://schemas.microsoft.com/office/drawing/2014/main" id="{E6911813-4A65-40DF-854E-C0316D3C5702}"/>
              </a:ext>
            </a:extLst>
          </p:cNvPr>
          <p:cNvSpPr>
            <a:spLocks xmlns:a="http://schemas.openxmlformats.org/drawingml/2006/main" noGrp="1"/>
          </p:cNvSpPr>
          <p:nvPr/>
        </p:nvSpPr>
        <p:spPr>
          <a:xfrm xmlns:a="http://schemas.openxmlformats.org/drawingml/2006/main">
            <a:off x="2999988" y="2563974"/>
            <a:ext cx="673384" cy="708543"/>
          </a:xfrm>
          <a:prstGeom xmlns:a="http://schemas.openxmlformats.org/drawingml/2006/main" prst="ellipse">
            <a:avLst/>
          </a:prstGeom>
          <a:solidFill xmlns:a="http://schemas.openxmlformats.org/drawingml/2006/main">
            <a:srgbClr val="E5EEF2"/>
          </a:solidFill>
          <a:ln xmlns:a="http://schemas.openxmlformats.org/drawingml/2006/main" w="9525" cap="flat" cmpd="sng">
            <a:solidFill>
              <a:srgbClr val="142E42"/>
            </a:solidFill>
            <a:prstDash val="solid"/>
            <a:round/>
            <a:headEnd type="none" w="med" len="med"/>
            <a:tailEnd type="none" w="med" len="med"/>
          </a:l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500" b="0">
                <a:solidFill>
                  <a:srgbClr val="142E42"/>
                </a:solidFill>
                <a:latin typeface="Arial"/>
                <a:ea typeface="Arial"/>
                <a:cs typeface="Arial"/>
              </a:rPr>
              <a:t>70</a:t>
            </a:r>
          </a:p>
        </p:txBody>
      </p:sp>
      <p:sp>
        <p:nvSpPr>
          <p:cNvPr id="8" name="source-diagram-dg20-12">
            <a:extLst xmlns:a="http://schemas.openxmlformats.org/drawingml/2006/main">
              <a:ext uri="{FF2B5EF4-FFF2-40B4-BE49-F238E27FC236}">
                <a16:creationId xmlns:a16="http://schemas.microsoft.com/office/drawing/2014/main" id="{99F89124-3696-43AE-9BA4-9B6B3DF5156E}"/>
              </a:ext>
            </a:extLst>
          </p:cNvPr>
          <p:cNvSpPr>
            <a:spLocks xmlns:a="http://schemas.openxmlformats.org/drawingml/2006/main" noGrp="1"/>
          </p:cNvSpPr>
          <p:nvPr/>
        </p:nvSpPr>
        <p:spPr>
          <a:xfrm xmlns:a="http://schemas.openxmlformats.org/drawingml/2006/main">
            <a:off x="762000" y="3587427"/>
            <a:ext cx="673384" cy="708543"/>
          </a:xfrm>
          <a:prstGeom xmlns:a="http://schemas.openxmlformats.org/drawingml/2006/main" prst="ellipse">
            <a:avLst/>
          </a:prstGeom>
          <a:solidFill xmlns:a="http://schemas.openxmlformats.org/drawingml/2006/main">
            <a:srgbClr val="E5EEF2"/>
          </a:solidFill>
          <a:ln xmlns:a="http://schemas.openxmlformats.org/drawingml/2006/main" w="9525" cap="flat" cmpd="sng">
            <a:solidFill>
              <a:srgbClr val="142E42"/>
            </a:solidFill>
            <a:prstDash val="solid"/>
            <a:round/>
            <a:headEnd type="none" w="med" len="med"/>
            <a:tailEnd type="none" w="med" len="med"/>
          </a:l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500" b="0">
                <a:solidFill>
                  <a:srgbClr val="142E42"/>
                </a:solidFill>
                <a:latin typeface="Arial"/>
                <a:ea typeface="Arial"/>
                <a:cs typeface="Arial"/>
              </a:rPr>
              <a:t>10</a:t>
            </a:r>
          </a:p>
        </p:txBody>
      </p:sp>
      <p:sp>
        <p:nvSpPr>
          <p:cNvPr id="9" name="source-diagram-dg20-13">
            <a:extLst xmlns:a="http://schemas.openxmlformats.org/drawingml/2006/main">
              <a:ext uri="{FF2B5EF4-FFF2-40B4-BE49-F238E27FC236}">
                <a16:creationId xmlns:a16="http://schemas.microsoft.com/office/drawing/2014/main" id="{EEC602B6-0593-4160-A5F9-217F794B49CA}"/>
              </a:ext>
            </a:extLst>
          </p:cNvPr>
          <p:cNvSpPr>
            <a:spLocks xmlns:a="http://schemas.openxmlformats.org/drawingml/2006/main" noGrp="1"/>
          </p:cNvSpPr>
          <p:nvPr/>
        </p:nvSpPr>
        <p:spPr>
          <a:xfrm xmlns:a="http://schemas.openxmlformats.org/drawingml/2006/main">
            <a:off x="2326604" y="3587427"/>
            <a:ext cx="673384" cy="708543"/>
          </a:xfrm>
          <a:prstGeom xmlns:a="http://schemas.openxmlformats.org/drawingml/2006/main" prst="ellipse">
            <a:avLst/>
          </a:prstGeom>
          <a:solidFill xmlns:a="http://schemas.openxmlformats.org/drawingml/2006/main">
            <a:srgbClr val="E5EEF2"/>
          </a:solidFill>
          <a:ln xmlns:a="http://schemas.openxmlformats.org/drawingml/2006/main" w="9525" cap="flat" cmpd="sng">
            <a:solidFill>
              <a:srgbClr val="142E42"/>
            </a:solidFill>
            <a:prstDash val="solid"/>
            <a:round/>
            <a:headEnd type="none" w="med" len="med"/>
            <a:tailEnd type="none" w="med" len="med"/>
          </a:l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500" b="0">
                <a:solidFill>
                  <a:srgbClr val="142E42"/>
                </a:solidFill>
                <a:latin typeface="Arial"/>
                <a:ea typeface="Arial"/>
                <a:cs typeface="Arial"/>
              </a:rPr>
              <a:t>50</a:t>
            </a:r>
          </a:p>
        </p:txBody>
      </p:sp>
      <p:sp>
        <p:nvSpPr>
          <p:cNvPr id="10" name="source-diagram-dg20-14">
            <a:extLst xmlns:a="http://schemas.openxmlformats.org/drawingml/2006/main">
              <a:ext uri="{FF2B5EF4-FFF2-40B4-BE49-F238E27FC236}">
                <a16:creationId xmlns:a16="http://schemas.microsoft.com/office/drawing/2014/main" id="{4BEFCF26-F58E-4FF3-9A73-066EB3D12F26}"/>
              </a:ext>
            </a:extLst>
          </p:cNvPr>
          <p:cNvSpPr>
            <a:spLocks xmlns:a="http://schemas.openxmlformats.org/drawingml/2006/main" noGrp="1"/>
          </p:cNvSpPr>
          <p:nvPr/>
        </p:nvSpPr>
        <p:spPr>
          <a:xfrm xmlns:a="http://schemas.openxmlformats.org/drawingml/2006/main">
            <a:off x="3787258" y="3556264"/>
            <a:ext cx="673384" cy="708543"/>
          </a:xfrm>
          <a:prstGeom xmlns:a="http://schemas.openxmlformats.org/drawingml/2006/main" prst="ellipse">
            <a:avLst/>
          </a:prstGeom>
          <a:solidFill xmlns:a="http://schemas.openxmlformats.org/drawingml/2006/main">
            <a:srgbClr val="E5EEF2"/>
          </a:solidFill>
          <a:ln xmlns:a="http://schemas.openxmlformats.org/drawingml/2006/main" w="9525" cap="flat" cmpd="sng">
            <a:solidFill>
              <a:srgbClr val="142E42"/>
            </a:solidFill>
            <a:prstDash val="solid"/>
            <a:round/>
            <a:headEnd type="none" w="med" len="med"/>
            <a:tailEnd type="none" w="med" len="med"/>
          </a:l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500" b="0">
                <a:solidFill>
                  <a:srgbClr val="142E42"/>
                </a:solidFill>
                <a:latin typeface="Arial"/>
                <a:ea typeface="Arial"/>
                <a:cs typeface="Arial"/>
              </a:rPr>
              <a:t>90</a:t>
            </a:r>
          </a:p>
        </p:txBody>
      </p:sp>
      <p:sp>
        <p:nvSpPr>
          <p:cNvPr id="11" name="source-diagram-dg20-15">
            <a:extLst xmlns:a="http://schemas.openxmlformats.org/drawingml/2006/main">
              <a:ext uri="{FF2B5EF4-FFF2-40B4-BE49-F238E27FC236}">
                <a16:creationId xmlns:a16="http://schemas.microsoft.com/office/drawing/2014/main" id="{968A41B9-F715-42B4-B977-DE1DB392135B}"/>
              </a:ext>
            </a:extLst>
          </p:cNvPr>
          <p:cNvSpPr>
            <a:spLocks xmlns:a="http://schemas.openxmlformats.org/drawingml/2006/main" noGrp="1"/>
          </p:cNvSpPr>
          <p:nvPr/>
        </p:nvSpPr>
        <p:spPr>
          <a:xfrm xmlns:a="http://schemas.openxmlformats.org/drawingml/2006/main">
            <a:off x="1739208" y="4768332"/>
            <a:ext cx="673384" cy="708543"/>
          </a:xfrm>
          <a:prstGeom xmlns:a="http://schemas.openxmlformats.org/drawingml/2006/main" prst="ellipse">
            <a:avLst/>
          </a:prstGeom>
          <a:solidFill xmlns:a="http://schemas.openxmlformats.org/drawingml/2006/main">
            <a:srgbClr val="E5EEF2"/>
          </a:solidFill>
          <a:ln xmlns:a="http://schemas.openxmlformats.org/drawingml/2006/main" w="9525" cap="flat" cmpd="sng">
            <a:solidFill>
              <a:srgbClr val="142E42"/>
            </a:solidFill>
            <a:prstDash val="solid"/>
            <a:round/>
            <a:headEnd type="none" w="med" len="med"/>
            <a:tailEnd type="none" w="med" len="med"/>
          </a:l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500" b="0">
                <a:solidFill>
                  <a:srgbClr val="142E42"/>
                </a:solidFill>
                <a:latin typeface="Arial"/>
                <a:ea typeface="Arial"/>
                <a:cs typeface="Arial"/>
              </a:rPr>
              <a:t>40</a:t>
            </a:r>
          </a:p>
        </p:txBody>
      </p:sp>
      <p:sp>
        <p:nvSpPr>
          <p:cNvPr id="12" name="source-diagram-dg20-16">
            <a:extLst xmlns:a="http://schemas.openxmlformats.org/drawingml/2006/main">
              <a:ext uri="{FF2B5EF4-FFF2-40B4-BE49-F238E27FC236}">
                <a16:creationId xmlns:a16="http://schemas.microsoft.com/office/drawing/2014/main" id="{39DC8F62-68EE-41F3-9D31-54F8D26E03B4}"/>
              </a:ext>
            </a:extLst>
          </p:cNvPr>
          <p:cNvSpPr>
            <a:spLocks xmlns:a="http://schemas.openxmlformats.org/drawingml/2006/main" noGrp="1"/>
          </p:cNvSpPr>
          <p:nvPr/>
        </p:nvSpPr>
        <p:spPr>
          <a:xfrm xmlns:a="http://schemas.openxmlformats.org/drawingml/2006/main">
            <a:off x="2999988" y="4757161"/>
            <a:ext cx="673384" cy="708543"/>
          </a:xfrm>
          <a:prstGeom xmlns:a="http://schemas.openxmlformats.org/drawingml/2006/main" prst="ellipse">
            <a:avLst/>
          </a:prstGeom>
          <a:solidFill xmlns:a="http://schemas.openxmlformats.org/drawingml/2006/main">
            <a:srgbClr val="E5EEF2"/>
          </a:solidFill>
          <a:ln xmlns:a="http://schemas.openxmlformats.org/drawingml/2006/main" w="9525" cap="flat" cmpd="sng">
            <a:solidFill>
              <a:srgbClr val="142E42"/>
            </a:solidFill>
            <a:prstDash val="solid"/>
            <a:round/>
            <a:headEnd type="none" w="med" len="med"/>
            <a:tailEnd type="none" w="med" len="med"/>
          </a:l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500" b="0">
                <a:solidFill>
                  <a:srgbClr val="142E42"/>
                </a:solidFill>
                <a:latin typeface="Arial"/>
                <a:ea typeface="Arial"/>
                <a:cs typeface="Arial"/>
              </a:rPr>
              <a:t>60</a:t>
            </a:r>
          </a:p>
        </p:txBody>
      </p:sp>
      <p:sp>
        <p:nvSpPr>
          <p:cNvPr id="13" name="source-diagram-dg20-18">
            <a:extLst xmlns:a="http://schemas.openxmlformats.org/drawingml/2006/main">
              <a:ext uri="{FF2B5EF4-FFF2-40B4-BE49-F238E27FC236}">
                <a16:creationId xmlns:a16="http://schemas.microsoft.com/office/drawing/2014/main" id="{6B63FADE-7D3E-43FD-8DF5-2DCD577DF2E5}"/>
              </a:ext>
            </a:extLst>
          </p:cNvPr>
          <p:cNvSpPr>
            <a:spLocks xmlns:a="http://schemas.openxmlformats.org/drawingml/2006/main" noGrp="1"/>
          </p:cNvSpPr>
          <p:nvPr/>
        </p:nvSpPr>
        <p:spPr>
          <a:xfrm xmlns:a="http://schemas.openxmlformats.org/drawingml/2006/main" flipH="1">
            <a:off x="1819082" y="2224030"/>
            <a:ext cx="369955" cy="379309"/>
          </a:xfrm>
          <a:prstGeom xmlns:a="http://schemas.openxmlformats.org/drawingml/2006/main" prst="line">
            <a:avLst/>
          </a:prstGeom>
          <a:solidFill xmlns:a="http://schemas.openxmlformats.org/drawingml/2006/main">
            <a:srgbClr val="E5EEF2"/>
          </a:solidFill>
          <a:ln xmlns:a="http://schemas.openxmlformats.org/drawingml/2006/main">
            <a:headEnd type="none" w="med" len="med"/>
            <a:tailEnd type="none" w="med" len="med"/>
          </a:ln>
        </p:spPr>
        <p:style>
          <a:lnRef xmlns:a="http://schemas.openxmlformats.org/drawingml/2006/main" idx="1">
            <a:schemeClr val="dk1"/>
          </a:lnRef>
          <a:fillRef xmlns:a="http://schemas.openxmlformats.org/drawingml/2006/main" idx="0">
            <a:schemeClr val="dk1"/>
          </a:fillRef>
          <a:effectRef xmlns:a="http://schemas.openxmlformats.org/drawingml/2006/main" idx="0">
            <a:schemeClr val="dk1"/>
          </a:effectRef>
          <a:fontRef xmlns:a="http://schemas.openxmlformats.org/drawingml/2006/main" idx="minor">
            <a:schemeClr val="tx1"/>
          </a:fontRef>
        </p:style>
        <p:txBody>
          <a:bodyPr xmlns:a="http://schemas.openxmlformats.org/drawingml/2006/main" wrap="square" lIns="0" tIns="0" rIns="0" bIns="0" anchor="ctr"/>
          <a:lstStyle xmlns:a="http://schemas.openxmlformats.org/drawingml/2006/main"/>
          <a:p xmlns:a="http://schemas.openxmlformats.org/drawingml/2006/main">
            <a:endParaRPr/>
          </a:p>
        </p:txBody>
      </p:sp>
      <p:sp>
        <p:nvSpPr>
          <p:cNvPr id="14" name="source-diagram-dg20-20">
            <a:extLst xmlns:a="http://schemas.openxmlformats.org/drawingml/2006/main">
              <a:ext uri="{FF2B5EF4-FFF2-40B4-BE49-F238E27FC236}">
                <a16:creationId xmlns:a16="http://schemas.microsoft.com/office/drawing/2014/main" id="{21EEF36D-A451-463B-89F5-3F5509C335FD}"/>
              </a:ext>
            </a:extLst>
          </p:cNvPr>
          <p:cNvSpPr>
            <a:spLocks xmlns:a="http://schemas.openxmlformats.org/drawingml/2006/main" noGrp="1"/>
          </p:cNvSpPr>
          <p:nvPr/>
        </p:nvSpPr>
        <p:spPr>
          <a:xfrm xmlns:a="http://schemas.openxmlformats.org/drawingml/2006/main">
            <a:off x="2665192" y="2224030"/>
            <a:ext cx="433410" cy="443708"/>
          </a:xfrm>
          <a:prstGeom xmlns:a="http://schemas.openxmlformats.org/drawingml/2006/main" prst="line">
            <a:avLst/>
          </a:prstGeom>
          <a:solidFill xmlns:a="http://schemas.openxmlformats.org/drawingml/2006/main">
            <a:srgbClr val="E5EEF2"/>
          </a:solidFill>
          <a:ln xmlns:a="http://schemas.openxmlformats.org/drawingml/2006/main" w="9525">
            <a:solidFill>
              <a:srgbClr val="142E42"/>
            </a:solidFill>
            <a:prstDash val="solid"/>
            <a:headEnd type="none" w="med" len="med"/>
            <a:tailEnd type="none" w="med" len="med"/>
          </a:ln>
        </p:spPr>
        <p:txBody>
          <a:bodyPr xmlns:a="http://schemas.openxmlformats.org/drawingml/2006/main" wrap="square" lIns="0" tIns="0" rIns="0" bIns="0" anchor="ctr"/>
          <a:lstStyle xmlns:a="http://schemas.openxmlformats.org/drawingml/2006/main"/>
          <a:p xmlns:a="http://schemas.openxmlformats.org/drawingml/2006/main">
            <a:endParaRPr/>
          </a:p>
        </p:txBody>
      </p:sp>
      <p:sp>
        <p:nvSpPr>
          <p:cNvPr id="15" name="source-diagram-dg20-22">
            <a:extLst xmlns:a="http://schemas.openxmlformats.org/drawingml/2006/main">
              <a:ext uri="{FF2B5EF4-FFF2-40B4-BE49-F238E27FC236}">
                <a16:creationId xmlns:a16="http://schemas.microsoft.com/office/drawing/2014/main" id="{67262CE6-1316-4445-969E-2735D0ACBE3F}"/>
              </a:ext>
            </a:extLst>
          </p:cNvPr>
          <p:cNvSpPr>
            <a:spLocks xmlns:a="http://schemas.openxmlformats.org/drawingml/2006/main" noGrp="1"/>
          </p:cNvSpPr>
          <p:nvPr/>
        </p:nvSpPr>
        <p:spPr>
          <a:xfrm xmlns:a="http://schemas.openxmlformats.org/drawingml/2006/main" flipH="1">
            <a:off x="1098692" y="3168754"/>
            <a:ext cx="402439" cy="418673"/>
          </a:xfrm>
          <a:prstGeom xmlns:a="http://schemas.openxmlformats.org/drawingml/2006/main" prst="line">
            <a:avLst/>
          </a:prstGeom>
          <a:solidFill xmlns:a="http://schemas.openxmlformats.org/drawingml/2006/main">
            <a:srgbClr val="E5EEF2"/>
          </a:solidFill>
          <a:ln xmlns:a="http://schemas.openxmlformats.org/drawingml/2006/main" w="9525">
            <a:solidFill>
              <a:srgbClr val="142E42"/>
            </a:solidFill>
            <a:prstDash val="solid"/>
            <a:headEnd type="none" w="med" len="med"/>
            <a:tailEnd type="none" w="med" len="med"/>
          </a:ln>
        </p:spPr>
        <p:txBody>
          <a:bodyPr xmlns:a="http://schemas.openxmlformats.org/drawingml/2006/main" wrap="square" lIns="0" tIns="0" rIns="0" bIns="0" anchor="ctr"/>
          <a:lstStyle xmlns:a="http://schemas.openxmlformats.org/drawingml/2006/main"/>
          <a:p xmlns:a="http://schemas.openxmlformats.org/drawingml/2006/main">
            <a:endParaRPr/>
          </a:p>
        </p:txBody>
      </p:sp>
      <p:sp>
        <p:nvSpPr>
          <p:cNvPr id="16" name="source-diagram-dg20-24">
            <a:extLst xmlns:a="http://schemas.openxmlformats.org/drawingml/2006/main">
              <a:ext uri="{FF2B5EF4-FFF2-40B4-BE49-F238E27FC236}">
                <a16:creationId xmlns:a16="http://schemas.microsoft.com/office/drawing/2014/main" id="{DBF1D2AE-7CD6-4B9C-BFFF-68BBE942C0ED}"/>
              </a:ext>
            </a:extLst>
          </p:cNvPr>
          <p:cNvSpPr>
            <a:spLocks xmlns:a="http://schemas.openxmlformats.org/drawingml/2006/main" noGrp="1"/>
          </p:cNvSpPr>
          <p:nvPr/>
        </p:nvSpPr>
        <p:spPr>
          <a:xfrm xmlns:a="http://schemas.openxmlformats.org/drawingml/2006/main" flipH="1">
            <a:off x="2663296" y="3168754"/>
            <a:ext cx="435306" cy="418673"/>
          </a:xfrm>
          <a:prstGeom xmlns:a="http://schemas.openxmlformats.org/drawingml/2006/main" prst="line">
            <a:avLst/>
          </a:prstGeom>
          <a:solidFill xmlns:a="http://schemas.openxmlformats.org/drawingml/2006/main">
            <a:srgbClr val="E5EEF2"/>
          </a:solidFill>
          <a:ln xmlns:a="http://schemas.openxmlformats.org/drawingml/2006/main" w="9525">
            <a:solidFill>
              <a:srgbClr val="142E42"/>
            </a:solidFill>
            <a:prstDash val="solid"/>
            <a:headEnd type="none" w="med" len="med"/>
            <a:tailEnd type="none" w="med" len="med"/>
          </a:ln>
        </p:spPr>
        <p:txBody>
          <a:bodyPr xmlns:a="http://schemas.openxmlformats.org/drawingml/2006/main" wrap="square" lIns="0" tIns="0" rIns="0" bIns="0" anchor="ctr"/>
          <a:lstStyle xmlns:a="http://schemas.openxmlformats.org/drawingml/2006/main"/>
          <a:p xmlns:a="http://schemas.openxmlformats.org/drawingml/2006/main">
            <a:endParaRPr/>
          </a:p>
        </p:txBody>
      </p:sp>
      <p:sp>
        <p:nvSpPr>
          <p:cNvPr id="17" name="source-diagram-dg20-26">
            <a:extLst xmlns:a="http://schemas.openxmlformats.org/drawingml/2006/main">
              <a:ext uri="{FF2B5EF4-FFF2-40B4-BE49-F238E27FC236}">
                <a16:creationId xmlns:a16="http://schemas.microsoft.com/office/drawing/2014/main" id="{4958D6BA-EC86-4526-ADB5-E183E2084064}"/>
              </a:ext>
            </a:extLst>
          </p:cNvPr>
          <p:cNvSpPr>
            <a:spLocks xmlns:a="http://schemas.openxmlformats.org/drawingml/2006/main" noGrp="1"/>
          </p:cNvSpPr>
          <p:nvPr/>
        </p:nvSpPr>
        <p:spPr>
          <a:xfrm xmlns:a="http://schemas.openxmlformats.org/drawingml/2006/main">
            <a:off x="3574757" y="3168754"/>
            <a:ext cx="549192" cy="387510"/>
          </a:xfrm>
          <a:prstGeom xmlns:a="http://schemas.openxmlformats.org/drawingml/2006/main" prst="line">
            <a:avLst/>
          </a:prstGeom>
          <a:solidFill xmlns:a="http://schemas.openxmlformats.org/drawingml/2006/main">
            <a:srgbClr val="E5EEF2"/>
          </a:solidFill>
          <a:ln xmlns:a="http://schemas.openxmlformats.org/drawingml/2006/main" w="9525">
            <a:solidFill>
              <a:srgbClr val="142E42"/>
            </a:solidFill>
            <a:prstDash val="solid"/>
            <a:headEnd type="none" w="med" len="med"/>
            <a:tailEnd type="none" w="med" len="med"/>
          </a:ln>
        </p:spPr>
        <p:txBody>
          <a:bodyPr xmlns:a="http://schemas.openxmlformats.org/drawingml/2006/main" wrap="square" lIns="0" tIns="0" rIns="0" bIns="0" anchor="ctr"/>
          <a:lstStyle xmlns:a="http://schemas.openxmlformats.org/drawingml/2006/main"/>
          <a:p xmlns:a="http://schemas.openxmlformats.org/drawingml/2006/main">
            <a:endParaRPr/>
          </a:p>
        </p:txBody>
      </p:sp>
      <p:sp>
        <p:nvSpPr>
          <p:cNvPr id="18" name="source-diagram-dg20-28">
            <a:extLst xmlns:a="http://schemas.openxmlformats.org/drawingml/2006/main">
              <a:ext uri="{FF2B5EF4-FFF2-40B4-BE49-F238E27FC236}">
                <a16:creationId xmlns:a16="http://schemas.microsoft.com/office/drawing/2014/main" id="{8EF4E62E-955B-4736-B857-9A3DB5F455A6}"/>
              </a:ext>
            </a:extLst>
          </p:cNvPr>
          <p:cNvSpPr>
            <a:spLocks xmlns:a="http://schemas.openxmlformats.org/drawingml/2006/main" noGrp="1"/>
          </p:cNvSpPr>
          <p:nvPr/>
        </p:nvSpPr>
        <p:spPr>
          <a:xfrm xmlns:a="http://schemas.openxmlformats.org/drawingml/2006/main" flipH="1">
            <a:off x="2075901" y="4192207"/>
            <a:ext cx="349318" cy="576125"/>
          </a:xfrm>
          <a:prstGeom xmlns:a="http://schemas.openxmlformats.org/drawingml/2006/main" prst="line">
            <a:avLst/>
          </a:prstGeom>
          <a:solidFill xmlns:a="http://schemas.openxmlformats.org/drawingml/2006/main">
            <a:srgbClr val="E5EEF2"/>
          </a:solidFill>
          <a:ln xmlns:a="http://schemas.openxmlformats.org/drawingml/2006/main" w="9525">
            <a:solidFill>
              <a:srgbClr val="142E42"/>
            </a:solidFill>
            <a:prstDash val="solid"/>
            <a:headEnd type="none" w="med" len="med"/>
            <a:tailEnd type="none" w="med" len="med"/>
          </a:ln>
        </p:spPr>
        <p:txBody>
          <a:bodyPr xmlns:a="http://schemas.openxmlformats.org/drawingml/2006/main" wrap="square" lIns="0" tIns="0" rIns="0" bIns="0" anchor="ctr"/>
          <a:lstStyle xmlns:a="http://schemas.openxmlformats.org/drawingml/2006/main"/>
          <a:p xmlns:a="http://schemas.openxmlformats.org/drawingml/2006/main">
            <a:endParaRPr/>
          </a:p>
        </p:txBody>
      </p:sp>
      <p:sp>
        <p:nvSpPr>
          <p:cNvPr id="19" name="source-diagram-dg20-30">
            <a:extLst xmlns:a="http://schemas.openxmlformats.org/drawingml/2006/main">
              <a:ext uri="{FF2B5EF4-FFF2-40B4-BE49-F238E27FC236}">
                <a16:creationId xmlns:a16="http://schemas.microsoft.com/office/drawing/2014/main" id="{FCBC95FD-762B-4169-81C9-2628893758EA}"/>
              </a:ext>
            </a:extLst>
          </p:cNvPr>
          <p:cNvSpPr>
            <a:spLocks xmlns:a="http://schemas.openxmlformats.org/drawingml/2006/main" noGrp="1"/>
          </p:cNvSpPr>
          <p:nvPr/>
        </p:nvSpPr>
        <p:spPr>
          <a:xfrm xmlns:a="http://schemas.openxmlformats.org/drawingml/2006/main">
            <a:off x="2901373" y="4192207"/>
            <a:ext cx="435307" cy="564954"/>
          </a:xfrm>
          <a:prstGeom xmlns:a="http://schemas.openxmlformats.org/drawingml/2006/main" prst="line">
            <a:avLst/>
          </a:prstGeom>
          <a:solidFill xmlns:a="http://schemas.openxmlformats.org/drawingml/2006/main">
            <a:srgbClr val="E5EEF2"/>
          </a:solidFill>
          <a:ln xmlns:a="http://schemas.openxmlformats.org/drawingml/2006/main" w="9525">
            <a:solidFill>
              <a:srgbClr val="142E42"/>
            </a:solidFill>
            <a:prstDash val="solid"/>
            <a:headEnd type="none" w="med" len="med"/>
            <a:tailEnd type="none" w="med" len="med"/>
          </a:ln>
        </p:spPr>
        <p:txBody>
          <a:bodyPr xmlns:a="http://schemas.openxmlformats.org/drawingml/2006/main" wrap="square" lIns="0" tIns="0" rIns="0" bIns="0" anchor="ctr"/>
          <a:lstStyle xmlns:a="http://schemas.openxmlformats.org/drawingml/2006/main"/>
          <a:p xmlns:a="http://schemas.openxmlformats.org/drawingml/2006/main">
            <a:endParaRPr/>
          </a:p>
        </p:txBody>
      </p:sp>
      <p:sp>
        <p:nvSpPr>
          <p:cNvPr id="21" name="local-java-TraversalDemo">
            <a:extLst xmlns:a="http://schemas.openxmlformats.org/drawingml/2006/main">
              <a:ext uri="{FF2B5EF4-FFF2-40B4-BE49-F238E27FC236}">
                <a16:creationId xmlns:a16="http://schemas.microsoft.com/office/drawing/2014/main" id="{70B57530-882B-43C0-9166-91F3F2BF7638}"/>
              </a:ext>
            </a:extLst>
          </p:cNvPr>
          <p:cNvSpPr>
            <a:spLocks xmlns:a="http://schemas.openxmlformats.org/drawingml/2006/main" noGrp="1"/>
          </p:cNvSpPr>
          <p:nvPr/>
        </p:nvSpPr>
        <p:spPr>
          <a:xfrm xmlns:a="http://schemas.openxmlformats.org/drawingml/2006/main">
            <a:off x="609600" y="6134100"/>
            <a:ext cx="357187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350" b="0">
                <a:solidFill>
                  <a:srgbClr val="007D89"/>
                </a:solidFill>
                <a:latin typeface="Arial"/>
                <a:ea typeface="Arial"/>
                <a:cs typeface="Arial"/>
              </a:defRPr>
            </a:defPPr>
            <a:lvl1pPr>
              <a:defRPr sz="1350" b="0">
                <a:solidFill>
                  <a:srgbClr val="007D89"/>
                </a:solidFill>
                <a:latin typeface="Arial"/>
                <a:ea typeface="Arial"/>
                <a:cs typeface="Arial"/>
              </a:defRPr>
            </a:lvl1pPr>
            <a:lvl2pPr>
              <a:defRPr sz="1350" b="0">
                <a:solidFill>
                  <a:srgbClr val="007D89"/>
                </a:solidFill>
                <a:latin typeface="Arial"/>
                <a:ea typeface="Arial"/>
                <a:cs typeface="Arial"/>
              </a:defRPr>
            </a:lvl2pPr>
            <a:lvl3pPr>
              <a:defRPr sz="1350" b="0">
                <a:solidFill>
                  <a:srgbClr val="007D89"/>
                </a:solidFill>
                <a:latin typeface="Arial"/>
                <a:ea typeface="Arial"/>
                <a:cs typeface="Arial"/>
              </a:defRPr>
            </a:lvl3pPr>
            <a:lvl4pPr>
              <a:defRPr sz="1350" b="0">
                <a:solidFill>
                  <a:srgbClr val="007D89"/>
                </a:solidFill>
                <a:latin typeface="Arial"/>
                <a:ea typeface="Arial"/>
                <a:cs typeface="Arial"/>
              </a:defRPr>
            </a:lvl4pPr>
            <a:lvl5pPr>
              <a:defRPr sz="1350" b="0">
                <a:solidFill>
                  <a:srgbClr val="007D89"/>
                </a:solidFill>
                <a:latin typeface="Arial"/>
                <a:ea typeface="Arial"/>
                <a:cs typeface="Arial"/>
              </a:defRPr>
            </a:lvl5pPr>
            <a:lvl6pPr>
              <a:defRPr sz="1350" b="0">
                <a:solidFill>
                  <a:srgbClr val="007D89"/>
                </a:solidFill>
                <a:latin typeface="Arial"/>
                <a:ea typeface="Arial"/>
                <a:cs typeface="Arial"/>
              </a:defRPr>
            </a:lvl6pPr>
            <a:lvl7pPr>
              <a:defRPr sz="1350" b="0">
                <a:solidFill>
                  <a:srgbClr val="007D89"/>
                </a:solidFill>
                <a:latin typeface="Arial"/>
                <a:ea typeface="Arial"/>
                <a:cs typeface="Arial"/>
              </a:defRPr>
            </a:lvl7pPr>
            <a:lvl8pPr>
              <a:defRPr sz="1350" b="0">
                <a:solidFill>
                  <a:srgbClr val="007D89"/>
                </a:solidFill>
                <a:latin typeface="Arial"/>
                <a:ea typeface="Arial"/>
                <a:cs typeface="Arial"/>
              </a:defRPr>
            </a:lvl8pPr>
            <a:lvl9pPr>
              <a:defRPr sz="1350" b="0">
                <a:solidFill>
                  <a:srgbClr val="007D89"/>
                </a:solidFill>
                <a:latin typeface="Arial"/>
                <a:ea typeface="Arial"/>
                <a:cs typeface="Arial"/>
              </a:defRPr>
            </a:lvl9pPr>
          </a:lstStyle>
          <a:p xmlns:a="http://schemas.openxmlformats.org/drawingml/2006/main">
            <a:pPr>
              <a:defRPr sz="1350" b="0">
                <a:solidFill>
                  <a:srgbClr val="007D89"/>
                </a:solidFill>
                <a:latin typeface="Arial"/>
                <a:ea typeface="Arial"/>
                <a:cs typeface="Arial"/>
              </a:defRPr>
            </a:pPr>
            <a:r>
              <a:rPr sz="1350" u="sng">
                <a:solidFill>
                  <a:srgbClr val="007D89"/>
                </a:solidFill>
                <a:latin typeface="Arial"/>
                <a:ea typeface="Arial"/>
                <a:cs typeface="Arial"/>
                <a:hlinkClick xmlns:r="http://schemas.openxmlformats.org/officeDocument/2006/relationships" r:id="R520ad6e9668c4b99"/>
              </a:rPr>
              <a:t>Java: TraversalDemo.java</a:t>
            </a:r>
          </a:p>
        </p:txBody>
      </p:sp>
    </p:spTree>
    <p:extLst>
      <p:ext uri="{BB962C8B-B14F-4D97-AF65-F5344CB8AC3E}">
        <p14:creationId xmlns:p14="http://schemas.microsoft.com/office/powerpoint/2010/main" val="1411853625"/>
      </p:ext>
    </p:extLst>
  </p:cSld>
</p:sld>
</file>

<file path=ppt/slides/slide22.xml><?xml version="1.0" encoding="utf-8"?>
<p:sld xmlns:p="http://schemas.openxmlformats.org/presentationml/2006/main">
  <p:cSld>
    <p:bg>
      <p:bgPr>
        <a:solidFill xmlns:a="http://schemas.openxmlformats.org/drawingml/2006/main">
          <a:srgbClr val="FAFCFD"/>
        </a:solidFill>
      </p:bgPr>
    </p:bg>
    <p:spTree>
      <p:nvGrpSpPr>
        <p:cNvPr id="1" name=""/>
        <p:cNvGrpSpPr/>
        <p:nvPr/>
      </p:nvGrpSpPr>
      <p:grpSpPr>
        <a:xfrm xmlns:a="http://schemas.openxmlformats.org/drawingml/2006/main"/>
      </p:grpSpPr>
      <p:sp>
        <p:nvSpPr>
          <p:cNvPr id="6" name="text-0">
            <a:extLst xmlns:a="http://schemas.openxmlformats.org/drawingml/2006/main">
              <a:ext uri="{FF2B5EF4-FFF2-40B4-BE49-F238E27FC236}">
                <a16:creationId xmlns:a16="http://schemas.microsoft.com/office/drawing/2014/main" id="{8ED264FD-2A5A-4535-9936-D7B08499C5E8}"/>
              </a:ext>
            </a:extLst>
          </p:cNvPr>
          <p:cNvSpPr>
            <a:spLocks xmlns:a="http://schemas.openxmlformats.org/drawingml/2006/main" noGrp="1"/>
          </p:cNvSpPr>
          <p:nvPr/>
        </p:nvSpPr>
        <p:spPr>
          <a:xfrm xmlns:a="http://schemas.openxmlformats.org/drawingml/2006/main">
            <a:off x="609600" y="419100"/>
            <a:ext cx="10953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lgn="l">
              <a:defRPr sz="3150" b="1">
                <a:solidFill>
                  <a:srgbClr val="142E42"/>
                </a:solidFill>
                <a:latin typeface="Arial"/>
                <a:ea typeface="Arial"/>
                <a:cs typeface="Arial"/>
              </a:defRPr>
            </a:defPPr>
            <a:lvl1pPr algn="l">
              <a:buNone/>
              <a:defRPr sz="3150" b="1">
                <a:solidFill>
                  <a:srgbClr val="142E42"/>
                </a:solidFill>
                <a:latin typeface="Arial"/>
                <a:ea typeface="Arial"/>
                <a:cs typeface="Arial"/>
              </a:defRPr>
            </a:lvl1pPr>
            <a:lvl2pPr algn="l">
              <a:buNone/>
              <a:defRPr sz="3150" b="1">
                <a:solidFill>
                  <a:srgbClr val="142E42"/>
                </a:solidFill>
                <a:latin typeface="Arial"/>
                <a:ea typeface="Arial"/>
                <a:cs typeface="Arial"/>
              </a:defRPr>
            </a:lvl2pPr>
            <a:lvl3pPr algn="l">
              <a:buNone/>
              <a:defRPr sz="3150" b="1">
                <a:solidFill>
                  <a:srgbClr val="142E42"/>
                </a:solidFill>
                <a:latin typeface="Arial"/>
                <a:ea typeface="Arial"/>
                <a:cs typeface="Arial"/>
              </a:defRPr>
            </a:lvl3pPr>
            <a:lvl4pPr algn="l">
              <a:buNone/>
              <a:defRPr sz="3150" b="1">
                <a:solidFill>
                  <a:srgbClr val="142E42"/>
                </a:solidFill>
                <a:latin typeface="Arial"/>
                <a:ea typeface="Arial"/>
                <a:cs typeface="Arial"/>
              </a:defRPr>
            </a:lvl4pPr>
            <a:lvl5pPr algn="l">
              <a:buNone/>
              <a:defRPr sz="3150" b="1">
                <a:solidFill>
                  <a:srgbClr val="142E42"/>
                </a:solidFill>
                <a:latin typeface="Arial"/>
                <a:ea typeface="Arial"/>
                <a:cs typeface="Arial"/>
              </a:defRPr>
            </a:lvl5pPr>
            <a:lvl6pPr algn="l">
              <a:buNone/>
              <a:defRPr sz="3150" b="1">
                <a:solidFill>
                  <a:srgbClr val="142E42"/>
                </a:solidFill>
                <a:latin typeface="Arial"/>
                <a:ea typeface="Arial"/>
                <a:cs typeface="Arial"/>
              </a:defRPr>
            </a:lvl6pPr>
            <a:lvl7pPr algn="l">
              <a:buNone/>
              <a:defRPr sz="3150" b="1">
                <a:solidFill>
                  <a:srgbClr val="142E42"/>
                </a:solidFill>
                <a:latin typeface="Arial"/>
                <a:ea typeface="Arial"/>
                <a:cs typeface="Arial"/>
              </a:defRPr>
            </a:lvl7pPr>
            <a:lvl8pPr algn="l">
              <a:buNone/>
              <a:defRPr sz="3150" b="1">
                <a:solidFill>
                  <a:srgbClr val="142E42"/>
                </a:solidFill>
                <a:latin typeface="Arial"/>
                <a:ea typeface="Arial"/>
                <a:cs typeface="Arial"/>
              </a:defRPr>
            </a:lvl8pPr>
            <a:lvl9pPr algn="l">
              <a:buNone/>
              <a:defRPr sz="3150" b="1">
                <a:solidFill>
                  <a:srgbClr val="142E42"/>
                </a:solidFill>
                <a:latin typeface="Arial"/>
                <a:ea typeface="Arial"/>
                <a:cs typeface="Arial"/>
              </a:defRPr>
            </a:lvl9pPr>
          </a:lstStyle>
          <a:p xmlns:a="http://schemas.openxmlformats.org/drawingml/2006/main">
            <a:pPr algn="l">
              <a:buNone/>
              <a:defRPr sz="3150" b="1">
                <a:solidFill>
                  <a:srgbClr val="142E42"/>
                </a:solidFill>
                <a:latin typeface="Arial"/>
                <a:ea typeface="Arial"/>
                <a:cs typeface="Arial"/>
              </a:defRPr>
            </a:pPr>
            <a:r>
              <a:rPr sz="3150" b="1">
                <a:solidFill>
                  <a:srgbClr val="142E42"/>
                </a:solidFill>
                <a:latin typeface="Arial"/>
                <a:ea typeface="Arial"/>
                <a:cs typeface="Arial"/>
              </a:rPr>
              <a:t>Recursive depth-first traversal</a:t>
            </a:r>
          </a:p>
        </p:txBody>
      </p:sp>
      <p:sp>
        <p:nvSpPr>
          <p:cNvPr id="2" name="text-1">
            <a:extLst xmlns:a="http://schemas.openxmlformats.org/drawingml/2006/main">
              <a:ext uri="{FF2B5EF4-FFF2-40B4-BE49-F238E27FC236}">
                <a16:creationId xmlns:a16="http://schemas.microsoft.com/office/drawing/2014/main" id="{621A2407-95E3-4EED-B75E-99A2E4611B23}"/>
              </a:ext>
            </a:extLst>
          </p:cNvPr>
          <p:cNvSpPr>
            <a:spLocks xmlns:a="http://schemas.openxmlformats.org/drawingml/2006/main" noGrp="1"/>
          </p:cNvSpPr>
          <p:nvPr/>
        </p:nvSpPr>
        <p:spPr>
          <a:xfrm xmlns:a="http://schemas.openxmlformats.org/drawingml/2006/main">
            <a:off x="11163300" y="6381750"/>
            <a:ext cx="476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lgn="l">
              <a:defRPr sz="1275" b="0">
                <a:solidFill>
                  <a:srgbClr val="4B6070"/>
                </a:solidFill>
                <a:latin typeface="Arial"/>
                <a:ea typeface="Arial"/>
                <a:cs typeface="Arial"/>
              </a:defRPr>
            </a:defPPr>
            <a:lvl1pPr algn="l">
              <a:buNone/>
              <a:defRPr sz="1275" b="0">
                <a:solidFill>
                  <a:srgbClr val="4B6070"/>
                </a:solidFill>
                <a:latin typeface="Arial"/>
                <a:ea typeface="Arial"/>
                <a:cs typeface="Arial"/>
              </a:defRPr>
            </a:lvl1pPr>
            <a:lvl2pPr algn="l">
              <a:buNone/>
              <a:defRPr sz="1275" b="0">
                <a:solidFill>
                  <a:srgbClr val="4B6070"/>
                </a:solidFill>
                <a:latin typeface="Arial"/>
                <a:ea typeface="Arial"/>
                <a:cs typeface="Arial"/>
              </a:defRPr>
            </a:lvl2pPr>
            <a:lvl3pPr algn="l">
              <a:buNone/>
              <a:defRPr sz="1275" b="0">
                <a:solidFill>
                  <a:srgbClr val="4B6070"/>
                </a:solidFill>
                <a:latin typeface="Arial"/>
                <a:ea typeface="Arial"/>
                <a:cs typeface="Arial"/>
              </a:defRPr>
            </a:lvl3pPr>
            <a:lvl4pPr algn="l">
              <a:buNone/>
              <a:defRPr sz="1275" b="0">
                <a:solidFill>
                  <a:srgbClr val="4B6070"/>
                </a:solidFill>
                <a:latin typeface="Arial"/>
                <a:ea typeface="Arial"/>
                <a:cs typeface="Arial"/>
              </a:defRPr>
            </a:lvl4pPr>
            <a:lvl5pPr algn="l">
              <a:buNone/>
              <a:defRPr sz="1275" b="0">
                <a:solidFill>
                  <a:srgbClr val="4B6070"/>
                </a:solidFill>
                <a:latin typeface="Arial"/>
                <a:ea typeface="Arial"/>
                <a:cs typeface="Arial"/>
              </a:defRPr>
            </a:lvl5pPr>
            <a:lvl6pPr algn="l">
              <a:buNone/>
              <a:defRPr sz="1275" b="0">
                <a:solidFill>
                  <a:srgbClr val="4B6070"/>
                </a:solidFill>
                <a:latin typeface="Arial"/>
                <a:ea typeface="Arial"/>
                <a:cs typeface="Arial"/>
              </a:defRPr>
            </a:lvl6pPr>
            <a:lvl7pPr algn="l">
              <a:buNone/>
              <a:defRPr sz="1275" b="0">
                <a:solidFill>
                  <a:srgbClr val="4B6070"/>
                </a:solidFill>
                <a:latin typeface="Arial"/>
                <a:ea typeface="Arial"/>
                <a:cs typeface="Arial"/>
              </a:defRPr>
            </a:lvl7pPr>
            <a:lvl8pPr algn="l">
              <a:buNone/>
              <a:defRPr sz="1275" b="0">
                <a:solidFill>
                  <a:srgbClr val="4B6070"/>
                </a:solidFill>
                <a:latin typeface="Arial"/>
                <a:ea typeface="Arial"/>
                <a:cs typeface="Arial"/>
              </a:defRPr>
            </a:lvl8pPr>
            <a:lvl9pPr algn="l">
              <a:buNone/>
              <a:defRPr sz="1275" b="0">
                <a:solidFill>
                  <a:srgbClr val="4B6070"/>
                </a:solidFill>
                <a:latin typeface="Arial"/>
                <a:ea typeface="Arial"/>
                <a:cs typeface="Arial"/>
              </a:defRPr>
            </a:lvl9pPr>
          </a:lstStyle>
          <a:p xmlns:a="http://schemas.openxmlformats.org/drawingml/2006/main">
            <a:pPr algn="l">
              <a:buNone/>
              <a:defRPr sz="1275" b="0">
                <a:solidFill>
                  <a:srgbClr val="4B6070"/>
                </a:solidFill>
                <a:latin typeface="Arial"/>
                <a:ea typeface="Arial"/>
                <a:cs typeface="Arial"/>
              </a:defRPr>
            </a:pPr>
            <a:r>
              <a:rPr sz="1275" b="0">
                <a:solidFill>
                  <a:srgbClr val="4B6070"/>
                </a:solidFill>
                <a:latin typeface="Arial"/>
                <a:ea typeface="Arial"/>
                <a:cs typeface="Arial"/>
              </a:rPr>
              <a:t>22</a:t>
            </a:r>
          </a:p>
        </p:txBody>
      </p:sp>
      <p:sp>
        <p:nvSpPr>
          <p:cNvPr id="3" name="text-2">
            <a:extLst xmlns:a="http://schemas.openxmlformats.org/drawingml/2006/main">
              <a:ext uri="{FF2B5EF4-FFF2-40B4-BE49-F238E27FC236}">
                <a16:creationId xmlns:a16="http://schemas.microsoft.com/office/drawing/2014/main" id="{7122103A-B6BC-4D38-976C-892C671D9647}"/>
              </a:ext>
            </a:extLst>
          </p:cNvPr>
          <p:cNvSpPr>
            <a:spLocks xmlns:a="http://schemas.openxmlformats.org/drawingml/2006/main" noGrp="1"/>
          </p:cNvSpPr>
          <p:nvPr/>
        </p:nvSpPr>
        <p:spPr>
          <a:xfrm xmlns:a="http://schemas.openxmlformats.org/drawingml/2006/main">
            <a:off x="609600" y="1619250"/>
            <a:ext cx="10858500" cy="2238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lgn="l">
              <a:defRPr sz="2250" b="0">
                <a:solidFill>
                  <a:srgbClr val="142E42"/>
                </a:solidFill>
                <a:latin typeface="Consolas"/>
                <a:ea typeface="Consolas"/>
                <a:cs typeface="Consolas"/>
              </a:defRPr>
            </a:defPPr>
            <a:lvl1pPr algn="l">
              <a:buNone/>
              <a:defRPr sz="2250" b="0">
                <a:solidFill>
                  <a:srgbClr val="142E42"/>
                </a:solidFill>
                <a:latin typeface="Consolas"/>
                <a:ea typeface="Consolas"/>
                <a:cs typeface="Consolas"/>
              </a:defRPr>
            </a:lvl1pPr>
            <a:lvl2pPr algn="l">
              <a:buNone/>
              <a:defRPr sz="2250" b="0">
                <a:solidFill>
                  <a:srgbClr val="142E42"/>
                </a:solidFill>
                <a:latin typeface="Consolas"/>
                <a:ea typeface="Consolas"/>
                <a:cs typeface="Consolas"/>
              </a:defRPr>
            </a:lvl2pPr>
            <a:lvl3pPr algn="l">
              <a:buNone/>
              <a:defRPr sz="2250" b="0">
                <a:solidFill>
                  <a:srgbClr val="142E42"/>
                </a:solidFill>
                <a:latin typeface="Consolas"/>
                <a:ea typeface="Consolas"/>
                <a:cs typeface="Consolas"/>
              </a:defRPr>
            </a:lvl3pPr>
            <a:lvl4pPr algn="l">
              <a:buNone/>
              <a:defRPr sz="2250" b="0">
                <a:solidFill>
                  <a:srgbClr val="142E42"/>
                </a:solidFill>
                <a:latin typeface="Consolas"/>
                <a:ea typeface="Consolas"/>
                <a:cs typeface="Consolas"/>
              </a:defRPr>
            </a:lvl4pPr>
            <a:lvl5pPr algn="l">
              <a:buNone/>
              <a:defRPr sz="2250" b="0">
                <a:solidFill>
                  <a:srgbClr val="142E42"/>
                </a:solidFill>
                <a:latin typeface="Consolas"/>
                <a:ea typeface="Consolas"/>
                <a:cs typeface="Consolas"/>
              </a:defRPr>
            </a:lvl5pPr>
            <a:lvl6pPr algn="l">
              <a:buNone/>
              <a:defRPr sz="2250" b="0">
                <a:solidFill>
                  <a:srgbClr val="142E42"/>
                </a:solidFill>
                <a:latin typeface="Consolas"/>
                <a:ea typeface="Consolas"/>
                <a:cs typeface="Consolas"/>
              </a:defRPr>
            </a:lvl6pPr>
            <a:lvl7pPr algn="l">
              <a:buNone/>
              <a:defRPr sz="2250" b="0">
                <a:solidFill>
                  <a:srgbClr val="142E42"/>
                </a:solidFill>
                <a:latin typeface="Consolas"/>
                <a:ea typeface="Consolas"/>
                <a:cs typeface="Consolas"/>
              </a:defRPr>
            </a:lvl7pPr>
            <a:lvl8pPr algn="l">
              <a:buNone/>
              <a:defRPr sz="2250" b="0">
                <a:solidFill>
                  <a:srgbClr val="142E42"/>
                </a:solidFill>
                <a:latin typeface="Consolas"/>
                <a:ea typeface="Consolas"/>
                <a:cs typeface="Consolas"/>
              </a:defRPr>
            </a:lvl8pPr>
            <a:lvl9pPr algn="l">
              <a:buNone/>
              <a:defRPr sz="2250" b="0">
                <a:solidFill>
                  <a:srgbClr val="142E42"/>
                </a:solidFill>
                <a:latin typeface="Consolas"/>
                <a:ea typeface="Consolas"/>
                <a:cs typeface="Consolas"/>
              </a:defRPr>
            </a:lvl9pPr>
          </a:lstStyle>
          <a:p xmlns:a="http://schemas.openxmlformats.org/drawingml/2006/main">
            <a:pPr algn="l">
              <a:buNone/>
              <a:defRPr sz="2250" b="0">
                <a:solidFill>
                  <a:srgbClr val="142E42"/>
                </a:solidFill>
                <a:latin typeface="Consolas"/>
                <a:ea typeface="Consolas"/>
                <a:cs typeface="Consolas"/>
              </a:defRPr>
            </a:pPr>
            <a:r>
              <a:rPr sz="2250" b="0">
                <a:solidFill>
                  <a:srgbClr val="142E42"/>
                </a:solidFill>
                <a:latin typeface="Consolas"/>
                <a:ea typeface="Consolas"/>
                <a:cs typeface="Consolas"/>
              </a:rPr>
              <a:t>void inorder(Node&lt;E&gt; x) {</a:t>
            </a:r>
          </a:p>
          <a:p xmlns:a="http://schemas.openxmlformats.org/drawingml/2006/main">
            <a:pPr algn="l">
              <a:buNone/>
              <a:defRPr sz="2250" b="0">
                <a:solidFill>
                  <a:srgbClr val="142E42"/>
                </a:solidFill>
                <a:latin typeface="Consolas"/>
                <a:ea typeface="Consolas"/>
                <a:cs typeface="Consolas"/>
              </a:defRPr>
            </a:pPr>
            <a:r>
              <a:rPr sz="2250" b="0">
                <a:solidFill>
                  <a:srgbClr val="142E42"/>
                </a:solidFill>
                <a:latin typeface="Consolas"/>
                <a:ea typeface="Consolas"/>
                <a:cs typeface="Consolas"/>
              </a:rPr>
              <a:t>    if (x == null) return;</a:t>
            </a:r>
          </a:p>
          <a:p xmlns:a="http://schemas.openxmlformats.org/drawingml/2006/main">
            <a:pPr algn="l">
              <a:buNone/>
              <a:defRPr sz="2250" b="0">
                <a:solidFill>
                  <a:srgbClr val="142E42"/>
                </a:solidFill>
                <a:latin typeface="Consolas"/>
                <a:ea typeface="Consolas"/>
                <a:cs typeface="Consolas"/>
              </a:defRPr>
            </a:pPr>
            <a:r>
              <a:rPr sz="2250" b="0">
                <a:solidFill>
                  <a:srgbClr val="142E42"/>
                </a:solidFill>
                <a:latin typeface="Consolas"/>
                <a:ea typeface="Consolas"/>
                <a:cs typeface="Consolas"/>
              </a:rPr>
              <a:t>    inorder(x.left);</a:t>
            </a:r>
          </a:p>
          <a:p xmlns:a="http://schemas.openxmlformats.org/drawingml/2006/main">
            <a:pPr algn="l">
              <a:buNone/>
              <a:defRPr sz="2250" b="0">
                <a:solidFill>
                  <a:srgbClr val="142E42"/>
                </a:solidFill>
                <a:latin typeface="Consolas"/>
                <a:ea typeface="Consolas"/>
                <a:cs typeface="Consolas"/>
              </a:defRPr>
            </a:pPr>
            <a:r>
              <a:rPr sz="2250" b="0">
                <a:solidFill>
                  <a:srgbClr val="142E42"/>
                </a:solidFill>
                <a:latin typeface="Consolas"/>
                <a:ea typeface="Consolas"/>
                <a:cs typeface="Consolas"/>
              </a:rPr>
              <a:t>    visit(x.key);</a:t>
            </a:r>
          </a:p>
          <a:p xmlns:a="http://schemas.openxmlformats.org/drawingml/2006/main">
            <a:pPr algn="l">
              <a:buNone/>
              <a:defRPr sz="2250" b="0">
                <a:solidFill>
                  <a:srgbClr val="142E42"/>
                </a:solidFill>
                <a:latin typeface="Consolas"/>
                <a:ea typeface="Consolas"/>
                <a:cs typeface="Consolas"/>
              </a:defRPr>
            </a:pPr>
            <a:r>
              <a:rPr sz="2250" b="0">
                <a:solidFill>
                  <a:srgbClr val="142E42"/>
                </a:solidFill>
                <a:latin typeface="Consolas"/>
                <a:ea typeface="Consolas"/>
                <a:cs typeface="Consolas"/>
              </a:rPr>
              <a:t>    inorder(x.right);</a:t>
            </a:r>
          </a:p>
          <a:p xmlns:a="http://schemas.openxmlformats.org/drawingml/2006/main">
            <a:pPr algn="l">
              <a:buNone/>
              <a:defRPr sz="2250" b="0">
                <a:solidFill>
                  <a:srgbClr val="142E42"/>
                </a:solidFill>
                <a:latin typeface="Consolas"/>
                <a:ea typeface="Consolas"/>
                <a:cs typeface="Consolas"/>
              </a:defRPr>
            </a:pPr>
            <a:r>
              <a:rPr sz="2250" b="0">
                <a:solidFill>
                  <a:srgbClr val="142E42"/>
                </a:solidFill>
                <a:latin typeface="Consolas"/>
                <a:ea typeface="Consolas"/>
                <a:cs typeface="Consolas"/>
              </a:rPr>
              <a:t>}</a:t>
            </a:r>
          </a:p>
        </p:txBody>
      </p:sp>
      <p:sp>
        <p:nvSpPr>
          <p:cNvPr id="4" name="text-3">
            <a:extLst xmlns:a="http://schemas.openxmlformats.org/drawingml/2006/main">
              <a:ext uri="{FF2B5EF4-FFF2-40B4-BE49-F238E27FC236}">
                <a16:creationId xmlns:a16="http://schemas.microsoft.com/office/drawing/2014/main" id="{9F6CEEB5-6053-40AC-9639-B169D849CAF2}"/>
              </a:ext>
            </a:extLst>
          </p:cNvPr>
          <p:cNvSpPr>
            <a:spLocks xmlns:a="http://schemas.openxmlformats.org/drawingml/2006/main" noGrp="1"/>
          </p:cNvSpPr>
          <p:nvPr/>
        </p:nvSpPr>
        <p:spPr>
          <a:xfrm xmlns:a="http://schemas.openxmlformats.org/drawingml/2006/main">
            <a:off x="609600" y="4191000"/>
            <a:ext cx="1085850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lgn="l">
              <a:defRPr sz="2100" b="0">
                <a:solidFill>
                  <a:srgbClr val="142E42"/>
                </a:solidFill>
                <a:latin typeface="Arial"/>
                <a:ea typeface="Arial"/>
                <a:cs typeface="Arial"/>
              </a:defRPr>
            </a:defPPr>
            <a:lvl1pPr algn="l">
              <a:buNone/>
              <a:defRPr sz="2100" b="0">
                <a:solidFill>
                  <a:srgbClr val="142E42"/>
                </a:solidFill>
                <a:latin typeface="Arial"/>
                <a:ea typeface="Arial"/>
                <a:cs typeface="Arial"/>
              </a:defRPr>
            </a:lvl1pPr>
            <a:lvl2pPr algn="l">
              <a:buNone/>
              <a:defRPr sz="2100" b="0">
                <a:solidFill>
                  <a:srgbClr val="142E42"/>
                </a:solidFill>
                <a:latin typeface="Arial"/>
                <a:ea typeface="Arial"/>
                <a:cs typeface="Arial"/>
              </a:defRPr>
            </a:lvl2pPr>
            <a:lvl3pPr algn="l">
              <a:buNone/>
              <a:defRPr sz="2100" b="0">
                <a:solidFill>
                  <a:srgbClr val="142E42"/>
                </a:solidFill>
                <a:latin typeface="Arial"/>
                <a:ea typeface="Arial"/>
                <a:cs typeface="Arial"/>
              </a:defRPr>
            </a:lvl3pPr>
            <a:lvl4pPr algn="l">
              <a:buNone/>
              <a:defRPr sz="2100" b="0">
                <a:solidFill>
                  <a:srgbClr val="142E42"/>
                </a:solidFill>
                <a:latin typeface="Arial"/>
                <a:ea typeface="Arial"/>
                <a:cs typeface="Arial"/>
              </a:defRPr>
            </a:lvl4pPr>
            <a:lvl5pPr algn="l">
              <a:buNone/>
              <a:defRPr sz="2100" b="0">
                <a:solidFill>
                  <a:srgbClr val="142E42"/>
                </a:solidFill>
                <a:latin typeface="Arial"/>
                <a:ea typeface="Arial"/>
                <a:cs typeface="Arial"/>
              </a:defRPr>
            </a:lvl5pPr>
            <a:lvl6pPr algn="l">
              <a:buNone/>
              <a:defRPr sz="2100" b="0">
                <a:solidFill>
                  <a:srgbClr val="142E42"/>
                </a:solidFill>
                <a:latin typeface="Arial"/>
                <a:ea typeface="Arial"/>
                <a:cs typeface="Arial"/>
              </a:defRPr>
            </a:lvl6pPr>
            <a:lvl7pPr algn="l">
              <a:buNone/>
              <a:defRPr sz="2100" b="0">
                <a:solidFill>
                  <a:srgbClr val="142E42"/>
                </a:solidFill>
                <a:latin typeface="Arial"/>
                <a:ea typeface="Arial"/>
                <a:cs typeface="Arial"/>
              </a:defRPr>
            </a:lvl7pPr>
            <a:lvl8pPr algn="l">
              <a:buNone/>
              <a:defRPr sz="2100" b="0">
                <a:solidFill>
                  <a:srgbClr val="142E42"/>
                </a:solidFill>
                <a:latin typeface="Arial"/>
                <a:ea typeface="Arial"/>
                <a:cs typeface="Arial"/>
              </a:defRPr>
            </a:lvl8pPr>
            <a:lvl9pPr algn="l">
              <a:buNone/>
              <a:defRPr sz="2100" b="0">
                <a:solidFill>
                  <a:srgbClr val="142E42"/>
                </a:solidFill>
                <a:latin typeface="Arial"/>
                <a:ea typeface="Arial"/>
                <a:cs typeface="Arial"/>
              </a:defRPr>
            </a:lvl9pPr>
          </a:lstStyle>
          <a:p xmlns:a="http://schemas.openxmlformats.org/drawingml/2006/main">
            <a:pPr algn="l">
              <a:buNone/>
              <a:defRPr sz="2100" b="0">
                <a:solidFill>
                  <a:srgbClr val="142E42"/>
                </a:solidFill>
                <a:latin typeface="Arial"/>
                <a:ea typeface="Arial"/>
                <a:cs typeface="Arial"/>
              </a:defRPr>
            </a:pPr>
            <a:r>
              <a:rPr sz="2100" b="0">
                <a:solidFill>
                  <a:srgbClr val="142E42"/>
                </a:solidFill>
                <a:latin typeface="Arial"/>
                <a:ea typeface="Arial"/>
                <a:cs typeface="Arial"/>
              </a:rPr>
              <a:t>Preorder moves visit before both recursive calls.</a:t>
            </a:r>
          </a:p>
          <a:p xmlns:a="http://schemas.openxmlformats.org/drawingml/2006/main">
            <a:pPr algn="l">
              <a:buNone/>
              <a:defRPr sz="2100" b="0">
                <a:solidFill>
                  <a:srgbClr val="142E42"/>
                </a:solidFill>
                <a:latin typeface="Arial"/>
                <a:ea typeface="Arial"/>
                <a:cs typeface="Arial"/>
              </a:defRPr>
            </a:pPr>
            <a:r>
              <a:rPr sz="2100" b="0">
                <a:solidFill>
                  <a:srgbClr val="142E42"/>
                </a:solidFill>
                <a:latin typeface="Arial"/>
                <a:ea typeface="Arial"/>
                <a:cs typeface="Arial"/>
              </a:rPr>
              <a:t>Postorder moves visit after both recursive calls.</a:t>
            </a:r>
          </a:p>
          <a:p xmlns:a="http://schemas.openxmlformats.org/drawingml/2006/main">
            <a:endParaRPr sz="2100" b="0">
              <a:solidFill>
                <a:srgbClr val="142E42"/>
              </a:solidFill>
              <a:latin typeface="Arial"/>
              <a:ea typeface="Arial"/>
              <a:cs typeface="Arial"/>
            </a:endParaRPr>
          </a:p>
          <a:p xmlns:a="http://schemas.openxmlformats.org/drawingml/2006/main">
            <a:pPr algn="l">
              <a:buNone/>
              <a:defRPr sz="2100" b="0">
                <a:solidFill>
                  <a:srgbClr val="142E42"/>
                </a:solidFill>
                <a:latin typeface="Arial"/>
                <a:ea typeface="Arial"/>
                <a:cs typeface="Arial"/>
              </a:defRPr>
            </a:pPr>
            <a:r>
              <a:rPr sz="2100" b="0">
                <a:solidFill>
                  <a:srgbClr val="142E42"/>
                </a:solidFill>
                <a:latin typeface="Arial"/>
                <a:ea typeface="Arial"/>
                <a:cs typeface="Arial"/>
              </a:rPr>
              <a:t>visit is the action to perform on a key, such as printing it.</a:t>
            </a:r>
          </a:p>
        </p:txBody>
      </p:sp>
      <p:sp>
        <p:nvSpPr>
          <p:cNvPr id="5" name="text-4">
            <a:extLst xmlns:a="http://schemas.openxmlformats.org/drawingml/2006/main">
              <a:ext uri="{FF2B5EF4-FFF2-40B4-BE49-F238E27FC236}">
                <a16:creationId xmlns:a16="http://schemas.microsoft.com/office/drawing/2014/main" id="{9F6D3F7C-5FBF-4729-8173-074CA661E2EF}"/>
              </a:ext>
            </a:extLst>
          </p:cNvPr>
          <p:cNvSpPr>
            <a:spLocks xmlns:a="http://schemas.openxmlformats.org/drawingml/2006/main" noGrp="1"/>
          </p:cNvSpPr>
          <p:nvPr/>
        </p:nvSpPr>
        <p:spPr>
          <a:xfrm xmlns:a="http://schemas.openxmlformats.org/drawingml/2006/main">
            <a:off x="609600" y="5800725"/>
            <a:ext cx="104775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lgn="l">
              <a:defRPr sz="1800" b="1">
                <a:solidFill>
                  <a:srgbClr val="007C83"/>
                </a:solidFill>
                <a:latin typeface="Arial"/>
                <a:ea typeface="Arial"/>
                <a:cs typeface="Arial"/>
              </a:defRPr>
            </a:defPPr>
            <a:lvl1pPr algn="l">
              <a:buNone/>
              <a:defRPr sz="1800" b="1">
                <a:solidFill>
                  <a:srgbClr val="007C83"/>
                </a:solidFill>
                <a:latin typeface="Arial"/>
                <a:ea typeface="Arial"/>
                <a:cs typeface="Arial"/>
              </a:defRPr>
            </a:lvl1pPr>
            <a:lvl2pPr algn="l">
              <a:buNone/>
              <a:defRPr sz="1800" b="1">
                <a:solidFill>
                  <a:srgbClr val="007C83"/>
                </a:solidFill>
                <a:latin typeface="Arial"/>
                <a:ea typeface="Arial"/>
                <a:cs typeface="Arial"/>
              </a:defRPr>
            </a:lvl2pPr>
            <a:lvl3pPr algn="l">
              <a:buNone/>
              <a:defRPr sz="1800" b="1">
                <a:solidFill>
                  <a:srgbClr val="007C83"/>
                </a:solidFill>
                <a:latin typeface="Arial"/>
                <a:ea typeface="Arial"/>
                <a:cs typeface="Arial"/>
              </a:defRPr>
            </a:lvl3pPr>
            <a:lvl4pPr algn="l">
              <a:buNone/>
              <a:defRPr sz="1800" b="1">
                <a:solidFill>
                  <a:srgbClr val="007C83"/>
                </a:solidFill>
                <a:latin typeface="Arial"/>
                <a:ea typeface="Arial"/>
                <a:cs typeface="Arial"/>
              </a:defRPr>
            </a:lvl4pPr>
            <a:lvl5pPr algn="l">
              <a:buNone/>
              <a:defRPr sz="1800" b="1">
                <a:solidFill>
                  <a:srgbClr val="007C83"/>
                </a:solidFill>
                <a:latin typeface="Arial"/>
                <a:ea typeface="Arial"/>
                <a:cs typeface="Arial"/>
              </a:defRPr>
            </a:lvl5pPr>
            <a:lvl6pPr algn="l">
              <a:buNone/>
              <a:defRPr sz="1800" b="1">
                <a:solidFill>
                  <a:srgbClr val="007C83"/>
                </a:solidFill>
                <a:latin typeface="Arial"/>
                <a:ea typeface="Arial"/>
                <a:cs typeface="Arial"/>
              </a:defRPr>
            </a:lvl6pPr>
            <a:lvl7pPr algn="l">
              <a:buNone/>
              <a:defRPr sz="1800" b="1">
                <a:solidFill>
                  <a:srgbClr val="007C83"/>
                </a:solidFill>
                <a:latin typeface="Arial"/>
                <a:ea typeface="Arial"/>
                <a:cs typeface="Arial"/>
              </a:defRPr>
            </a:lvl7pPr>
            <a:lvl8pPr algn="l">
              <a:buNone/>
              <a:defRPr sz="1800" b="1">
                <a:solidFill>
                  <a:srgbClr val="007C83"/>
                </a:solidFill>
                <a:latin typeface="Arial"/>
                <a:ea typeface="Arial"/>
                <a:cs typeface="Arial"/>
              </a:defRPr>
            </a:lvl8pPr>
            <a:lvl9pPr algn="l">
              <a:buNone/>
              <a:defRPr sz="1800" b="1">
                <a:solidFill>
                  <a:srgbClr val="007C83"/>
                </a:solidFill>
                <a:latin typeface="Arial"/>
                <a:ea typeface="Arial"/>
                <a:cs typeface="Arial"/>
              </a:defRPr>
            </a:lvl9pPr>
          </a:lstStyle>
          <a:p xmlns:a="http://schemas.openxmlformats.org/drawingml/2006/main">
            <a:pPr algn="l">
              <a:buNone/>
              <a:defRPr sz="1800" b="1">
                <a:solidFill>
                  <a:srgbClr val="007C83"/>
                </a:solidFill>
                <a:latin typeface="Arial"/>
                <a:ea typeface="Arial"/>
                <a:cs typeface="Arial"/>
              </a:defRPr>
            </a:pPr>
            <a:r>
              <a:rPr sz="1800" b="1">
                <a:solidFill>
                  <a:srgbClr val="007C83"/>
                </a:solidFill>
                <a:latin typeface="Arial"/>
                <a:ea typeface="Arial"/>
                <a:cs typeface="Arial"/>
              </a:rPr>
              <a:t>All three take O(n) time and O(h + 1) stack space.</a:t>
            </a:r>
          </a:p>
        </p:txBody>
      </p:sp>
      <p:sp>
        <p:nvSpPr>
          <p:cNvPr id="7" name="local-java-BST">
            <a:extLst xmlns:a="http://schemas.openxmlformats.org/drawingml/2006/main">
              <a:ext uri="{FF2B5EF4-FFF2-40B4-BE49-F238E27FC236}">
                <a16:creationId xmlns:a16="http://schemas.microsoft.com/office/drawing/2014/main" id="{CEE56B13-0FDF-46B7-BA2F-E43D03F182E9}"/>
              </a:ext>
            </a:extLst>
          </p:cNvPr>
          <p:cNvSpPr>
            <a:spLocks xmlns:a="http://schemas.openxmlformats.org/drawingml/2006/main" noGrp="1"/>
          </p:cNvSpPr>
          <p:nvPr/>
        </p:nvSpPr>
        <p:spPr>
          <a:xfrm xmlns:a="http://schemas.openxmlformats.org/drawingml/2006/main">
            <a:off x="609600" y="6134100"/>
            <a:ext cx="357187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350" b="0">
                <a:solidFill>
                  <a:srgbClr val="007D89"/>
                </a:solidFill>
                <a:latin typeface="Arial"/>
                <a:ea typeface="Arial"/>
                <a:cs typeface="Arial"/>
              </a:defRPr>
            </a:defPPr>
            <a:lvl1pPr>
              <a:defRPr sz="1350" b="0">
                <a:solidFill>
                  <a:srgbClr val="007D89"/>
                </a:solidFill>
                <a:latin typeface="Arial"/>
                <a:ea typeface="Arial"/>
                <a:cs typeface="Arial"/>
              </a:defRPr>
            </a:lvl1pPr>
            <a:lvl2pPr>
              <a:defRPr sz="1350" b="0">
                <a:solidFill>
                  <a:srgbClr val="007D89"/>
                </a:solidFill>
                <a:latin typeface="Arial"/>
                <a:ea typeface="Arial"/>
                <a:cs typeface="Arial"/>
              </a:defRPr>
            </a:lvl2pPr>
            <a:lvl3pPr>
              <a:defRPr sz="1350" b="0">
                <a:solidFill>
                  <a:srgbClr val="007D89"/>
                </a:solidFill>
                <a:latin typeface="Arial"/>
                <a:ea typeface="Arial"/>
                <a:cs typeface="Arial"/>
              </a:defRPr>
            </a:lvl3pPr>
            <a:lvl4pPr>
              <a:defRPr sz="1350" b="0">
                <a:solidFill>
                  <a:srgbClr val="007D89"/>
                </a:solidFill>
                <a:latin typeface="Arial"/>
                <a:ea typeface="Arial"/>
                <a:cs typeface="Arial"/>
              </a:defRPr>
            </a:lvl4pPr>
            <a:lvl5pPr>
              <a:defRPr sz="1350" b="0">
                <a:solidFill>
                  <a:srgbClr val="007D89"/>
                </a:solidFill>
                <a:latin typeface="Arial"/>
                <a:ea typeface="Arial"/>
                <a:cs typeface="Arial"/>
              </a:defRPr>
            </a:lvl5pPr>
            <a:lvl6pPr>
              <a:defRPr sz="1350" b="0">
                <a:solidFill>
                  <a:srgbClr val="007D89"/>
                </a:solidFill>
                <a:latin typeface="Arial"/>
                <a:ea typeface="Arial"/>
                <a:cs typeface="Arial"/>
              </a:defRPr>
            </a:lvl6pPr>
            <a:lvl7pPr>
              <a:defRPr sz="1350" b="0">
                <a:solidFill>
                  <a:srgbClr val="007D89"/>
                </a:solidFill>
                <a:latin typeface="Arial"/>
                <a:ea typeface="Arial"/>
                <a:cs typeface="Arial"/>
              </a:defRPr>
            </a:lvl7pPr>
            <a:lvl8pPr>
              <a:defRPr sz="1350" b="0">
                <a:solidFill>
                  <a:srgbClr val="007D89"/>
                </a:solidFill>
                <a:latin typeface="Arial"/>
                <a:ea typeface="Arial"/>
                <a:cs typeface="Arial"/>
              </a:defRPr>
            </a:lvl8pPr>
            <a:lvl9pPr>
              <a:defRPr sz="1350" b="0">
                <a:solidFill>
                  <a:srgbClr val="007D89"/>
                </a:solidFill>
                <a:latin typeface="Arial"/>
                <a:ea typeface="Arial"/>
                <a:cs typeface="Arial"/>
              </a:defRPr>
            </a:lvl9pPr>
          </a:lstStyle>
          <a:p xmlns:a="http://schemas.openxmlformats.org/drawingml/2006/main">
            <a:pPr>
              <a:defRPr sz="1350" b="0">
                <a:solidFill>
                  <a:srgbClr val="007D89"/>
                </a:solidFill>
                <a:latin typeface="Arial"/>
                <a:ea typeface="Arial"/>
                <a:cs typeface="Arial"/>
              </a:defRPr>
            </a:pPr>
            <a:r>
              <a:rPr sz="1350" u="sng">
                <a:solidFill>
                  <a:srgbClr val="007D89"/>
                </a:solidFill>
                <a:latin typeface="Arial"/>
                <a:ea typeface="Arial"/>
                <a:cs typeface="Arial"/>
                <a:hlinkClick xmlns:r="http://schemas.openxmlformats.org/officeDocument/2006/relationships" r:id="R711624ee2bad438a"/>
              </a:rPr>
              <a:t>Java: BST.java</a:t>
            </a:r>
          </a:p>
        </p:txBody>
      </p:sp>
      <p:sp>
        <p:nvSpPr>
          <p:cNvPr id="8" name="local-java-TraversalDemo">
            <a:extLst xmlns:a="http://schemas.openxmlformats.org/drawingml/2006/main">
              <a:ext uri="{FF2B5EF4-FFF2-40B4-BE49-F238E27FC236}">
                <a16:creationId xmlns:a16="http://schemas.microsoft.com/office/drawing/2014/main" id="{03D0714C-B859-4C04-B857-8D36D2A118F6}"/>
              </a:ext>
            </a:extLst>
          </p:cNvPr>
          <p:cNvSpPr>
            <a:spLocks xmlns:a="http://schemas.openxmlformats.org/drawingml/2006/main" noGrp="1"/>
          </p:cNvSpPr>
          <p:nvPr/>
        </p:nvSpPr>
        <p:spPr>
          <a:xfrm xmlns:a="http://schemas.openxmlformats.org/drawingml/2006/main">
            <a:off x="4229100" y="6134100"/>
            <a:ext cx="357187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350" b="0">
                <a:solidFill>
                  <a:srgbClr val="007D89"/>
                </a:solidFill>
                <a:latin typeface="Arial"/>
                <a:ea typeface="Arial"/>
                <a:cs typeface="Arial"/>
              </a:defRPr>
            </a:defPPr>
            <a:lvl1pPr>
              <a:defRPr sz="1350" b="0">
                <a:solidFill>
                  <a:srgbClr val="007D89"/>
                </a:solidFill>
                <a:latin typeface="Arial"/>
                <a:ea typeface="Arial"/>
                <a:cs typeface="Arial"/>
              </a:defRPr>
            </a:lvl1pPr>
            <a:lvl2pPr>
              <a:defRPr sz="1350" b="0">
                <a:solidFill>
                  <a:srgbClr val="007D89"/>
                </a:solidFill>
                <a:latin typeface="Arial"/>
                <a:ea typeface="Arial"/>
                <a:cs typeface="Arial"/>
              </a:defRPr>
            </a:lvl2pPr>
            <a:lvl3pPr>
              <a:defRPr sz="1350" b="0">
                <a:solidFill>
                  <a:srgbClr val="007D89"/>
                </a:solidFill>
                <a:latin typeface="Arial"/>
                <a:ea typeface="Arial"/>
                <a:cs typeface="Arial"/>
              </a:defRPr>
            </a:lvl3pPr>
            <a:lvl4pPr>
              <a:defRPr sz="1350" b="0">
                <a:solidFill>
                  <a:srgbClr val="007D89"/>
                </a:solidFill>
                <a:latin typeface="Arial"/>
                <a:ea typeface="Arial"/>
                <a:cs typeface="Arial"/>
              </a:defRPr>
            </a:lvl4pPr>
            <a:lvl5pPr>
              <a:defRPr sz="1350" b="0">
                <a:solidFill>
                  <a:srgbClr val="007D89"/>
                </a:solidFill>
                <a:latin typeface="Arial"/>
                <a:ea typeface="Arial"/>
                <a:cs typeface="Arial"/>
              </a:defRPr>
            </a:lvl5pPr>
            <a:lvl6pPr>
              <a:defRPr sz="1350" b="0">
                <a:solidFill>
                  <a:srgbClr val="007D89"/>
                </a:solidFill>
                <a:latin typeface="Arial"/>
                <a:ea typeface="Arial"/>
                <a:cs typeface="Arial"/>
              </a:defRPr>
            </a:lvl6pPr>
            <a:lvl7pPr>
              <a:defRPr sz="1350" b="0">
                <a:solidFill>
                  <a:srgbClr val="007D89"/>
                </a:solidFill>
                <a:latin typeface="Arial"/>
                <a:ea typeface="Arial"/>
                <a:cs typeface="Arial"/>
              </a:defRPr>
            </a:lvl7pPr>
            <a:lvl8pPr>
              <a:defRPr sz="1350" b="0">
                <a:solidFill>
                  <a:srgbClr val="007D89"/>
                </a:solidFill>
                <a:latin typeface="Arial"/>
                <a:ea typeface="Arial"/>
                <a:cs typeface="Arial"/>
              </a:defRPr>
            </a:lvl8pPr>
            <a:lvl9pPr>
              <a:defRPr sz="1350" b="0">
                <a:solidFill>
                  <a:srgbClr val="007D89"/>
                </a:solidFill>
                <a:latin typeface="Arial"/>
                <a:ea typeface="Arial"/>
                <a:cs typeface="Arial"/>
              </a:defRPr>
            </a:lvl9pPr>
          </a:lstStyle>
          <a:p xmlns:a="http://schemas.openxmlformats.org/drawingml/2006/main">
            <a:pPr>
              <a:defRPr sz="1350" b="0">
                <a:solidFill>
                  <a:srgbClr val="007D89"/>
                </a:solidFill>
                <a:latin typeface="Arial"/>
                <a:ea typeface="Arial"/>
                <a:cs typeface="Arial"/>
              </a:defRPr>
            </a:pPr>
            <a:r>
              <a:rPr sz="1350" u="sng">
                <a:solidFill>
                  <a:srgbClr val="007D89"/>
                </a:solidFill>
                <a:latin typeface="Arial"/>
                <a:ea typeface="Arial"/>
                <a:cs typeface="Arial"/>
                <a:hlinkClick xmlns:r="http://schemas.openxmlformats.org/officeDocument/2006/relationships" r:id="Rbe33bbaff19d46ff"/>
              </a:rPr>
              <a:t>Java: TraversalDemo.java</a:t>
            </a:r>
          </a:p>
        </p:txBody>
      </p:sp>
    </p:spTree>
    <p:extLst>
      <p:ext uri="{BB962C8B-B14F-4D97-AF65-F5344CB8AC3E}">
        <p14:creationId xmlns:p14="http://schemas.microsoft.com/office/powerpoint/2010/main" val="718371651"/>
      </p:ext>
    </p:extLst>
  </p:cSld>
</p:sld>
</file>

<file path=ppt/slides/slide23.xml><?xml version="1.0" encoding="utf-8"?>
<p:sld xmlns:p="http://schemas.openxmlformats.org/presentationml/2006/main">
  <p:cSld>
    <p:bg>
      <p:bgPr>
        <a:solidFill xmlns:a="http://schemas.openxmlformats.org/drawingml/2006/main">
          <a:srgbClr val="FAFCFD"/>
        </a:solidFill>
      </p:bgPr>
    </p:bg>
    <p:spTree>
      <p:nvGrpSpPr>
        <p:cNvPr id="1" name=""/>
        <p:cNvGrpSpPr/>
        <p:nvPr/>
      </p:nvGrpSpPr>
      <p:grpSpPr>
        <a:xfrm xmlns:a="http://schemas.openxmlformats.org/drawingml/2006/main"/>
      </p:grpSpPr>
      <p:sp>
        <p:nvSpPr>
          <p:cNvPr id="5" name="text-0">
            <a:extLst xmlns:a="http://schemas.openxmlformats.org/drawingml/2006/main">
              <a:ext uri="{FF2B5EF4-FFF2-40B4-BE49-F238E27FC236}">
                <a16:creationId xmlns:a16="http://schemas.microsoft.com/office/drawing/2014/main" id="{355AEC9E-E8E6-41A3-999E-EBE18DEB3696}"/>
              </a:ext>
            </a:extLst>
          </p:cNvPr>
          <p:cNvSpPr>
            <a:spLocks xmlns:a="http://schemas.openxmlformats.org/drawingml/2006/main" noGrp="1"/>
          </p:cNvSpPr>
          <p:nvPr/>
        </p:nvSpPr>
        <p:spPr>
          <a:xfrm xmlns:a="http://schemas.openxmlformats.org/drawingml/2006/main">
            <a:off x="609600" y="419100"/>
            <a:ext cx="10953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lgn="l">
              <a:defRPr sz="3150" b="1">
                <a:solidFill>
                  <a:srgbClr val="142E42"/>
                </a:solidFill>
                <a:latin typeface="Arial"/>
                <a:ea typeface="Arial"/>
                <a:cs typeface="Arial"/>
              </a:defRPr>
            </a:defPPr>
            <a:lvl1pPr algn="l">
              <a:buNone/>
              <a:defRPr sz="3150" b="1">
                <a:solidFill>
                  <a:srgbClr val="142E42"/>
                </a:solidFill>
                <a:latin typeface="Arial"/>
                <a:ea typeface="Arial"/>
                <a:cs typeface="Arial"/>
              </a:defRPr>
            </a:lvl1pPr>
            <a:lvl2pPr algn="l">
              <a:buNone/>
              <a:defRPr sz="3150" b="1">
                <a:solidFill>
                  <a:srgbClr val="142E42"/>
                </a:solidFill>
                <a:latin typeface="Arial"/>
                <a:ea typeface="Arial"/>
                <a:cs typeface="Arial"/>
              </a:defRPr>
            </a:lvl2pPr>
            <a:lvl3pPr algn="l">
              <a:buNone/>
              <a:defRPr sz="3150" b="1">
                <a:solidFill>
                  <a:srgbClr val="142E42"/>
                </a:solidFill>
                <a:latin typeface="Arial"/>
                <a:ea typeface="Arial"/>
                <a:cs typeface="Arial"/>
              </a:defRPr>
            </a:lvl3pPr>
            <a:lvl4pPr algn="l">
              <a:buNone/>
              <a:defRPr sz="3150" b="1">
                <a:solidFill>
                  <a:srgbClr val="142E42"/>
                </a:solidFill>
                <a:latin typeface="Arial"/>
                <a:ea typeface="Arial"/>
                <a:cs typeface="Arial"/>
              </a:defRPr>
            </a:lvl4pPr>
            <a:lvl5pPr algn="l">
              <a:buNone/>
              <a:defRPr sz="3150" b="1">
                <a:solidFill>
                  <a:srgbClr val="142E42"/>
                </a:solidFill>
                <a:latin typeface="Arial"/>
                <a:ea typeface="Arial"/>
                <a:cs typeface="Arial"/>
              </a:defRPr>
            </a:lvl5pPr>
            <a:lvl6pPr algn="l">
              <a:buNone/>
              <a:defRPr sz="3150" b="1">
                <a:solidFill>
                  <a:srgbClr val="142E42"/>
                </a:solidFill>
                <a:latin typeface="Arial"/>
                <a:ea typeface="Arial"/>
                <a:cs typeface="Arial"/>
              </a:defRPr>
            </a:lvl6pPr>
            <a:lvl7pPr algn="l">
              <a:buNone/>
              <a:defRPr sz="3150" b="1">
                <a:solidFill>
                  <a:srgbClr val="142E42"/>
                </a:solidFill>
                <a:latin typeface="Arial"/>
                <a:ea typeface="Arial"/>
                <a:cs typeface="Arial"/>
              </a:defRPr>
            </a:lvl7pPr>
            <a:lvl8pPr algn="l">
              <a:buNone/>
              <a:defRPr sz="3150" b="1">
                <a:solidFill>
                  <a:srgbClr val="142E42"/>
                </a:solidFill>
                <a:latin typeface="Arial"/>
                <a:ea typeface="Arial"/>
                <a:cs typeface="Arial"/>
              </a:defRPr>
            </a:lvl8pPr>
            <a:lvl9pPr algn="l">
              <a:buNone/>
              <a:defRPr sz="3150" b="1">
                <a:solidFill>
                  <a:srgbClr val="142E42"/>
                </a:solidFill>
                <a:latin typeface="Arial"/>
                <a:ea typeface="Arial"/>
                <a:cs typeface="Arial"/>
              </a:defRPr>
            </a:lvl9pPr>
          </a:lstStyle>
          <a:p xmlns:a="http://schemas.openxmlformats.org/drawingml/2006/main">
            <a:pPr algn="l">
              <a:buNone/>
              <a:defRPr sz="3150" b="1">
                <a:solidFill>
                  <a:srgbClr val="142E42"/>
                </a:solidFill>
                <a:latin typeface="Arial"/>
                <a:ea typeface="Arial"/>
                <a:cs typeface="Arial"/>
              </a:defRPr>
            </a:pPr>
            <a:r>
              <a:rPr sz="3150" b="1">
                <a:solidFill>
                  <a:srgbClr val="142E42"/>
                </a:solidFill>
                <a:latin typeface="Arial"/>
                <a:ea typeface="Arial"/>
                <a:cs typeface="Arial"/>
              </a:rPr>
              <a:t>Breadth-first traversal uses a queue</a:t>
            </a:r>
          </a:p>
        </p:txBody>
      </p:sp>
      <p:sp>
        <p:nvSpPr>
          <p:cNvPr id="2" name="text-1">
            <a:extLst xmlns:a="http://schemas.openxmlformats.org/drawingml/2006/main">
              <a:ext uri="{FF2B5EF4-FFF2-40B4-BE49-F238E27FC236}">
                <a16:creationId xmlns:a16="http://schemas.microsoft.com/office/drawing/2014/main" id="{813E6273-43EB-4DA9-997A-615CA942BED1}"/>
              </a:ext>
            </a:extLst>
          </p:cNvPr>
          <p:cNvSpPr>
            <a:spLocks xmlns:a="http://schemas.openxmlformats.org/drawingml/2006/main" noGrp="1"/>
          </p:cNvSpPr>
          <p:nvPr/>
        </p:nvSpPr>
        <p:spPr>
          <a:xfrm xmlns:a="http://schemas.openxmlformats.org/drawingml/2006/main">
            <a:off x="11163300" y="6381750"/>
            <a:ext cx="476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lgn="l">
              <a:defRPr sz="1275" b="0">
                <a:solidFill>
                  <a:srgbClr val="4B6070"/>
                </a:solidFill>
                <a:latin typeface="Arial"/>
                <a:ea typeface="Arial"/>
                <a:cs typeface="Arial"/>
              </a:defRPr>
            </a:defPPr>
            <a:lvl1pPr algn="l">
              <a:buNone/>
              <a:defRPr sz="1275" b="0">
                <a:solidFill>
                  <a:srgbClr val="4B6070"/>
                </a:solidFill>
                <a:latin typeface="Arial"/>
                <a:ea typeface="Arial"/>
                <a:cs typeface="Arial"/>
              </a:defRPr>
            </a:lvl1pPr>
            <a:lvl2pPr algn="l">
              <a:buNone/>
              <a:defRPr sz="1275" b="0">
                <a:solidFill>
                  <a:srgbClr val="4B6070"/>
                </a:solidFill>
                <a:latin typeface="Arial"/>
                <a:ea typeface="Arial"/>
                <a:cs typeface="Arial"/>
              </a:defRPr>
            </a:lvl2pPr>
            <a:lvl3pPr algn="l">
              <a:buNone/>
              <a:defRPr sz="1275" b="0">
                <a:solidFill>
                  <a:srgbClr val="4B6070"/>
                </a:solidFill>
                <a:latin typeface="Arial"/>
                <a:ea typeface="Arial"/>
                <a:cs typeface="Arial"/>
              </a:defRPr>
            </a:lvl3pPr>
            <a:lvl4pPr algn="l">
              <a:buNone/>
              <a:defRPr sz="1275" b="0">
                <a:solidFill>
                  <a:srgbClr val="4B6070"/>
                </a:solidFill>
                <a:latin typeface="Arial"/>
                <a:ea typeface="Arial"/>
                <a:cs typeface="Arial"/>
              </a:defRPr>
            </a:lvl4pPr>
            <a:lvl5pPr algn="l">
              <a:buNone/>
              <a:defRPr sz="1275" b="0">
                <a:solidFill>
                  <a:srgbClr val="4B6070"/>
                </a:solidFill>
                <a:latin typeface="Arial"/>
                <a:ea typeface="Arial"/>
                <a:cs typeface="Arial"/>
              </a:defRPr>
            </a:lvl5pPr>
            <a:lvl6pPr algn="l">
              <a:buNone/>
              <a:defRPr sz="1275" b="0">
                <a:solidFill>
                  <a:srgbClr val="4B6070"/>
                </a:solidFill>
                <a:latin typeface="Arial"/>
                <a:ea typeface="Arial"/>
                <a:cs typeface="Arial"/>
              </a:defRPr>
            </a:lvl6pPr>
            <a:lvl7pPr algn="l">
              <a:buNone/>
              <a:defRPr sz="1275" b="0">
                <a:solidFill>
                  <a:srgbClr val="4B6070"/>
                </a:solidFill>
                <a:latin typeface="Arial"/>
                <a:ea typeface="Arial"/>
                <a:cs typeface="Arial"/>
              </a:defRPr>
            </a:lvl7pPr>
            <a:lvl8pPr algn="l">
              <a:buNone/>
              <a:defRPr sz="1275" b="0">
                <a:solidFill>
                  <a:srgbClr val="4B6070"/>
                </a:solidFill>
                <a:latin typeface="Arial"/>
                <a:ea typeface="Arial"/>
                <a:cs typeface="Arial"/>
              </a:defRPr>
            </a:lvl8pPr>
            <a:lvl9pPr algn="l">
              <a:buNone/>
              <a:defRPr sz="1275" b="0">
                <a:solidFill>
                  <a:srgbClr val="4B6070"/>
                </a:solidFill>
                <a:latin typeface="Arial"/>
                <a:ea typeface="Arial"/>
                <a:cs typeface="Arial"/>
              </a:defRPr>
            </a:lvl9pPr>
          </a:lstStyle>
          <a:p xmlns:a="http://schemas.openxmlformats.org/drawingml/2006/main">
            <a:pPr algn="l">
              <a:buNone/>
              <a:defRPr sz="1275" b="0">
                <a:solidFill>
                  <a:srgbClr val="4B6070"/>
                </a:solidFill>
                <a:latin typeface="Arial"/>
                <a:ea typeface="Arial"/>
                <a:cs typeface="Arial"/>
              </a:defRPr>
            </a:pPr>
            <a:r>
              <a:rPr sz="1275" b="0">
                <a:solidFill>
                  <a:srgbClr val="4B6070"/>
                </a:solidFill>
                <a:latin typeface="Arial"/>
                <a:ea typeface="Arial"/>
                <a:cs typeface="Arial"/>
              </a:rPr>
              <a:t>23</a:t>
            </a:r>
          </a:p>
        </p:txBody>
      </p:sp>
      <p:sp>
        <p:nvSpPr>
          <p:cNvPr id="3" name="text-2">
            <a:extLst xmlns:a="http://schemas.openxmlformats.org/drawingml/2006/main">
              <a:ext uri="{FF2B5EF4-FFF2-40B4-BE49-F238E27FC236}">
                <a16:creationId xmlns:a16="http://schemas.microsoft.com/office/drawing/2014/main" id="{62325E66-4BB4-4178-9A68-A7A1090D5044}"/>
              </a:ext>
            </a:extLst>
          </p:cNvPr>
          <p:cNvSpPr>
            <a:spLocks xmlns:a="http://schemas.openxmlformats.org/drawingml/2006/main" noGrp="1"/>
          </p:cNvSpPr>
          <p:nvPr/>
        </p:nvSpPr>
        <p:spPr>
          <a:xfrm xmlns:a="http://schemas.openxmlformats.org/drawingml/2006/main">
            <a:off x="609600" y="1571625"/>
            <a:ext cx="10953750" cy="3857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lgn="l">
              <a:defRPr sz="2025" b="0">
                <a:solidFill>
                  <a:srgbClr val="142E42"/>
                </a:solidFill>
                <a:latin typeface="Consolas"/>
                <a:ea typeface="Consolas"/>
                <a:cs typeface="Consolas"/>
              </a:defRPr>
            </a:defPPr>
            <a:lvl1pPr algn="l">
              <a:buNone/>
              <a:defRPr sz="2025" b="0">
                <a:solidFill>
                  <a:srgbClr val="142E42"/>
                </a:solidFill>
                <a:latin typeface="Consolas"/>
                <a:ea typeface="Consolas"/>
                <a:cs typeface="Consolas"/>
              </a:defRPr>
            </a:lvl1pPr>
            <a:lvl2pPr algn="l">
              <a:buNone/>
              <a:defRPr sz="2025" b="0">
                <a:solidFill>
                  <a:srgbClr val="142E42"/>
                </a:solidFill>
                <a:latin typeface="Consolas"/>
                <a:ea typeface="Consolas"/>
                <a:cs typeface="Consolas"/>
              </a:defRPr>
            </a:lvl2pPr>
            <a:lvl3pPr algn="l">
              <a:buNone/>
              <a:defRPr sz="2025" b="0">
                <a:solidFill>
                  <a:srgbClr val="142E42"/>
                </a:solidFill>
                <a:latin typeface="Consolas"/>
                <a:ea typeface="Consolas"/>
                <a:cs typeface="Consolas"/>
              </a:defRPr>
            </a:lvl3pPr>
            <a:lvl4pPr algn="l">
              <a:buNone/>
              <a:defRPr sz="2025" b="0">
                <a:solidFill>
                  <a:srgbClr val="142E42"/>
                </a:solidFill>
                <a:latin typeface="Consolas"/>
                <a:ea typeface="Consolas"/>
                <a:cs typeface="Consolas"/>
              </a:defRPr>
            </a:lvl4pPr>
            <a:lvl5pPr algn="l">
              <a:buNone/>
              <a:defRPr sz="2025" b="0">
                <a:solidFill>
                  <a:srgbClr val="142E42"/>
                </a:solidFill>
                <a:latin typeface="Consolas"/>
                <a:ea typeface="Consolas"/>
                <a:cs typeface="Consolas"/>
              </a:defRPr>
            </a:lvl5pPr>
            <a:lvl6pPr algn="l">
              <a:buNone/>
              <a:defRPr sz="2025" b="0">
                <a:solidFill>
                  <a:srgbClr val="142E42"/>
                </a:solidFill>
                <a:latin typeface="Consolas"/>
                <a:ea typeface="Consolas"/>
                <a:cs typeface="Consolas"/>
              </a:defRPr>
            </a:lvl6pPr>
            <a:lvl7pPr algn="l">
              <a:buNone/>
              <a:defRPr sz="2025" b="0">
                <a:solidFill>
                  <a:srgbClr val="142E42"/>
                </a:solidFill>
                <a:latin typeface="Consolas"/>
                <a:ea typeface="Consolas"/>
                <a:cs typeface="Consolas"/>
              </a:defRPr>
            </a:lvl7pPr>
            <a:lvl8pPr algn="l">
              <a:buNone/>
              <a:defRPr sz="2025" b="0">
                <a:solidFill>
                  <a:srgbClr val="142E42"/>
                </a:solidFill>
                <a:latin typeface="Consolas"/>
                <a:ea typeface="Consolas"/>
                <a:cs typeface="Consolas"/>
              </a:defRPr>
            </a:lvl8pPr>
            <a:lvl9pPr algn="l">
              <a:buNone/>
              <a:defRPr sz="2025" b="0">
                <a:solidFill>
                  <a:srgbClr val="142E42"/>
                </a:solidFill>
                <a:latin typeface="Consolas"/>
                <a:ea typeface="Consolas"/>
                <a:cs typeface="Consolas"/>
              </a:defRPr>
            </a:lvl9pPr>
          </a:lstStyle>
          <a:p xmlns:a="http://schemas.openxmlformats.org/drawingml/2006/main">
            <a:pPr algn="l">
              <a:buNone/>
              <a:defRPr sz="2025" b="0">
                <a:solidFill>
                  <a:srgbClr val="142E42"/>
                </a:solidFill>
                <a:latin typeface="Consolas"/>
                <a:ea typeface="Consolas"/>
                <a:cs typeface="Consolas"/>
              </a:defRPr>
            </a:pPr>
            <a:r>
              <a:rPr sz="2025" b="0">
                <a:solidFill>
                  <a:srgbClr val="142E42"/>
                </a:solidFill>
                <a:latin typeface="Consolas"/>
                <a:ea typeface="Consolas"/>
                <a:cs typeface="Consolas"/>
              </a:rPr>
              <a:t>void </a:t>
            </a:r>
            <a:r>
              <a:rPr sz="2025" b="0">
                <a:solidFill>
                  <a:srgbClr val="142E42"/>
                </a:solidFill>
                <a:latin typeface="Consolas"/>
                <a:ea typeface="Consolas"/>
                <a:cs typeface="Consolas"/>
              </a:rPr>
              <a:t>levelOrder</a:t>
            </a:r>
            <a:r>
              <a:rPr sz="2025" b="0">
                <a:solidFill>
                  <a:srgbClr val="142E42"/>
                </a:solidFill>
                <a:latin typeface="Consolas"/>
                <a:ea typeface="Consolas"/>
                <a:cs typeface="Consolas"/>
              </a:rPr>
              <a:t>() {</a:t>
            </a:r>
          </a:p>
          <a:p xmlns:a="http://schemas.openxmlformats.org/drawingml/2006/main">
            <a:pPr algn="l">
              <a:buNone/>
              <a:defRPr sz="2025" b="0">
                <a:solidFill>
                  <a:srgbClr val="142E42"/>
                </a:solidFill>
                <a:latin typeface="Consolas"/>
                <a:ea typeface="Consolas"/>
                <a:cs typeface="Consolas"/>
              </a:defRPr>
            </a:pPr>
            <a:r>
              <a:rPr sz="2025" b="0">
                <a:solidFill>
                  <a:srgbClr val="142E42"/>
                </a:solidFill>
                <a:latin typeface="Consolas"/>
                <a:ea typeface="Consolas"/>
                <a:cs typeface="Consolas"/>
              </a:rPr>
              <a:t>    if (root == null) return;</a:t>
            </a:r>
          </a:p>
          <a:p xmlns:a="http://schemas.openxmlformats.org/drawingml/2006/main">
            <a:pPr algn="l">
              <a:buNone/>
              <a:defRPr sz="2025" b="0">
                <a:solidFill>
                  <a:srgbClr val="142E42"/>
                </a:solidFill>
                <a:latin typeface="Consolas"/>
                <a:ea typeface="Consolas"/>
                <a:cs typeface="Consolas"/>
              </a:defRPr>
            </a:pPr>
            <a:r>
              <a:rPr sz="2025" b="0">
                <a:solidFill>
                  <a:srgbClr val="142E42"/>
                </a:solidFill>
                <a:latin typeface="Consolas"/>
                <a:ea typeface="Consolas"/>
                <a:cs typeface="Consolas"/>
              </a:rPr>
              <a:t>    Queue&lt;Node&lt;E&gt;&gt; q = new </a:t>
            </a:r>
            <a:r>
              <a:rPr sz="2025" b="0">
                <a:solidFill>
                  <a:srgbClr val="142E42"/>
                </a:solidFill>
                <a:latin typeface="Consolas"/>
                <a:ea typeface="Consolas"/>
                <a:cs typeface="Consolas"/>
              </a:rPr>
              <a:t>ArrayDeque</a:t>
            </a:r>
            <a:r>
              <a:rPr sz="2025" b="0">
                <a:solidFill>
                  <a:srgbClr val="142E42"/>
                </a:solidFill>
                <a:latin typeface="Consolas"/>
                <a:ea typeface="Consolas"/>
                <a:cs typeface="Consolas"/>
              </a:rPr>
              <a:t>&lt;&gt;();</a:t>
            </a:r>
          </a:p>
          <a:p xmlns:a="http://schemas.openxmlformats.org/drawingml/2006/main">
            <a:pPr algn="l">
              <a:buNone/>
              <a:defRPr sz="2025" b="0">
                <a:solidFill>
                  <a:srgbClr val="142E42"/>
                </a:solidFill>
                <a:latin typeface="Consolas"/>
                <a:ea typeface="Consolas"/>
                <a:cs typeface="Consolas"/>
              </a:defRPr>
            </a:pPr>
            <a:r>
              <a:rPr sz="2025" b="0">
                <a:solidFill>
                  <a:srgbClr val="142E42"/>
                </a:solidFill>
                <a:latin typeface="Consolas"/>
                <a:ea typeface="Consolas"/>
                <a:cs typeface="Consolas"/>
              </a:rPr>
              <a:t>    </a:t>
            </a:r>
            <a:r>
              <a:rPr sz="2025" b="0">
                <a:solidFill>
                  <a:srgbClr val="142E42"/>
                </a:solidFill>
                <a:latin typeface="Consolas"/>
                <a:ea typeface="Consolas"/>
                <a:cs typeface="Consolas"/>
              </a:rPr>
              <a:t>q.add</a:t>
            </a:r>
            <a:r>
              <a:rPr sz="2025" b="0">
                <a:solidFill>
                  <a:srgbClr val="142E42"/>
                </a:solidFill>
                <a:latin typeface="Consolas"/>
                <a:ea typeface="Consolas"/>
                <a:cs typeface="Consolas"/>
              </a:rPr>
              <a:t>(root);</a:t>
            </a:r>
          </a:p>
          <a:p xmlns:a="http://schemas.openxmlformats.org/drawingml/2006/main">
            <a:pPr algn="l">
              <a:buNone/>
              <a:defRPr sz="2025" b="0">
                <a:solidFill>
                  <a:srgbClr val="142E42"/>
                </a:solidFill>
                <a:latin typeface="Consolas"/>
                <a:ea typeface="Consolas"/>
                <a:cs typeface="Consolas"/>
              </a:defRPr>
            </a:pPr>
            <a:r>
              <a:rPr sz="2025" b="0">
                <a:solidFill>
                  <a:srgbClr val="142E42"/>
                </a:solidFill>
                <a:latin typeface="Consolas"/>
                <a:ea typeface="Consolas"/>
                <a:cs typeface="Consolas"/>
              </a:rPr>
              <a:t>    while (!</a:t>
            </a:r>
            <a:r>
              <a:rPr sz="2025" b="0">
                <a:solidFill>
                  <a:srgbClr val="142E42"/>
                </a:solidFill>
                <a:latin typeface="Consolas"/>
                <a:ea typeface="Consolas"/>
                <a:cs typeface="Consolas"/>
              </a:rPr>
              <a:t>q.isEmpty</a:t>
            </a:r>
            <a:r>
              <a:rPr sz="2025" b="0">
                <a:solidFill>
                  <a:srgbClr val="142E42"/>
                </a:solidFill>
                <a:latin typeface="Consolas"/>
                <a:ea typeface="Consolas"/>
                <a:cs typeface="Consolas"/>
              </a:rPr>
              <a:t>()) {</a:t>
            </a:r>
          </a:p>
          <a:p xmlns:a="http://schemas.openxmlformats.org/drawingml/2006/main">
            <a:pPr algn="l">
              <a:buNone/>
              <a:defRPr sz="2025" b="0">
                <a:solidFill>
                  <a:srgbClr val="142E42"/>
                </a:solidFill>
                <a:latin typeface="Consolas"/>
                <a:ea typeface="Consolas"/>
                <a:cs typeface="Consolas"/>
              </a:defRPr>
            </a:pPr>
            <a:r>
              <a:rPr sz="2025" b="0">
                <a:solidFill>
                  <a:srgbClr val="142E42"/>
                </a:solidFill>
                <a:latin typeface="Consolas"/>
                <a:ea typeface="Consolas"/>
                <a:cs typeface="Consolas"/>
              </a:rPr>
              <a:t>        Node&lt;E&gt; x = </a:t>
            </a:r>
            <a:r>
              <a:rPr sz="2025" b="0">
                <a:solidFill>
                  <a:srgbClr val="142E42"/>
                </a:solidFill>
                <a:latin typeface="Consolas"/>
                <a:ea typeface="Consolas"/>
                <a:cs typeface="Consolas"/>
              </a:rPr>
              <a:t>q.remove</a:t>
            </a:r>
            <a:r>
              <a:rPr sz="2025" b="0">
                <a:solidFill>
                  <a:srgbClr val="142E42"/>
                </a:solidFill>
                <a:latin typeface="Consolas"/>
                <a:ea typeface="Consolas"/>
                <a:cs typeface="Consolas"/>
              </a:rPr>
              <a:t>();</a:t>
            </a:r>
          </a:p>
          <a:p xmlns:a="http://schemas.openxmlformats.org/drawingml/2006/main">
            <a:pPr algn="l">
              <a:buNone/>
              <a:defRPr sz="2025" b="0">
                <a:solidFill>
                  <a:srgbClr val="142E42"/>
                </a:solidFill>
                <a:latin typeface="Consolas"/>
                <a:ea typeface="Consolas"/>
                <a:cs typeface="Consolas"/>
              </a:defRPr>
            </a:pPr>
            <a:r>
              <a:rPr sz="2025" b="0">
                <a:solidFill>
                  <a:srgbClr val="142E42"/>
                </a:solidFill>
                <a:latin typeface="Consolas"/>
                <a:ea typeface="Consolas"/>
                <a:cs typeface="Consolas"/>
              </a:rPr>
              <a:t>        visit(</a:t>
            </a:r>
            <a:r>
              <a:rPr sz="2025" b="0">
                <a:solidFill>
                  <a:srgbClr val="142E42"/>
                </a:solidFill>
                <a:latin typeface="Consolas"/>
                <a:ea typeface="Consolas"/>
                <a:cs typeface="Consolas"/>
              </a:rPr>
              <a:t>x.key</a:t>
            </a:r>
            <a:r>
              <a:rPr sz="2025" b="0">
                <a:solidFill>
                  <a:srgbClr val="142E42"/>
                </a:solidFill>
                <a:latin typeface="Consolas"/>
                <a:ea typeface="Consolas"/>
                <a:cs typeface="Consolas"/>
              </a:rPr>
              <a:t>);</a:t>
            </a:r>
          </a:p>
          <a:p xmlns:a="http://schemas.openxmlformats.org/drawingml/2006/main">
            <a:pPr algn="l">
              <a:buNone/>
              <a:defRPr sz="2025" b="0">
                <a:solidFill>
                  <a:srgbClr val="142E42"/>
                </a:solidFill>
                <a:latin typeface="Consolas"/>
                <a:ea typeface="Consolas"/>
                <a:cs typeface="Consolas"/>
              </a:defRPr>
            </a:pPr>
            <a:r>
              <a:rPr sz="2025" b="0">
                <a:solidFill>
                  <a:srgbClr val="142E42"/>
                </a:solidFill>
                <a:latin typeface="Consolas"/>
                <a:ea typeface="Consolas"/>
                <a:cs typeface="Consolas"/>
              </a:rPr>
              <a:t>        if (</a:t>
            </a:r>
            <a:r>
              <a:rPr sz="2025" b="0">
                <a:solidFill>
                  <a:srgbClr val="142E42"/>
                </a:solidFill>
                <a:latin typeface="Consolas"/>
                <a:ea typeface="Consolas"/>
                <a:cs typeface="Consolas"/>
              </a:rPr>
              <a:t>x.left</a:t>
            </a:r>
            <a:r>
              <a:rPr sz="2025" b="0">
                <a:solidFill>
                  <a:srgbClr val="142E42"/>
                </a:solidFill>
                <a:latin typeface="Consolas"/>
                <a:ea typeface="Consolas"/>
                <a:cs typeface="Consolas"/>
              </a:rPr>
              <a:t> != null) </a:t>
            </a:r>
            <a:r>
              <a:rPr sz="2025" b="0">
                <a:solidFill>
                  <a:srgbClr val="142E42"/>
                </a:solidFill>
                <a:latin typeface="Consolas"/>
                <a:ea typeface="Consolas"/>
                <a:cs typeface="Consolas"/>
              </a:rPr>
              <a:t>q.add</a:t>
            </a:r>
            <a:r>
              <a:rPr sz="2025" b="0">
                <a:solidFill>
                  <a:srgbClr val="142E42"/>
                </a:solidFill>
                <a:latin typeface="Consolas"/>
                <a:ea typeface="Consolas"/>
                <a:cs typeface="Consolas"/>
              </a:rPr>
              <a:t>(</a:t>
            </a:r>
            <a:r>
              <a:rPr sz="2025" b="0">
                <a:solidFill>
                  <a:srgbClr val="142E42"/>
                </a:solidFill>
                <a:latin typeface="Consolas"/>
                <a:ea typeface="Consolas"/>
                <a:cs typeface="Consolas"/>
              </a:rPr>
              <a:t>x.left</a:t>
            </a:r>
            <a:r>
              <a:rPr sz="2025" b="0">
                <a:solidFill>
                  <a:srgbClr val="142E42"/>
                </a:solidFill>
                <a:latin typeface="Consolas"/>
                <a:ea typeface="Consolas"/>
                <a:cs typeface="Consolas"/>
              </a:rPr>
              <a:t>);</a:t>
            </a:r>
          </a:p>
          <a:p xmlns:a="http://schemas.openxmlformats.org/drawingml/2006/main">
            <a:pPr algn="l">
              <a:buNone/>
              <a:defRPr sz="2025" b="0">
                <a:solidFill>
                  <a:srgbClr val="142E42"/>
                </a:solidFill>
                <a:latin typeface="Consolas"/>
                <a:ea typeface="Consolas"/>
                <a:cs typeface="Consolas"/>
              </a:defRPr>
            </a:pPr>
            <a:r>
              <a:rPr sz="2025" b="0">
                <a:solidFill>
                  <a:srgbClr val="142E42"/>
                </a:solidFill>
                <a:latin typeface="Consolas"/>
                <a:ea typeface="Consolas"/>
                <a:cs typeface="Consolas"/>
              </a:rPr>
              <a:t>        if (</a:t>
            </a:r>
            <a:r>
              <a:rPr sz="2025" b="0">
                <a:solidFill>
                  <a:srgbClr val="142E42"/>
                </a:solidFill>
                <a:latin typeface="Consolas"/>
                <a:ea typeface="Consolas"/>
                <a:cs typeface="Consolas"/>
              </a:rPr>
              <a:t>x.right</a:t>
            </a:r>
            <a:r>
              <a:rPr sz="2025" b="0">
                <a:solidFill>
                  <a:srgbClr val="142E42"/>
                </a:solidFill>
                <a:latin typeface="Consolas"/>
                <a:ea typeface="Consolas"/>
                <a:cs typeface="Consolas"/>
              </a:rPr>
              <a:t> != null) </a:t>
            </a:r>
            <a:r>
              <a:rPr sz="2025" b="0">
                <a:solidFill>
                  <a:srgbClr val="142E42"/>
                </a:solidFill>
                <a:latin typeface="Consolas"/>
                <a:ea typeface="Consolas"/>
                <a:cs typeface="Consolas"/>
              </a:rPr>
              <a:t>q.add</a:t>
            </a:r>
            <a:r>
              <a:rPr sz="2025" b="0">
                <a:solidFill>
                  <a:srgbClr val="142E42"/>
                </a:solidFill>
                <a:latin typeface="Consolas"/>
                <a:ea typeface="Consolas"/>
                <a:cs typeface="Consolas"/>
              </a:rPr>
              <a:t>(</a:t>
            </a:r>
            <a:r>
              <a:rPr sz="2025" b="0">
                <a:solidFill>
                  <a:srgbClr val="142E42"/>
                </a:solidFill>
                <a:latin typeface="Consolas"/>
                <a:ea typeface="Consolas"/>
                <a:cs typeface="Consolas"/>
              </a:rPr>
              <a:t>x.right</a:t>
            </a:r>
            <a:r>
              <a:rPr sz="2025" b="0">
                <a:solidFill>
                  <a:srgbClr val="142E42"/>
                </a:solidFill>
                <a:latin typeface="Consolas"/>
                <a:ea typeface="Consolas"/>
                <a:cs typeface="Consolas"/>
              </a:rPr>
              <a:t>);</a:t>
            </a:r>
          </a:p>
          <a:p xmlns:a="http://schemas.openxmlformats.org/drawingml/2006/main">
            <a:pPr algn="l">
              <a:buNone/>
              <a:defRPr sz="2025" b="0">
                <a:solidFill>
                  <a:srgbClr val="142E42"/>
                </a:solidFill>
                <a:latin typeface="Consolas"/>
                <a:ea typeface="Consolas"/>
                <a:cs typeface="Consolas"/>
              </a:defRPr>
            </a:pPr>
            <a:r>
              <a:rPr sz="2025" b="0">
                <a:solidFill>
                  <a:srgbClr val="142E42"/>
                </a:solidFill>
                <a:latin typeface="Consolas"/>
                <a:ea typeface="Consolas"/>
                <a:cs typeface="Consolas"/>
              </a:rPr>
              <a:t>    }</a:t>
            </a:r>
          </a:p>
          <a:p xmlns:a="http://schemas.openxmlformats.org/drawingml/2006/main">
            <a:pPr algn="l">
              <a:buNone/>
              <a:defRPr sz="2025" b="0">
                <a:solidFill>
                  <a:srgbClr val="142E42"/>
                </a:solidFill>
                <a:latin typeface="Consolas"/>
                <a:ea typeface="Consolas"/>
                <a:cs typeface="Consolas"/>
              </a:defRPr>
            </a:pPr>
            <a:r>
              <a:rPr sz="2025" b="0">
                <a:solidFill>
                  <a:srgbClr val="142E42"/>
                </a:solidFill>
                <a:latin typeface="Consolas"/>
                <a:ea typeface="Consolas"/>
                <a:cs typeface="Consolas"/>
              </a:rPr>
              <a:t>}</a:t>
            </a:r>
          </a:p>
        </p:txBody>
      </p:sp>
      <p:sp>
        <p:nvSpPr>
          <p:cNvPr id="4" name="text-3">
            <a:extLst xmlns:a="http://schemas.openxmlformats.org/drawingml/2006/main">
              <a:ext uri="{FF2B5EF4-FFF2-40B4-BE49-F238E27FC236}">
                <a16:creationId xmlns:a16="http://schemas.microsoft.com/office/drawing/2014/main" id="{FBE27A82-E7D0-46F6-A04B-06343B136E24}"/>
              </a:ext>
            </a:extLst>
          </p:cNvPr>
          <p:cNvSpPr>
            <a:spLocks xmlns:a="http://schemas.openxmlformats.org/drawingml/2006/main" noGrp="1"/>
          </p:cNvSpPr>
          <p:nvPr/>
        </p:nvSpPr>
        <p:spPr>
          <a:xfrm xmlns:a="http://schemas.openxmlformats.org/drawingml/2006/main">
            <a:off x="609600" y="5800725"/>
            <a:ext cx="104775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lgn="l">
              <a:defRPr sz="1800" b="1">
                <a:solidFill>
                  <a:srgbClr val="007C83"/>
                </a:solidFill>
                <a:latin typeface="Arial"/>
                <a:ea typeface="Arial"/>
                <a:cs typeface="Arial"/>
              </a:defRPr>
            </a:defPPr>
            <a:lvl1pPr algn="l">
              <a:buNone/>
              <a:defRPr sz="1800" b="1">
                <a:solidFill>
                  <a:srgbClr val="007C83"/>
                </a:solidFill>
                <a:latin typeface="Arial"/>
                <a:ea typeface="Arial"/>
                <a:cs typeface="Arial"/>
              </a:defRPr>
            </a:lvl1pPr>
            <a:lvl2pPr algn="l">
              <a:buNone/>
              <a:defRPr sz="1800" b="1">
                <a:solidFill>
                  <a:srgbClr val="007C83"/>
                </a:solidFill>
                <a:latin typeface="Arial"/>
                <a:ea typeface="Arial"/>
                <a:cs typeface="Arial"/>
              </a:defRPr>
            </a:lvl2pPr>
            <a:lvl3pPr algn="l">
              <a:buNone/>
              <a:defRPr sz="1800" b="1">
                <a:solidFill>
                  <a:srgbClr val="007C83"/>
                </a:solidFill>
                <a:latin typeface="Arial"/>
                <a:ea typeface="Arial"/>
                <a:cs typeface="Arial"/>
              </a:defRPr>
            </a:lvl3pPr>
            <a:lvl4pPr algn="l">
              <a:buNone/>
              <a:defRPr sz="1800" b="1">
                <a:solidFill>
                  <a:srgbClr val="007C83"/>
                </a:solidFill>
                <a:latin typeface="Arial"/>
                <a:ea typeface="Arial"/>
                <a:cs typeface="Arial"/>
              </a:defRPr>
            </a:lvl4pPr>
            <a:lvl5pPr algn="l">
              <a:buNone/>
              <a:defRPr sz="1800" b="1">
                <a:solidFill>
                  <a:srgbClr val="007C83"/>
                </a:solidFill>
                <a:latin typeface="Arial"/>
                <a:ea typeface="Arial"/>
                <a:cs typeface="Arial"/>
              </a:defRPr>
            </a:lvl5pPr>
            <a:lvl6pPr algn="l">
              <a:buNone/>
              <a:defRPr sz="1800" b="1">
                <a:solidFill>
                  <a:srgbClr val="007C83"/>
                </a:solidFill>
                <a:latin typeface="Arial"/>
                <a:ea typeface="Arial"/>
                <a:cs typeface="Arial"/>
              </a:defRPr>
            </a:lvl6pPr>
            <a:lvl7pPr algn="l">
              <a:buNone/>
              <a:defRPr sz="1800" b="1">
                <a:solidFill>
                  <a:srgbClr val="007C83"/>
                </a:solidFill>
                <a:latin typeface="Arial"/>
                <a:ea typeface="Arial"/>
                <a:cs typeface="Arial"/>
              </a:defRPr>
            </a:lvl7pPr>
            <a:lvl8pPr algn="l">
              <a:buNone/>
              <a:defRPr sz="1800" b="1">
                <a:solidFill>
                  <a:srgbClr val="007C83"/>
                </a:solidFill>
                <a:latin typeface="Arial"/>
                <a:ea typeface="Arial"/>
                <a:cs typeface="Arial"/>
              </a:defRPr>
            </a:lvl8pPr>
            <a:lvl9pPr algn="l">
              <a:buNone/>
              <a:defRPr sz="1800" b="1">
                <a:solidFill>
                  <a:srgbClr val="007C83"/>
                </a:solidFill>
                <a:latin typeface="Arial"/>
                <a:ea typeface="Arial"/>
                <a:cs typeface="Arial"/>
              </a:defRPr>
            </a:lvl9pPr>
          </a:lstStyle>
          <a:p xmlns:a="http://schemas.openxmlformats.org/drawingml/2006/main">
            <a:pPr algn="l">
              <a:buNone/>
              <a:defRPr sz="1800" b="1">
                <a:solidFill>
                  <a:srgbClr val="007C83"/>
                </a:solidFill>
                <a:latin typeface="Arial"/>
                <a:ea typeface="Arial"/>
                <a:cs typeface="Arial"/>
              </a:defRPr>
            </a:pPr>
            <a:r>
              <a:rPr sz="1800" b="1">
                <a:solidFill>
                  <a:srgbClr val="007C83"/>
                </a:solidFill>
                <a:latin typeface="Arial"/>
                <a:ea typeface="Arial"/>
                <a:cs typeface="Arial"/>
              </a:rPr>
              <a:t>Time O(n). Queue space O(w), where w is the maximum level width.</a:t>
            </a:r>
          </a:p>
        </p:txBody>
      </p:sp>
      <p:sp>
        <p:nvSpPr>
          <p:cNvPr id="6" name="local-java-BST">
            <a:extLst xmlns:a="http://schemas.openxmlformats.org/drawingml/2006/main">
              <a:ext uri="{FF2B5EF4-FFF2-40B4-BE49-F238E27FC236}">
                <a16:creationId xmlns:a16="http://schemas.microsoft.com/office/drawing/2014/main" id="{03349794-CD61-4008-A4ED-0D84BA54F5DD}"/>
              </a:ext>
            </a:extLst>
          </p:cNvPr>
          <p:cNvSpPr>
            <a:spLocks xmlns:a="http://schemas.openxmlformats.org/drawingml/2006/main" noGrp="1"/>
          </p:cNvSpPr>
          <p:nvPr/>
        </p:nvSpPr>
        <p:spPr>
          <a:xfrm xmlns:a="http://schemas.openxmlformats.org/drawingml/2006/main">
            <a:off x="609600" y="6134100"/>
            <a:ext cx="357187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350" b="0">
                <a:solidFill>
                  <a:srgbClr val="007D89"/>
                </a:solidFill>
                <a:latin typeface="Arial"/>
                <a:ea typeface="Arial"/>
                <a:cs typeface="Arial"/>
              </a:defRPr>
            </a:defPPr>
            <a:lvl1pPr>
              <a:defRPr sz="1350" b="0">
                <a:solidFill>
                  <a:srgbClr val="007D89"/>
                </a:solidFill>
                <a:latin typeface="Arial"/>
                <a:ea typeface="Arial"/>
                <a:cs typeface="Arial"/>
              </a:defRPr>
            </a:lvl1pPr>
            <a:lvl2pPr>
              <a:defRPr sz="1350" b="0">
                <a:solidFill>
                  <a:srgbClr val="007D89"/>
                </a:solidFill>
                <a:latin typeface="Arial"/>
                <a:ea typeface="Arial"/>
                <a:cs typeface="Arial"/>
              </a:defRPr>
            </a:lvl2pPr>
            <a:lvl3pPr>
              <a:defRPr sz="1350" b="0">
                <a:solidFill>
                  <a:srgbClr val="007D89"/>
                </a:solidFill>
                <a:latin typeface="Arial"/>
                <a:ea typeface="Arial"/>
                <a:cs typeface="Arial"/>
              </a:defRPr>
            </a:lvl3pPr>
            <a:lvl4pPr>
              <a:defRPr sz="1350" b="0">
                <a:solidFill>
                  <a:srgbClr val="007D89"/>
                </a:solidFill>
                <a:latin typeface="Arial"/>
                <a:ea typeface="Arial"/>
                <a:cs typeface="Arial"/>
              </a:defRPr>
            </a:lvl4pPr>
            <a:lvl5pPr>
              <a:defRPr sz="1350" b="0">
                <a:solidFill>
                  <a:srgbClr val="007D89"/>
                </a:solidFill>
                <a:latin typeface="Arial"/>
                <a:ea typeface="Arial"/>
                <a:cs typeface="Arial"/>
              </a:defRPr>
            </a:lvl5pPr>
            <a:lvl6pPr>
              <a:defRPr sz="1350" b="0">
                <a:solidFill>
                  <a:srgbClr val="007D89"/>
                </a:solidFill>
                <a:latin typeface="Arial"/>
                <a:ea typeface="Arial"/>
                <a:cs typeface="Arial"/>
              </a:defRPr>
            </a:lvl6pPr>
            <a:lvl7pPr>
              <a:defRPr sz="1350" b="0">
                <a:solidFill>
                  <a:srgbClr val="007D89"/>
                </a:solidFill>
                <a:latin typeface="Arial"/>
                <a:ea typeface="Arial"/>
                <a:cs typeface="Arial"/>
              </a:defRPr>
            </a:lvl7pPr>
            <a:lvl8pPr>
              <a:defRPr sz="1350" b="0">
                <a:solidFill>
                  <a:srgbClr val="007D89"/>
                </a:solidFill>
                <a:latin typeface="Arial"/>
                <a:ea typeface="Arial"/>
                <a:cs typeface="Arial"/>
              </a:defRPr>
            </a:lvl8pPr>
            <a:lvl9pPr>
              <a:defRPr sz="1350" b="0">
                <a:solidFill>
                  <a:srgbClr val="007D89"/>
                </a:solidFill>
                <a:latin typeface="Arial"/>
                <a:ea typeface="Arial"/>
                <a:cs typeface="Arial"/>
              </a:defRPr>
            </a:lvl9pPr>
          </a:lstStyle>
          <a:p xmlns:a="http://schemas.openxmlformats.org/drawingml/2006/main">
            <a:pPr>
              <a:defRPr sz="1350" b="0">
                <a:solidFill>
                  <a:srgbClr val="007D89"/>
                </a:solidFill>
                <a:latin typeface="Arial"/>
                <a:ea typeface="Arial"/>
                <a:cs typeface="Arial"/>
              </a:defRPr>
            </a:pPr>
            <a:r>
              <a:rPr sz="1350" u="sng">
                <a:solidFill>
                  <a:srgbClr val="007D89"/>
                </a:solidFill>
                <a:latin typeface="Arial"/>
                <a:ea typeface="Arial"/>
                <a:cs typeface="Arial"/>
                <a:hlinkClick xmlns:r="http://schemas.openxmlformats.org/officeDocument/2006/relationships" r:id="Rc1bb675f9a474705"/>
              </a:rPr>
              <a:t>Java: BST.java</a:t>
            </a:r>
          </a:p>
        </p:txBody>
      </p:sp>
      <p:sp>
        <p:nvSpPr>
          <p:cNvPr id="7" name="local-java-TraversalDemo">
            <a:extLst xmlns:a="http://schemas.openxmlformats.org/drawingml/2006/main">
              <a:ext uri="{FF2B5EF4-FFF2-40B4-BE49-F238E27FC236}">
                <a16:creationId xmlns:a16="http://schemas.microsoft.com/office/drawing/2014/main" id="{F95AC9EE-FFDF-415A-B626-90B8BB65ADB2}"/>
              </a:ext>
            </a:extLst>
          </p:cNvPr>
          <p:cNvSpPr>
            <a:spLocks xmlns:a="http://schemas.openxmlformats.org/drawingml/2006/main" noGrp="1"/>
          </p:cNvSpPr>
          <p:nvPr/>
        </p:nvSpPr>
        <p:spPr>
          <a:xfrm xmlns:a="http://schemas.openxmlformats.org/drawingml/2006/main">
            <a:off x="4229100" y="6134100"/>
            <a:ext cx="357187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350" b="0">
                <a:solidFill>
                  <a:srgbClr val="007D89"/>
                </a:solidFill>
                <a:latin typeface="Arial"/>
                <a:ea typeface="Arial"/>
                <a:cs typeface="Arial"/>
              </a:defRPr>
            </a:defPPr>
            <a:lvl1pPr>
              <a:defRPr sz="1350" b="0">
                <a:solidFill>
                  <a:srgbClr val="007D89"/>
                </a:solidFill>
                <a:latin typeface="Arial"/>
                <a:ea typeface="Arial"/>
                <a:cs typeface="Arial"/>
              </a:defRPr>
            </a:lvl1pPr>
            <a:lvl2pPr>
              <a:defRPr sz="1350" b="0">
                <a:solidFill>
                  <a:srgbClr val="007D89"/>
                </a:solidFill>
                <a:latin typeface="Arial"/>
                <a:ea typeface="Arial"/>
                <a:cs typeface="Arial"/>
              </a:defRPr>
            </a:lvl2pPr>
            <a:lvl3pPr>
              <a:defRPr sz="1350" b="0">
                <a:solidFill>
                  <a:srgbClr val="007D89"/>
                </a:solidFill>
                <a:latin typeface="Arial"/>
                <a:ea typeface="Arial"/>
                <a:cs typeface="Arial"/>
              </a:defRPr>
            </a:lvl3pPr>
            <a:lvl4pPr>
              <a:defRPr sz="1350" b="0">
                <a:solidFill>
                  <a:srgbClr val="007D89"/>
                </a:solidFill>
                <a:latin typeface="Arial"/>
                <a:ea typeface="Arial"/>
                <a:cs typeface="Arial"/>
              </a:defRPr>
            </a:lvl4pPr>
            <a:lvl5pPr>
              <a:defRPr sz="1350" b="0">
                <a:solidFill>
                  <a:srgbClr val="007D89"/>
                </a:solidFill>
                <a:latin typeface="Arial"/>
                <a:ea typeface="Arial"/>
                <a:cs typeface="Arial"/>
              </a:defRPr>
            </a:lvl5pPr>
            <a:lvl6pPr>
              <a:defRPr sz="1350" b="0">
                <a:solidFill>
                  <a:srgbClr val="007D89"/>
                </a:solidFill>
                <a:latin typeface="Arial"/>
                <a:ea typeface="Arial"/>
                <a:cs typeface="Arial"/>
              </a:defRPr>
            </a:lvl6pPr>
            <a:lvl7pPr>
              <a:defRPr sz="1350" b="0">
                <a:solidFill>
                  <a:srgbClr val="007D89"/>
                </a:solidFill>
                <a:latin typeface="Arial"/>
                <a:ea typeface="Arial"/>
                <a:cs typeface="Arial"/>
              </a:defRPr>
            </a:lvl7pPr>
            <a:lvl8pPr>
              <a:defRPr sz="1350" b="0">
                <a:solidFill>
                  <a:srgbClr val="007D89"/>
                </a:solidFill>
                <a:latin typeface="Arial"/>
                <a:ea typeface="Arial"/>
                <a:cs typeface="Arial"/>
              </a:defRPr>
            </a:lvl8pPr>
            <a:lvl9pPr>
              <a:defRPr sz="1350" b="0">
                <a:solidFill>
                  <a:srgbClr val="007D89"/>
                </a:solidFill>
                <a:latin typeface="Arial"/>
                <a:ea typeface="Arial"/>
                <a:cs typeface="Arial"/>
              </a:defRPr>
            </a:lvl9pPr>
          </a:lstStyle>
          <a:p xmlns:a="http://schemas.openxmlformats.org/drawingml/2006/main">
            <a:pPr>
              <a:defRPr sz="1350" b="0">
                <a:solidFill>
                  <a:srgbClr val="007D89"/>
                </a:solidFill>
                <a:latin typeface="Arial"/>
                <a:ea typeface="Arial"/>
                <a:cs typeface="Arial"/>
              </a:defRPr>
            </a:pPr>
            <a:r>
              <a:rPr sz="1350" u="sng">
                <a:solidFill>
                  <a:srgbClr val="007D89"/>
                </a:solidFill>
                <a:latin typeface="Arial"/>
                <a:ea typeface="Arial"/>
                <a:cs typeface="Arial"/>
                <a:hlinkClick xmlns:r="http://schemas.openxmlformats.org/officeDocument/2006/relationships" r:id="Raeb0b32c047a4ffa"/>
              </a:rPr>
              <a:t>Java: TraversalDemo.java</a:t>
            </a:r>
          </a:p>
        </p:txBody>
      </p:sp>
    </p:spTree>
    <p:extLst>
      <p:ext uri="{BB962C8B-B14F-4D97-AF65-F5344CB8AC3E}">
        <p14:creationId xmlns:p14="http://schemas.microsoft.com/office/powerpoint/2010/main" val="942435981"/>
      </p:ext>
    </p:extLst>
  </p:cSld>
</p:sld>
</file>

<file path=ppt/slides/slide24.xml><?xml version="1.0" encoding="utf-8"?>
<p:sld xmlns:p="http://schemas.openxmlformats.org/presentationml/2006/main">
  <p:cSld>
    <p:bg>
      <p:bgPr>
        <a:solidFill xmlns:a="http://schemas.openxmlformats.org/drawingml/2006/main">
          <a:srgbClr val="FAFCFD"/>
        </a:solidFill>
      </p:bgPr>
    </p:bg>
    <p:spTree>
      <p:nvGrpSpPr>
        <p:cNvPr id="1" name=""/>
        <p:cNvGrpSpPr/>
        <p:nvPr/>
      </p:nvGrpSpPr>
      <p:grpSpPr>
        <a:xfrm xmlns:a="http://schemas.openxmlformats.org/drawingml/2006/main"/>
      </p:grpSpPr>
      <p:sp>
        <p:nvSpPr>
          <p:cNvPr id="19" name="text-0">
            <a:extLst xmlns:a="http://schemas.openxmlformats.org/drawingml/2006/main">
              <a:ext uri="{FF2B5EF4-FFF2-40B4-BE49-F238E27FC236}">
                <a16:creationId xmlns:a16="http://schemas.microsoft.com/office/drawing/2014/main" id="{2D4909A3-FF8D-4EB0-83A9-C8521500D9E1}"/>
              </a:ext>
            </a:extLst>
          </p:cNvPr>
          <p:cNvSpPr>
            <a:spLocks xmlns:a="http://schemas.openxmlformats.org/drawingml/2006/main" noGrp="1"/>
          </p:cNvSpPr>
          <p:nvPr/>
        </p:nvSpPr>
        <p:spPr>
          <a:xfrm xmlns:a="http://schemas.openxmlformats.org/drawingml/2006/main">
            <a:off x="609600" y="419100"/>
            <a:ext cx="10953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lgn="l">
              <a:defRPr sz="3150" b="1">
                <a:solidFill>
                  <a:srgbClr val="142E42"/>
                </a:solidFill>
                <a:latin typeface="Arial"/>
                <a:ea typeface="Arial"/>
                <a:cs typeface="Arial"/>
              </a:defRPr>
            </a:defPPr>
            <a:lvl1pPr algn="l">
              <a:buNone/>
              <a:defRPr sz="3150" b="1">
                <a:solidFill>
                  <a:srgbClr val="142E42"/>
                </a:solidFill>
                <a:latin typeface="Arial"/>
                <a:ea typeface="Arial"/>
                <a:cs typeface="Arial"/>
              </a:defRPr>
            </a:lvl1pPr>
            <a:lvl2pPr algn="l">
              <a:buNone/>
              <a:defRPr sz="3150" b="1">
                <a:solidFill>
                  <a:srgbClr val="142E42"/>
                </a:solidFill>
                <a:latin typeface="Arial"/>
                <a:ea typeface="Arial"/>
                <a:cs typeface="Arial"/>
              </a:defRPr>
            </a:lvl2pPr>
            <a:lvl3pPr algn="l">
              <a:buNone/>
              <a:defRPr sz="3150" b="1">
                <a:solidFill>
                  <a:srgbClr val="142E42"/>
                </a:solidFill>
                <a:latin typeface="Arial"/>
                <a:ea typeface="Arial"/>
                <a:cs typeface="Arial"/>
              </a:defRPr>
            </a:lvl3pPr>
            <a:lvl4pPr algn="l">
              <a:buNone/>
              <a:defRPr sz="3150" b="1">
                <a:solidFill>
                  <a:srgbClr val="142E42"/>
                </a:solidFill>
                <a:latin typeface="Arial"/>
                <a:ea typeface="Arial"/>
                <a:cs typeface="Arial"/>
              </a:defRPr>
            </a:lvl4pPr>
            <a:lvl5pPr algn="l">
              <a:buNone/>
              <a:defRPr sz="3150" b="1">
                <a:solidFill>
                  <a:srgbClr val="142E42"/>
                </a:solidFill>
                <a:latin typeface="Arial"/>
                <a:ea typeface="Arial"/>
                <a:cs typeface="Arial"/>
              </a:defRPr>
            </a:lvl5pPr>
            <a:lvl6pPr algn="l">
              <a:buNone/>
              <a:defRPr sz="3150" b="1">
                <a:solidFill>
                  <a:srgbClr val="142E42"/>
                </a:solidFill>
                <a:latin typeface="Arial"/>
                <a:ea typeface="Arial"/>
                <a:cs typeface="Arial"/>
              </a:defRPr>
            </a:lvl6pPr>
            <a:lvl7pPr algn="l">
              <a:buNone/>
              <a:defRPr sz="3150" b="1">
                <a:solidFill>
                  <a:srgbClr val="142E42"/>
                </a:solidFill>
                <a:latin typeface="Arial"/>
                <a:ea typeface="Arial"/>
                <a:cs typeface="Arial"/>
              </a:defRPr>
            </a:lvl7pPr>
            <a:lvl8pPr algn="l">
              <a:buNone/>
              <a:defRPr sz="3150" b="1">
                <a:solidFill>
                  <a:srgbClr val="142E42"/>
                </a:solidFill>
                <a:latin typeface="Arial"/>
                <a:ea typeface="Arial"/>
                <a:cs typeface="Arial"/>
              </a:defRPr>
            </a:lvl8pPr>
            <a:lvl9pPr algn="l">
              <a:buNone/>
              <a:defRPr sz="3150" b="1">
                <a:solidFill>
                  <a:srgbClr val="142E42"/>
                </a:solidFill>
                <a:latin typeface="Arial"/>
                <a:ea typeface="Arial"/>
                <a:cs typeface="Arial"/>
              </a:defRPr>
            </a:lvl9pPr>
          </a:lstStyle>
          <a:p xmlns:a="http://schemas.openxmlformats.org/drawingml/2006/main">
            <a:pPr algn="l">
              <a:buNone/>
              <a:defRPr sz="3150" b="1">
                <a:solidFill>
                  <a:srgbClr val="142E42"/>
                </a:solidFill>
                <a:latin typeface="Arial"/>
                <a:ea typeface="Arial"/>
                <a:cs typeface="Arial"/>
              </a:defRPr>
            </a:pPr>
            <a:r>
              <a:rPr sz="3150" b="1">
                <a:solidFill>
                  <a:srgbClr val="142E42"/>
                </a:solidFill>
                <a:latin typeface="Arial"/>
                <a:ea typeface="Arial"/>
                <a:cs typeface="Arial"/>
              </a:rPr>
              <a:t>Checkpoint: traversal and successor</a:t>
            </a:r>
          </a:p>
        </p:txBody>
      </p:sp>
      <p:sp>
        <p:nvSpPr>
          <p:cNvPr id="2" name="text-1">
            <a:extLst xmlns:a="http://schemas.openxmlformats.org/drawingml/2006/main">
              <a:ext uri="{FF2B5EF4-FFF2-40B4-BE49-F238E27FC236}">
                <a16:creationId xmlns:a16="http://schemas.microsoft.com/office/drawing/2014/main" id="{5948FE73-85C4-43F7-8DC2-BA9F83BD864C}"/>
              </a:ext>
            </a:extLst>
          </p:cNvPr>
          <p:cNvSpPr>
            <a:spLocks xmlns:a="http://schemas.openxmlformats.org/drawingml/2006/main" noGrp="1"/>
          </p:cNvSpPr>
          <p:nvPr/>
        </p:nvSpPr>
        <p:spPr>
          <a:xfrm xmlns:a="http://schemas.openxmlformats.org/drawingml/2006/main">
            <a:off x="11163300" y="6381750"/>
            <a:ext cx="476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lgn="l">
              <a:defRPr sz="1275" b="0">
                <a:solidFill>
                  <a:srgbClr val="4B6070"/>
                </a:solidFill>
                <a:latin typeface="Arial"/>
                <a:ea typeface="Arial"/>
                <a:cs typeface="Arial"/>
              </a:defRPr>
            </a:defPPr>
            <a:lvl1pPr algn="l">
              <a:buNone/>
              <a:defRPr sz="1275" b="0">
                <a:solidFill>
                  <a:srgbClr val="4B6070"/>
                </a:solidFill>
                <a:latin typeface="Arial"/>
                <a:ea typeface="Arial"/>
                <a:cs typeface="Arial"/>
              </a:defRPr>
            </a:lvl1pPr>
            <a:lvl2pPr algn="l">
              <a:buNone/>
              <a:defRPr sz="1275" b="0">
                <a:solidFill>
                  <a:srgbClr val="4B6070"/>
                </a:solidFill>
                <a:latin typeface="Arial"/>
                <a:ea typeface="Arial"/>
                <a:cs typeface="Arial"/>
              </a:defRPr>
            </a:lvl2pPr>
            <a:lvl3pPr algn="l">
              <a:buNone/>
              <a:defRPr sz="1275" b="0">
                <a:solidFill>
                  <a:srgbClr val="4B6070"/>
                </a:solidFill>
                <a:latin typeface="Arial"/>
                <a:ea typeface="Arial"/>
                <a:cs typeface="Arial"/>
              </a:defRPr>
            </a:lvl3pPr>
            <a:lvl4pPr algn="l">
              <a:buNone/>
              <a:defRPr sz="1275" b="0">
                <a:solidFill>
                  <a:srgbClr val="4B6070"/>
                </a:solidFill>
                <a:latin typeface="Arial"/>
                <a:ea typeface="Arial"/>
                <a:cs typeface="Arial"/>
              </a:defRPr>
            </a:lvl4pPr>
            <a:lvl5pPr algn="l">
              <a:buNone/>
              <a:defRPr sz="1275" b="0">
                <a:solidFill>
                  <a:srgbClr val="4B6070"/>
                </a:solidFill>
                <a:latin typeface="Arial"/>
                <a:ea typeface="Arial"/>
                <a:cs typeface="Arial"/>
              </a:defRPr>
            </a:lvl5pPr>
            <a:lvl6pPr algn="l">
              <a:buNone/>
              <a:defRPr sz="1275" b="0">
                <a:solidFill>
                  <a:srgbClr val="4B6070"/>
                </a:solidFill>
                <a:latin typeface="Arial"/>
                <a:ea typeface="Arial"/>
                <a:cs typeface="Arial"/>
              </a:defRPr>
            </a:lvl6pPr>
            <a:lvl7pPr algn="l">
              <a:buNone/>
              <a:defRPr sz="1275" b="0">
                <a:solidFill>
                  <a:srgbClr val="4B6070"/>
                </a:solidFill>
                <a:latin typeface="Arial"/>
                <a:ea typeface="Arial"/>
                <a:cs typeface="Arial"/>
              </a:defRPr>
            </a:lvl7pPr>
            <a:lvl8pPr algn="l">
              <a:buNone/>
              <a:defRPr sz="1275" b="0">
                <a:solidFill>
                  <a:srgbClr val="4B6070"/>
                </a:solidFill>
                <a:latin typeface="Arial"/>
                <a:ea typeface="Arial"/>
                <a:cs typeface="Arial"/>
              </a:defRPr>
            </a:lvl8pPr>
            <a:lvl9pPr algn="l">
              <a:buNone/>
              <a:defRPr sz="1275" b="0">
                <a:solidFill>
                  <a:srgbClr val="4B6070"/>
                </a:solidFill>
                <a:latin typeface="Arial"/>
                <a:ea typeface="Arial"/>
                <a:cs typeface="Arial"/>
              </a:defRPr>
            </a:lvl9pPr>
          </a:lstStyle>
          <a:p xmlns:a="http://schemas.openxmlformats.org/drawingml/2006/main">
            <a:pPr algn="l">
              <a:buNone/>
              <a:defRPr sz="1275" b="0">
                <a:solidFill>
                  <a:srgbClr val="4B6070"/>
                </a:solidFill>
                <a:latin typeface="Arial"/>
                <a:ea typeface="Arial"/>
                <a:cs typeface="Arial"/>
              </a:defRPr>
            </a:pPr>
            <a:r>
              <a:rPr sz="1275" b="0">
                <a:solidFill>
                  <a:srgbClr val="4B6070"/>
                </a:solidFill>
                <a:latin typeface="Arial"/>
                <a:ea typeface="Arial"/>
                <a:cs typeface="Arial"/>
              </a:rPr>
              <a:t>24</a:t>
            </a:r>
          </a:p>
        </p:txBody>
      </p:sp>
      <p:sp>
        <p:nvSpPr>
          <p:cNvPr id="3" name="text-2">
            <a:extLst xmlns:a="http://schemas.openxmlformats.org/drawingml/2006/main">
              <a:ext uri="{FF2B5EF4-FFF2-40B4-BE49-F238E27FC236}">
                <a16:creationId xmlns:a16="http://schemas.microsoft.com/office/drawing/2014/main" id="{BE9A81D2-0209-428B-BA19-583508CE5FF0}"/>
              </a:ext>
            </a:extLst>
          </p:cNvPr>
          <p:cNvSpPr>
            <a:spLocks xmlns:a="http://schemas.openxmlformats.org/drawingml/2006/main" noGrp="1"/>
          </p:cNvSpPr>
          <p:nvPr/>
        </p:nvSpPr>
        <p:spPr>
          <a:xfrm xmlns:a="http://schemas.openxmlformats.org/drawingml/2006/main">
            <a:off x="609600" y="1714500"/>
            <a:ext cx="5905500" cy="3714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lgn="l">
              <a:defRPr sz="2250" b="0">
                <a:solidFill>
                  <a:srgbClr val="142E42"/>
                </a:solidFill>
                <a:latin typeface="Arial"/>
                <a:ea typeface="Arial"/>
                <a:cs typeface="Arial"/>
              </a:defRPr>
            </a:defPPr>
            <a:lvl1pPr algn="l">
              <a:buNone/>
              <a:defRPr sz="2250" b="0">
                <a:solidFill>
                  <a:srgbClr val="142E42"/>
                </a:solidFill>
                <a:latin typeface="Arial"/>
                <a:ea typeface="Arial"/>
                <a:cs typeface="Arial"/>
              </a:defRPr>
            </a:lvl1pPr>
            <a:lvl2pPr algn="l">
              <a:buNone/>
              <a:defRPr sz="2250" b="0">
                <a:solidFill>
                  <a:srgbClr val="142E42"/>
                </a:solidFill>
                <a:latin typeface="Arial"/>
                <a:ea typeface="Arial"/>
                <a:cs typeface="Arial"/>
              </a:defRPr>
            </a:lvl2pPr>
            <a:lvl3pPr algn="l">
              <a:buNone/>
              <a:defRPr sz="2250" b="0">
                <a:solidFill>
                  <a:srgbClr val="142E42"/>
                </a:solidFill>
                <a:latin typeface="Arial"/>
                <a:ea typeface="Arial"/>
                <a:cs typeface="Arial"/>
              </a:defRPr>
            </a:lvl3pPr>
            <a:lvl4pPr algn="l">
              <a:buNone/>
              <a:defRPr sz="2250" b="0">
                <a:solidFill>
                  <a:srgbClr val="142E42"/>
                </a:solidFill>
                <a:latin typeface="Arial"/>
                <a:ea typeface="Arial"/>
                <a:cs typeface="Arial"/>
              </a:defRPr>
            </a:lvl4pPr>
            <a:lvl5pPr algn="l">
              <a:buNone/>
              <a:defRPr sz="2250" b="0">
                <a:solidFill>
                  <a:srgbClr val="142E42"/>
                </a:solidFill>
                <a:latin typeface="Arial"/>
                <a:ea typeface="Arial"/>
                <a:cs typeface="Arial"/>
              </a:defRPr>
            </a:lvl5pPr>
            <a:lvl6pPr algn="l">
              <a:buNone/>
              <a:defRPr sz="2250" b="0">
                <a:solidFill>
                  <a:srgbClr val="142E42"/>
                </a:solidFill>
                <a:latin typeface="Arial"/>
                <a:ea typeface="Arial"/>
                <a:cs typeface="Arial"/>
              </a:defRPr>
            </a:lvl6pPr>
            <a:lvl7pPr algn="l">
              <a:buNone/>
              <a:defRPr sz="2250" b="0">
                <a:solidFill>
                  <a:srgbClr val="142E42"/>
                </a:solidFill>
                <a:latin typeface="Arial"/>
                <a:ea typeface="Arial"/>
                <a:cs typeface="Arial"/>
              </a:defRPr>
            </a:lvl7pPr>
            <a:lvl8pPr algn="l">
              <a:buNone/>
              <a:defRPr sz="2250" b="0">
                <a:solidFill>
                  <a:srgbClr val="142E42"/>
                </a:solidFill>
                <a:latin typeface="Arial"/>
                <a:ea typeface="Arial"/>
                <a:cs typeface="Arial"/>
              </a:defRPr>
            </a:lvl8pPr>
            <a:lvl9pPr algn="l">
              <a:buNone/>
              <a:defRPr sz="2250" b="0">
                <a:solidFill>
                  <a:srgbClr val="142E42"/>
                </a:solidFill>
                <a:latin typeface="Arial"/>
                <a:ea typeface="Arial"/>
                <a:cs typeface="Arial"/>
              </a:defRPr>
            </a:lvl9pPr>
          </a:lstStyle>
          <a:p xmlns:a="http://schemas.openxmlformats.org/drawingml/2006/main">
            <a:pPr algn="l">
              <a:buNone/>
              <a:defRPr sz="2250" b="0">
                <a:solidFill>
                  <a:srgbClr val="142E42"/>
                </a:solidFill>
                <a:latin typeface="Arial"/>
                <a:ea typeface="Arial"/>
                <a:cs typeface="Arial"/>
              </a:defRPr>
            </a:pPr>
            <a:r>
              <a:rPr sz="2250" b="0">
                <a:solidFill>
                  <a:srgbClr val="142E42"/>
                </a:solidFill>
                <a:latin typeface="Arial"/>
                <a:ea typeface="Arial"/>
                <a:cs typeface="Arial"/>
              </a:rPr>
              <a:t>Write the inorder, preorder,</a:t>
            </a:r>
          </a:p>
          <a:p xmlns:a="http://schemas.openxmlformats.org/drawingml/2006/main">
            <a:pPr algn="l">
              <a:buNone/>
              <a:defRPr sz="2250" b="0">
                <a:solidFill>
                  <a:srgbClr val="142E42"/>
                </a:solidFill>
                <a:latin typeface="Arial"/>
                <a:ea typeface="Arial"/>
                <a:cs typeface="Arial"/>
              </a:defRPr>
            </a:pPr>
            <a:r>
              <a:rPr sz="2250" b="0">
                <a:solidFill>
                  <a:srgbClr val="142E42"/>
                </a:solidFill>
                <a:latin typeface="Arial"/>
                <a:ea typeface="Arial"/>
                <a:cs typeface="Arial"/>
              </a:rPr>
              <a:t>and postorder sequences.</a:t>
            </a:r>
          </a:p>
          <a:p xmlns:a="http://schemas.openxmlformats.org/drawingml/2006/main">
            <a:endParaRPr sz="2250" b="0">
              <a:solidFill>
                <a:srgbClr val="142E42"/>
              </a:solidFill>
              <a:latin typeface="Arial"/>
              <a:ea typeface="Arial"/>
              <a:cs typeface="Arial"/>
            </a:endParaRPr>
          </a:p>
          <a:p xmlns:a="http://schemas.openxmlformats.org/drawingml/2006/main">
            <a:pPr algn="l">
              <a:buNone/>
              <a:defRPr sz="2250" b="0">
                <a:solidFill>
                  <a:srgbClr val="142E42"/>
                </a:solidFill>
                <a:latin typeface="Arial"/>
                <a:ea typeface="Arial"/>
                <a:cs typeface="Arial"/>
              </a:defRPr>
            </a:pPr>
            <a:r>
              <a:rPr sz="2250" b="0">
                <a:solidFill>
                  <a:srgbClr val="142E42"/>
                </a:solidFill>
                <a:latin typeface="Arial"/>
                <a:ea typeface="Arial"/>
                <a:cs typeface="Arial"/>
              </a:rPr>
              <a:t>Which key follows 30</a:t>
            </a:r>
          </a:p>
          <a:p xmlns:a="http://schemas.openxmlformats.org/drawingml/2006/main">
            <a:pPr algn="l">
              <a:buNone/>
              <a:defRPr sz="2250" b="0">
                <a:solidFill>
                  <a:srgbClr val="142E42"/>
                </a:solidFill>
                <a:latin typeface="Arial"/>
                <a:ea typeface="Arial"/>
                <a:cs typeface="Arial"/>
              </a:defRPr>
            </a:pPr>
            <a:r>
              <a:rPr sz="2250" b="0">
                <a:solidFill>
                  <a:srgbClr val="142E42"/>
                </a:solidFill>
                <a:latin typeface="Arial"/>
                <a:ea typeface="Arial"/>
                <a:cs typeface="Arial"/>
              </a:rPr>
              <a:t>in inorder traversal?</a:t>
            </a:r>
          </a:p>
          <a:p xmlns:a="http://schemas.openxmlformats.org/drawingml/2006/main">
            <a:endParaRPr sz="2250" b="0">
              <a:solidFill>
                <a:srgbClr val="142E42"/>
              </a:solidFill>
              <a:latin typeface="Arial"/>
              <a:ea typeface="Arial"/>
              <a:cs typeface="Arial"/>
            </a:endParaRPr>
          </a:p>
          <a:p xmlns:a="http://schemas.openxmlformats.org/drawingml/2006/main">
            <a:pPr algn="l">
              <a:buNone/>
              <a:defRPr sz="2250" b="0">
                <a:solidFill>
                  <a:srgbClr val="142E42"/>
                </a:solidFill>
                <a:latin typeface="Arial"/>
                <a:ea typeface="Arial"/>
                <a:cs typeface="Arial"/>
              </a:defRPr>
            </a:pPr>
            <a:r>
              <a:rPr sz="2250" b="0">
                <a:solidFill>
                  <a:srgbClr val="142E42"/>
                </a:solidFill>
                <a:latin typeface="Arial"/>
                <a:ea typeface="Arial"/>
                <a:cs typeface="Arial"/>
              </a:rPr>
              <a:t>Explain why that key</a:t>
            </a:r>
          </a:p>
          <a:p xmlns:a="http://schemas.openxmlformats.org/drawingml/2006/main">
            <a:pPr algn="l">
              <a:buNone/>
              <a:defRPr sz="2250" b="0">
                <a:solidFill>
                  <a:srgbClr val="142E42"/>
                </a:solidFill>
                <a:latin typeface="Arial"/>
                <a:ea typeface="Arial"/>
                <a:cs typeface="Arial"/>
              </a:defRPr>
            </a:pPr>
            <a:r>
              <a:rPr sz="2250" b="0">
                <a:solidFill>
                  <a:srgbClr val="142E42"/>
                </a:solidFill>
                <a:latin typeface="Arial"/>
                <a:ea typeface="Arial"/>
                <a:cs typeface="Arial"/>
              </a:rPr>
              <a:t>is the inorder successor.</a:t>
            </a:r>
          </a:p>
        </p:txBody>
      </p:sp>
      <p:sp>
        <p:nvSpPr>
          <p:cNvPr id="4" name="source-diagram-dg23-9">
            <a:extLst xmlns:a="http://schemas.openxmlformats.org/drawingml/2006/main">
              <a:ext uri="{FF2B5EF4-FFF2-40B4-BE49-F238E27FC236}">
                <a16:creationId xmlns:a16="http://schemas.microsoft.com/office/drawing/2014/main" id="{FF11148E-2A86-4B01-9BAE-A6B96EF3CB5D}"/>
              </a:ext>
            </a:extLst>
          </p:cNvPr>
          <p:cNvSpPr>
            <a:spLocks xmlns:a="http://schemas.openxmlformats.org/drawingml/2006/main" noGrp="1"/>
          </p:cNvSpPr>
          <p:nvPr/>
        </p:nvSpPr>
        <p:spPr>
          <a:xfrm xmlns:a="http://schemas.openxmlformats.org/drawingml/2006/main">
            <a:off x="8899222" y="1619250"/>
            <a:ext cx="648444" cy="682301"/>
          </a:xfrm>
          <a:prstGeom xmlns:a="http://schemas.openxmlformats.org/drawingml/2006/main" prst="ellipse">
            <a:avLst/>
          </a:prstGeom>
          <a:solidFill xmlns:a="http://schemas.openxmlformats.org/drawingml/2006/main">
            <a:srgbClr val="E5EEF2"/>
          </a:solidFill>
          <a:ln xmlns:a="http://schemas.openxmlformats.org/drawingml/2006/main" w="9525" cap="flat" cmpd="sng">
            <a:solidFill>
              <a:srgbClr val="142E42"/>
            </a:solidFill>
            <a:prstDash val="solid"/>
            <a:round/>
            <a:headEnd type="none" w="med" len="med"/>
            <a:tailEnd type="none" w="med" len="med"/>
          </a:l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500" b="0">
                <a:solidFill>
                  <a:srgbClr val="142E42"/>
                </a:solidFill>
                <a:latin typeface="Arial"/>
                <a:ea typeface="Arial"/>
                <a:cs typeface="Arial"/>
              </a:rPr>
              <a:t>30</a:t>
            </a:r>
          </a:p>
        </p:txBody>
      </p:sp>
      <p:sp>
        <p:nvSpPr>
          <p:cNvPr id="5" name="source-diagram-dg23-10">
            <a:extLst xmlns:a="http://schemas.openxmlformats.org/drawingml/2006/main">
              <a:ext uri="{FF2B5EF4-FFF2-40B4-BE49-F238E27FC236}">
                <a16:creationId xmlns:a16="http://schemas.microsoft.com/office/drawing/2014/main" id="{43CF427E-AE8C-4D22-AEE5-A7089D9B1E4F}"/>
              </a:ext>
            </a:extLst>
          </p:cNvPr>
          <p:cNvSpPr>
            <a:spLocks xmlns:a="http://schemas.openxmlformats.org/drawingml/2006/main" noGrp="1"/>
          </p:cNvSpPr>
          <p:nvPr/>
        </p:nvSpPr>
        <p:spPr>
          <a:xfrm xmlns:a="http://schemas.openxmlformats.org/drawingml/2006/main">
            <a:off x="8236794" y="2528985"/>
            <a:ext cx="648444" cy="682301"/>
          </a:xfrm>
          <a:prstGeom xmlns:a="http://schemas.openxmlformats.org/drawingml/2006/main" prst="ellipse">
            <a:avLst/>
          </a:prstGeom>
          <a:solidFill xmlns:a="http://schemas.openxmlformats.org/drawingml/2006/main">
            <a:srgbClr val="E5EEF2"/>
          </a:solidFill>
          <a:ln xmlns:a="http://schemas.openxmlformats.org/drawingml/2006/main" w="9525" cap="flat" cmpd="sng">
            <a:solidFill>
              <a:srgbClr val="142E42"/>
            </a:solidFill>
            <a:prstDash val="solid"/>
            <a:round/>
            <a:headEnd type="none" w="med" len="med"/>
            <a:tailEnd type="none" w="med" len="med"/>
          </a:l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500" b="0">
                <a:solidFill>
                  <a:srgbClr val="142E42"/>
                </a:solidFill>
                <a:latin typeface="Arial"/>
                <a:ea typeface="Arial"/>
                <a:cs typeface="Arial"/>
              </a:rPr>
              <a:t>20</a:t>
            </a:r>
          </a:p>
        </p:txBody>
      </p:sp>
      <p:sp>
        <p:nvSpPr>
          <p:cNvPr id="6" name="source-diagram-dg23-11">
            <a:extLst xmlns:a="http://schemas.openxmlformats.org/drawingml/2006/main">
              <a:ext uri="{FF2B5EF4-FFF2-40B4-BE49-F238E27FC236}">
                <a16:creationId xmlns:a16="http://schemas.microsoft.com/office/drawing/2014/main" id="{E6911813-4A65-40DF-854E-C0316D3C5702}"/>
              </a:ext>
            </a:extLst>
          </p:cNvPr>
          <p:cNvSpPr>
            <a:spLocks xmlns:a="http://schemas.openxmlformats.org/drawingml/2006/main" noGrp="1"/>
          </p:cNvSpPr>
          <p:nvPr/>
        </p:nvSpPr>
        <p:spPr>
          <a:xfrm xmlns:a="http://schemas.openxmlformats.org/drawingml/2006/main">
            <a:off x="9775099" y="2528985"/>
            <a:ext cx="648444" cy="682301"/>
          </a:xfrm>
          <a:prstGeom xmlns:a="http://schemas.openxmlformats.org/drawingml/2006/main" prst="ellipse">
            <a:avLst/>
          </a:prstGeom>
          <a:solidFill xmlns:a="http://schemas.openxmlformats.org/drawingml/2006/main">
            <a:srgbClr val="E5EEF2"/>
          </a:solidFill>
          <a:ln xmlns:a="http://schemas.openxmlformats.org/drawingml/2006/main" w="9525" cap="flat" cmpd="sng">
            <a:solidFill>
              <a:srgbClr val="142E42"/>
            </a:solidFill>
            <a:prstDash val="solid"/>
            <a:round/>
            <a:headEnd type="none" w="med" len="med"/>
            <a:tailEnd type="none" w="med" len="med"/>
          </a:l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500" b="0">
                <a:solidFill>
                  <a:srgbClr val="142E42"/>
                </a:solidFill>
                <a:latin typeface="Arial"/>
                <a:ea typeface="Arial"/>
                <a:cs typeface="Arial"/>
              </a:rPr>
              <a:t>70</a:t>
            </a:r>
          </a:p>
        </p:txBody>
      </p:sp>
      <p:sp>
        <p:nvSpPr>
          <p:cNvPr id="7" name="source-diagram-dg23-12">
            <a:extLst xmlns:a="http://schemas.openxmlformats.org/drawingml/2006/main">
              <a:ext uri="{FF2B5EF4-FFF2-40B4-BE49-F238E27FC236}">
                <a16:creationId xmlns:a16="http://schemas.microsoft.com/office/drawing/2014/main" id="{99F89124-3696-43AE-9BA4-9B6B3DF5156E}"/>
              </a:ext>
            </a:extLst>
          </p:cNvPr>
          <p:cNvSpPr>
            <a:spLocks xmlns:a="http://schemas.openxmlformats.org/drawingml/2006/main" noGrp="1"/>
          </p:cNvSpPr>
          <p:nvPr/>
        </p:nvSpPr>
        <p:spPr>
          <a:xfrm xmlns:a="http://schemas.openxmlformats.org/drawingml/2006/main">
            <a:off x="7620000" y="3514532"/>
            <a:ext cx="648444" cy="682301"/>
          </a:xfrm>
          <a:prstGeom xmlns:a="http://schemas.openxmlformats.org/drawingml/2006/main" prst="ellipse">
            <a:avLst/>
          </a:prstGeom>
          <a:solidFill xmlns:a="http://schemas.openxmlformats.org/drawingml/2006/main">
            <a:srgbClr val="E5EEF2"/>
          </a:solidFill>
          <a:ln xmlns:a="http://schemas.openxmlformats.org/drawingml/2006/main" w="9525" cap="flat" cmpd="sng">
            <a:solidFill>
              <a:srgbClr val="142E42"/>
            </a:solidFill>
            <a:prstDash val="solid"/>
            <a:round/>
            <a:headEnd type="none" w="med" len="med"/>
            <a:tailEnd type="none" w="med" len="med"/>
          </a:l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500" b="0">
                <a:solidFill>
                  <a:srgbClr val="142E42"/>
                </a:solidFill>
                <a:latin typeface="Arial"/>
                <a:ea typeface="Arial"/>
                <a:cs typeface="Arial"/>
              </a:rPr>
              <a:t>10</a:t>
            </a:r>
          </a:p>
        </p:txBody>
      </p:sp>
      <p:sp>
        <p:nvSpPr>
          <p:cNvPr id="8" name="source-diagram-dg23-13">
            <a:extLst xmlns:a="http://schemas.openxmlformats.org/drawingml/2006/main">
              <a:ext uri="{FF2B5EF4-FFF2-40B4-BE49-F238E27FC236}">
                <a16:creationId xmlns:a16="http://schemas.microsoft.com/office/drawing/2014/main" id="{EEC602B6-0593-4160-A5F9-217F794B49CA}"/>
              </a:ext>
            </a:extLst>
          </p:cNvPr>
          <p:cNvSpPr>
            <a:spLocks xmlns:a="http://schemas.openxmlformats.org/drawingml/2006/main" noGrp="1"/>
          </p:cNvSpPr>
          <p:nvPr/>
        </p:nvSpPr>
        <p:spPr>
          <a:xfrm xmlns:a="http://schemas.openxmlformats.org/drawingml/2006/main">
            <a:off x="9126656" y="3514532"/>
            <a:ext cx="648444" cy="682301"/>
          </a:xfrm>
          <a:prstGeom xmlns:a="http://schemas.openxmlformats.org/drawingml/2006/main" prst="ellipse">
            <a:avLst/>
          </a:prstGeom>
          <a:solidFill xmlns:a="http://schemas.openxmlformats.org/drawingml/2006/main">
            <a:srgbClr val="E5EEF2"/>
          </a:solidFill>
          <a:ln xmlns:a="http://schemas.openxmlformats.org/drawingml/2006/main" w="9525" cap="flat" cmpd="sng">
            <a:solidFill>
              <a:srgbClr val="142E42"/>
            </a:solidFill>
            <a:prstDash val="solid"/>
            <a:round/>
            <a:headEnd type="none" w="med" len="med"/>
            <a:tailEnd type="none" w="med" len="med"/>
          </a:l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500" b="0">
                <a:solidFill>
                  <a:srgbClr val="142E42"/>
                </a:solidFill>
                <a:latin typeface="Arial"/>
                <a:ea typeface="Arial"/>
                <a:cs typeface="Arial"/>
              </a:rPr>
              <a:t>50</a:t>
            </a:r>
          </a:p>
        </p:txBody>
      </p:sp>
      <p:sp>
        <p:nvSpPr>
          <p:cNvPr id="9" name="source-diagram-dg23-14">
            <a:extLst xmlns:a="http://schemas.openxmlformats.org/drawingml/2006/main">
              <a:ext uri="{FF2B5EF4-FFF2-40B4-BE49-F238E27FC236}">
                <a16:creationId xmlns:a16="http://schemas.microsoft.com/office/drawing/2014/main" id="{4BEFCF26-F58E-4FF3-9A73-066EB3D12F26}"/>
              </a:ext>
            </a:extLst>
          </p:cNvPr>
          <p:cNvSpPr>
            <a:spLocks xmlns:a="http://schemas.openxmlformats.org/drawingml/2006/main" noGrp="1"/>
          </p:cNvSpPr>
          <p:nvPr/>
        </p:nvSpPr>
        <p:spPr>
          <a:xfrm xmlns:a="http://schemas.openxmlformats.org/drawingml/2006/main">
            <a:off x="10533211" y="3484523"/>
            <a:ext cx="648444" cy="682301"/>
          </a:xfrm>
          <a:prstGeom xmlns:a="http://schemas.openxmlformats.org/drawingml/2006/main" prst="ellipse">
            <a:avLst/>
          </a:prstGeom>
          <a:solidFill xmlns:a="http://schemas.openxmlformats.org/drawingml/2006/main">
            <a:srgbClr val="E5EEF2"/>
          </a:solidFill>
          <a:ln xmlns:a="http://schemas.openxmlformats.org/drawingml/2006/main" w="9525" cap="flat" cmpd="sng">
            <a:solidFill>
              <a:srgbClr val="142E42"/>
            </a:solidFill>
            <a:prstDash val="solid"/>
            <a:round/>
            <a:headEnd type="none" w="med" len="med"/>
            <a:tailEnd type="none" w="med" len="med"/>
          </a:l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500" b="0">
                <a:solidFill>
                  <a:srgbClr val="142E42"/>
                </a:solidFill>
                <a:latin typeface="Arial"/>
                <a:ea typeface="Arial"/>
                <a:cs typeface="Arial"/>
              </a:rPr>
              <a:t>90</a:t>
            </a:r>
          </a:p>
        </p:txBody>
      </p:sp>
      <p:sp>
        <p:nvSpPr>
          <p:cNvPr id="10" name="source-diagram-dg23-15">
            <a:extLst xmlns:a="http://schemas.openxmlformats.org/drawingml/2006/main">
              <a:ext uri="{FF2B5EF4-FFF2-40B4-BE49-F238E27FC236}">
                <a16:creationId xmlns:a16="http://schemas.microsoft.com/office/drawing/2014/main" id="{968A41B9-F715-42B4-B977-DE1DB392135B}"/>
              </a:ext>
            </a:extLst>
          </p:cNvPr>
          <p:cNvSpPr>
            <a:spLocks xmlns:a="http://schemas.openxmlformats.org/drawingml/2006/main" noGrp="1"/>
          </p:cNvSpPr>
          <p:nvPr/>
        </p:nvSpPr>
        <p:spPr>
          <a:xfrm xmlns:a="http://schemas.openxmlformats.org/drawingml/2006/main">
            <a:off x="8561015" y="4651699"/>
            <a:ext cx="648444" cy="682301"/>
          </a:xfrm>
          <a:prstGeom xmlns:a="http://schemas.openxmlformats.org/drawingml/2006/main" prst="ellipse">
            <a:avLst/>
          </a:prstGeom>
          <a:solidFill xmlns:a="http://schemas.openxmlformats.org/drawingml/2006/main">
            <a:srgbClr val="E5EEF2"/>
          </a:solidFill>
          <a:ln xmlns:a="http://schemas.openxmlformats.org/drawingml/2006/main" w="9525" cap="flat" cmpd="sng">
            <a:solidFill>
              <a:srgbClr val="142E42"/>
            </a:solidFill>
            <a:prstDash val="solid"/>
            <a:round/>
            <a:headEnd type="none" w="med" len="med"/>
            <a:tailEnd type="none" w="med" len="med"/>
          </a:l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500" b="0">
                <a:solidFill>
                  <a:srgbClr val="142E42"/>
                </a:solidFill>
                <a:latin typeface="Arial"/>
                <a:ea typeface="Arial"/>
                <a:cs typeface="Arial"/>
              </a:rPr>
              <a:t>40</a:t>
            </a:r>
          </a:p>
        </p:txBody>
      </p:sp>
      <p:sp>
        <p:nvSpPr>
          <p:cNvPr id="11" name="source-diagram-dg23-16">
            <a:extLst xmlns:a="http://schemas.openxmlformats.org/drawingml/2006/main">
              <a:ext uri="{FF2B5EF4-FFF2-40B4-BE49-F238E27FC236}">
                <a16:creationId xmlns:a16="http://schemas.microsoft.com/office/drawing/2014/main" id="{39DC8F62-68EE-41F3-9D31-54F8D26E03B4}"/>
              </a:ext>
            </a:extLst>
          </p:cNvPr>
          <p:cNvSpPr>
            <a:spLocks xmlns:a="http://schemas.openxmlformats.org/drawingml/2006/main" noGrp="1"/>
          </p:cNvSpPr>
          <p:nvPr/>
        </p:nvSpPr>
        <p:spPr>
          <a:xfrm xmlns:a="http://schemas.openxmlformats.org/drawingml/2006/main">
            <a:off x="9775099" y="4640942"/>
            <a:ext cx="648444" cy="682301"/>
          </a:xfrm>
          <a:prstGeom xmlns:a="http://schemas.openxmlformats.org/drawingml/2006/main" prst="ellipse">
            <a:avLst/>
          </a:prstGeom>
          <a:solidFill xmlns:a="http://schemas.openxmlformats.org/drawingml/2006/main">
            <a:srgbClr val="E5EEF2"/>
          </a:solidFill>
          <a:ln xmlns:a="http://schemas.openxmlformats.org/drawingml/2006/main" w="9525" cap="flat" cmpd="sng">
            <a:solidFill>
              <a:srgbClr val="142E42"/>
            </a:solidFill>
            <a:prstDash val="solid"/>
            <a:round/>
            <a:headEnd type="none" w="med" len="med"/>
            <a:tailEnd type="none" w="med" len="med"/>
          </a:l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500" b="0">
                <a:solidFill>
                  <a:srgbClr val="142E42"/>
                </a:solidFill>
                <a:latin typeface="Arial"/>
                <a:ea typeface="Arial"/>
                <a:cs typeface="Arial"/>
              </a:rPr>
              <a:t>60</a:t>
            </a:r>
          </a:p>
        </p:txBody>
      </p:sp>
      <p:sp>
        <p:nvSpPr>
          <p:cNvPr id="12" name="source-diagram-dg23-18">
            <a:extLst xmlns:a="http://schemas.openxmlformats.org/drawingml/2006/main">
              <a:ext uri="{FF2B5EF4-FFF2-40B4-BE49-F238E27FC236}">
                <a16:creationId xmlns:a16="http://schemas.microsoft.com/office/drawing/2014/main" id="{6B63FADE-7D3E-43FD-8DF5-2DCD577DF2E5}"/>
              </a:ext>
            </a:extLst>
          </p:cNvPr>
          <p:cNvSpPr>
            <a:spLocks xmlns:a="http://schemas.openxmlformats.org/drawingml/2006/main" noGrp="1"/>
          </p:cNvSpPr>
          <p:nvPr/>
        </p:nvSpPr>
        <p:spPr>
          <a:xfrm xmlns:a="http://schemas.openxmlformats.org/drawingml/2006/main" flipH="1">
            <a:off x="8637931" y="2201630"/>
            <a:ext cx="356253" cy="365261"/>
          </a:xfrm>
          <a:prstGeom xmlns:a="http://schemas.openxmlformats.org/drawingml/2006/main" prst="line">
            <a:avLst/>
          </a:prstGeom>
          <a:solidFill xmlns:a="http://schemas.openxmlformats.org/drawingml/2006/main">
            <a:srgbClr val="E5EEF2"/>
          </a:solidFill>
          <a:ln xmlns:a="http://schemas.openxmlformats.org/drawingml/2006/main">
            <a:headEnd type="none" w="med" len="med"/>
            <a:tailEnd type="none" w="med" len="med"/>
          </a:ln>
        </p:spPr>
        <p:style>
          <a:lnRef xmlns:a="http://schemas.openxmlformats.org/drawingml/2006/main" idx="1">
            <a:schemeClr val="dk1"/>
          </a:lnRef>
          <a:fillRef xmlns:a="http://schemas.openxmlformats.org/drawingml/2006/main" idx="0">
            <a:schemeClr val="dk1"/>
          </a:fillRef>
          <a:effectRef xmlns:a="http://schemas.openxmlformats.org/drawingml/2006/main" idx="0">
            <a:schemeClr val="dk1"/>
          </a:effectRef>
          <a:fontRef xmlns:a="http://schemas.openxmlformats.org/drawingml/2006/main" idx="minor">
            <a:schemeClr val="tx1"/>
          </a:fontRef>
        </p:style>
        <p:txBody>
          <a:bodyPr xmlns:a="http://schemas.openxmlformats.org/drawingml/2006/main" wrap="square" lIns="0" tIns="0" rIns="0" bIns="0" anchor="ctr"/>
          <a:lstStyle xmlns:a="http://schemas.openxmlformats.org/drawingml/2006/main"/>
          <a:p xmlns:a="http://schemas.openxmlformats.org/drawingml/2006/main">
            <a:endParaRPr/>
          </a:p>
        </p:txBody>
      </p:sp>
      <p:sp>
        <p:nvSpPr>
          <p:cNvPr id="13" name="source-diagram-dg23-20">
            <a:extLst xmlns:a="http://schemas.openxmlformats.org/drawingml/2006/main">
              <a:ext uri="{FF2B5EF4-FFF2-40B4-BE49-F238E27FC236}">
                <a16:creationId xmlns:a16="http://schemas.microsoft.com/office/drawing/2014/main" id="{21EEF36D-A451-463B-89F5-3F5509C335FD}"/>
              </a:ext>
            </a:extLst>
          </p:cNvPr>
          <p:cNvSpPr>
            <a:spLocks xmlns:a="http://schemas.openxmlformats.org/drawingml/2006/main" noGrp="1"/>
          </p:cNvSpPr>
          <p:nvPr/>
        </p:nvSpPr>
        <p:spPr>
          <a:xfrm xmlns:a="http://schemas.openxmlformats.org/drawingml/2006/main">
            <a:off x="9452704" y="2201630"/>
            <a:ext cx="417358" cy="427275"/>
          </a:xfrm>
          <a:prstGeom xmlns:a="http://schemas.openxmlformats.org/drawingml/2006/main" prst="line">
            <a:avLst/>
          </a:prstGeom>
          <a:solidFill xmlns:a="http://schemas.openxmlformats.org/drawingml/2006/main">
            <a:srgbClr val="E5EEF2"/>
          </a:solidFill>
          <a:ln xmlns:a="http://schemas.openxmlformats.org/drawingml/2006/main" w="9525">
            <a:solidFill>
              <a:srgbClr val="142E42"/>
            </a:solidFill>
            <a:prstDash val="solid"/>
            <a:headEnd type="none" w="med" len="med"/>
            <a:tailEnd type="none" w="med" len="med"/>
          </a:ln>
        </p:spPr>
        <p:txBody>
          <a:bodyPr xmlns:a="http://schemas.openxmlformats.org/drawingml/2006/main" wrap="square" lIns="0" tIns="0" rIns="0" bIns="0" anchor="ctr"/>
          <a:lstStyle xmlns:a="http://schemas.openxmlformats.org/drawingml/2006/main"/>
          <a:p xmlns:a="http://schemas.openxmlformats.org/drawingml/2006/main">
            <a:endParaRPr/>
          </a:p>
        </p:txBody>
      </p:sp>
      <p:sp>
        <p:nvSpPr>
          <p:cNvPr id="14" name="source-diagram-dg23-22">
            <a:extLst xmlns:a="http://schemas.openxmlformats.org/drawingml/2006/main">
              <a:ext uri="{FF2B5EF4-FFF2-40B4-BE49-F238E27FC236}">
                <a16:creationId xmlns:a16="http://schemas.microsoft.com/office/drawing/2014/main" id="{67262CE6-1316-4445-969E-2735D0ACBE3F}"/>
              </a:ext>
            </a:extLst>
          </p:cNvPr>
          <p:cNvSpPr>
            <a:spLocks xmlns:a="http://schemas.openxmlformats.org/drawingml/2006/main" noGrp="1"/>
          </p:cNvSpPr>
          <p:nvPr/>
        </p:nvSpPr>
        <p:spPr>
          <a:xfrm xmlns:a="http://schemas.openxmlformats.org/drawingml/2006/main" flipH="1">
            <a:off x="7944222" y="3111365"/>
            <a:ext cx="387534" cy="403166"/>
          </a:xfrm>
          <a:prstGeom xmlns:a="http://schemas.openxmlformats.org/drawingml/2006/main" prst="line">
            <a:avLst/>
          </a:prstGeom>
          <a:solidFill xmlns:a="http://schemas.openxmlformats.org/drawingml/2006/main">
            <a:srgbClr val="E5EEF2"/>
          </a:solidFill>
          <a:ln xmlns:a="http://schemas.openxmlformats.org/drawingml/2006/main" w="9525">
            <a:solidFill>
              <a:srgbClr val="142E42"/>
            </a:solidFill>
            <a:prstDash val="solid"/>
            <a:headEnd type="none" w="med" len="med"/>
            <a:tailEnd type="none" w="med" len="med"/>
          </a:ln>
        </p:spPr>
        <p:txBody>
          <a:bodyPr xmlns:a="http://schemas.openxmlformats.org/drawingml/2006/main" wrap="square" lIns="0" tIns="0" rIns="0" bIns="0" anchor="ctr"/>
          <a:lstStyle xmlns:a="http://schemas.openxmlformats.org/drawingml/2006/main"/>
          <a:p xmlns:a="http://schemas.openxmlformats.org/drawingml/2006/main">
            <a:endParaRPr/>
          </a:p>
        </p:txBody>
      </p:sp>
      <p:sp>
        <p:nvSpPr>
          <p:cNvPr id="15" name="source-diagram-dg23-24">
            <a:extLst xmlns:a="http://schemas.openxmlformats.org/drawingml/2006/main">
              <a:ext uri="{FF2B5EF4-FFF2-40B4-BE49-F238E27FC236}">
                <a16:creationId xmlns:a16="http://schemas.microsoft.com/office/drawing/2014/main" id="{DBF1D2AE-7CD6-4B9C-BFFF-68BBE942C0ED}"/>
              </a:ext>
            </a:extLst>
          </p:cNvPr>
          <p:cNvSpPr>
            <a:spLocks xmlns:a="http://schemas.openxmlformats.org/drawingml/2006/main" noGrp="1"/>
          </p:cNvSpPr>
          <p:nvPr/>
        </p:nvSpPr>
        <p:spPr>
          <a:xfrm xmlns:a="http://schemas.openxmlformats.org/drawingml/2006/main" flipH="1">
            <a:off x="9450878" y="3111365"/>
            <a:ext cx="419183" cy="403166"/>
          </a:xfrm>
          <a:prstGeom xmlns:a="http://schemas.openxmlformats.org/drawingml/2006/main" prst="line">
            <a:avLst/>
          </a:prstGeom>
          <a:solidFill xmlns:a="http://schemas.openxmlformats.org/drawingml/2006/main">
            <a:srgbClr val="E5EEF2"/>
          </a:solidFill>
          <a:ln xmlns:a="http://schemas.openxmlformats.org/drawingml/2006/main" w="9525">
            <a:solidFill>
              <a:srgbClr val="142E42"/>
            </a:solidFill>
            <a:prstDash val="solid"/>
            <a:headEnd type="none" w="med" len="med"/>
            <a:tailEnd type="none" w="med" len="med"/>
          </a:ln>
        </p:spPr>
        <p:txBody>
          <a:bodyPr xmlns:a="http://schemas.openxmlformats.org/drawingml/2006/main" wrap="square" lIns="0" tIns="0" rIns="0" bIns="0" anchor="ctr"/>
          <a:lstStyle xmlns:a="http://schemas.openxmlformats.org/drawingml/2006/main"/>
          <a:p xmlns:a="http://schemas.openxmlformats.org/drawingml/2006/main">
            <a:endParaRPr/>
          </a:p>
        </p:txBody>
      </p:sp>
      <p:sp>
        <p:nvSpPr>
          <p:cNvPr id="16" name="source-diagram-dg23-26">
            <a:extLst xmlns:a="http://schemas.openxmlformats.org/drawingml/2006/main">
              <a:ext uri="{FF2B5EF4-FFF2-40B4-BE49-F238E27FC236}">
                <a16:creationId xmlns:a16="http://schemas.microsoft.com/office/drawing/2014/main" id="{4958D6BA-EC86-4526-ADB5-E183E2084064}"/>
              </a:ext>
            </a:extLst>
          </p:cNvPr>
          <p:cNvSpPr>
            <a:spLocks xmlns:a="http://schemas.openxmlformats.org/drawingml/2006/main" noGrp="1"/>
          </p:cNvSpPr>
          <p:nvPr/>
        </p:nvSpPr>
        <p:spPr>
          <a:xfrm xmlns:a="http://schemas.openxmlformats.org/drawingml/2006/main">
            <a:off x="10328581" y="3111365"/>
            <a:ext cx="528852" cy="373157"/>
          </a:xfrm>
          <a:prstGeom xmlns:a="http://schemas.openxmlformats.org/drawingml/2006/main" prst="line">
            <a:avLst/>
          </a:prstGeom>
          <a:solidFill xmlns:a="http://schemas.openxmlformats.org/drawingml/2006/main">
            <a:srgbClr val="E5EEF2"/>
          </a:solidFill>
          <a:ln xmlns:a="http://schemas.openxmlformats.org/drawingml/2006/main" w="9525">
            <a:solidFill>
              <a:srgbClr val="142E42"/>
            </a:solidFill>
            <a:prstDash val="solid"/>
            <a:headEnd type="none" w="med" len="med"/>
            <a:tailEnd type="none" w="med" len="med"/>
          </a:ln>
        </p:spPr>
        <p:txBody>
          <a:bodyPr xmlns:a="http://schemas.openxmlformats.org/drawingml/2006/main" wrap="square" lIns="0" tIns="0" rIns="0" bIns="0" anchor="ctr"/>
          <a:lstStyle xmlns:a="http://schemas.openxmlformats.org/drawingml/2006/main"/>
          <a:p xmlns:a="http://schemas.openxmlformats.org/drawingml/2006/main">
            <a:endParaRPr/>
          </a:p>
        </p:txBody>
      </p:sp>
      <p:sp>
        <p:nvSpPr>
          <p:cNvPr id="17" name="source-diagram-dg23-28">
            <a:extLst xmlns:a="http://schemas.openxmlformats.org/drawingml/2006/main">
              <a:ext uri="{FF2B5EF4-FFF2-40B4-BE49-F238E27FC236}">
                <a16:creationId xmlns:a16="http://schemas.microsoft.com/office/drawing/2014/main" id="{8EF4E62E-955B-4736-B857-9A3DB5F455A6}"/>
              </a:ext>
            </a:extLst>
          </p:cNvPr>
          <p:cNvSpPr>
            <a:spLocks xmlns:a="http://schemas.openxmlformats.org/drawingml/2006/main" noGrp="1"/>
          </p:cNvSpPr>
          <p:nvPr/>
        </p:nvSpPr>
        <p:spPr>
          <a:xfrm xmlns:a="http://schemas.openxmlformats.org/drawingml/2006/main" flipH="1">
            <a:off x="8885238" y="4096912"/>
            <a:ext cx="336380" cy="554787"/>
          </a:xfrm>
          <a:prstGeom xmlns:a="http://schemas.openxmlformats.org/drawingml/2006/main" prst="line">
            <a:avLst/>
          </a:prstGeom>
          <a:solidFill xmlns:a="http://schemas.openxmlformats.org/drawingml/2006/main">
            <a:srgbClr val="E5EEF2"/>
          </a:solidFill>
          <a:ln xmlns:a="http://schemas.openxmlformats.org/drawingml/2006/main" w="9525">
            <a:solidFill>
              <a:srgbClr val="142E42"/>
            </a:solidFill>
            <a:prstDash val="solid"/>
            <a:headEnd type="none" w="med" len="med"/>
            <a:tailEnd type="none" w="med" len="med"/>
          </a:ln>
        </p:spPr>
        <p:txBody>
          <a:bodyPr xmlns:a="http://schemas.openxmlformats.org/drawingml/2006/main" wrap="square" lIns="0" tIns="0" rIns="0" bIns="0" anchor="ctr"/>
          <a:lstStyle xmlns:a="http://schemas.openxmlformats.org/drawingml/2006/main"/>
          <a:p xmlns:a="http://schemas.openxmlformats.org/drawingml/2006/main">
            <a:endParaRPr/>
          </a:p>
        </p:txBody>
      </p:sp>
      <p:sp>
        <p:nvSpPr>
          <p:cNvPr id="18" name="source-diagram-dg23-30">
            <a:extLst xmlns:a="http://schemas.openxmlformats.org/drawingml/2006/main">
              <a:ext uri="{FF2B5EF4-FFF2-40B4-BE49-F238E27FC236}">
                <a16:creationId xmlns:a16="http://schemas.microsoft.com/office/drawing/2014/main" id="{FCBC95FD-762B-4169-81C9-2628893758EA}"/>
              </a:ext>
            </a:extLst>
          </p:cNvPr>
          <p:cNvSpPr>
            <a:spLocks xmlns:a="http://schemas.openxmlformats.org/drawingml/2006/main" noGrp="1"/>
          </p:cNvSpPr>
          <p:nvPr/>
        </p:nvSpPr>
        <p:spPr>
          <a:xfrm xmlns:a="http://schemas.openxmlformats.org/drawingml/2006/main">
            <a:off x="9680137" y="4096912"/>
            <a:ext cx="419184" cy="544030"/>
          </a:xfrm>
          <a:prstGeom xmlns:a="http://schemas.openxmlformats.org/drawingml/2006/main" prst="line">
            <a:avLst/>
          </a:prstGeom>
          <a:solidFill xmlns:a="http://schemas.openxmlformats.org/drawingml/2006/main">
            <a:srgbClr val="E5EEF2"/>
          </a:solidFill>
          <a:ln xmlns:a="http://schemas.openxmlformats.org/drawingml/2006/main" w="9525">
            <a:solidFill>
              <a:srgbClr val="142E42"/>
            </a:solidFill>
            <a:prstDash val="solid"/>
            <a:headEnd type="none" w="med" len="med"/>
            <a:tailEnd type="none" w="med" len="med"/>
          </a:ln>
        </p:spPr>
        <p:txBody>
          <a:bodyPr xmlns:a="http://schemas.openxmlformats.org/drawingml/2006/main" wrap="square" lIns="0" tIns="0" rIns="0" bIns="0" anchor="ctr"/>
          <a:lstStyle xmlns:a="http://schemas.openxmlformats.org/drawingml/2006/main"/>
          <a:p xmlns:a="http://schemas.openxmlformats.org/drawingml/2006/main">
            <a:endParaRPr/>
          </a:p>
        </p:txBody>
      </p:sp>
      <p:sp>
        <p:nvSpPr>
          <p:cNvPr id="20" name="local-java-TraversalDemo">
            <a:extLst xmlns:a="http://schemas.openxmlformats.org/drawingml/2006/main">
              <a:ext uri="{FF2B5EF4-FFF2-40B4-BE49-F238E27FC236}">
                <a16:creationId xmlns:a16="http://schemas.microsoft.com/office/drawing/2014/main" id="{67377248-B7B0-4EC5-9F97-7EFAD3AFB03A}"/>
              </a:ext>
            </a:extLst>
          </p:cNvPr>
          <p:cNvSpPr>
            <a:spLocks xmlns:a="http://schemas.openxmlformats.org/drawingml/2006/main" noGrp="1"/>
          </p:cNvSpPr>
          <p:nvPr/>
        </p:nvSpPr>
        <p:spPr>
          <a:xfrm xmlns:a="http://schemas.openxmlformats.org/drawingml/2006/main">
            <a:off x="609600" y="6134100"/>
            <a:ext cx="357187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350" b="0">
                <a:solidFill>
                  <a:srgbClr val="007D89"/>
                </a:solidFill>
                <a:latin typeface="Arial"/>
                <a:ea typeface="Arial"/>
                <a:cs typeface="Arial"/>
              </a:defRPr>
            </a:defPPr>
            <a:lvl1pPr>
              <a:defRPr sz="1350" b="0">
                <a:solidFill>
                  <a:srgbClr val="007D89"/>
                </a:solidFill>
                <a:latin typeface="Arial"/>
                <a:ea typeface="Arial"/>
                <a:cs typeface="Arial"/>
              </a:defRPr>
            </a:lvl1pPr>
            <a:lvl2pPr>
              <a:defRPr sz="1350" b="0">
                <a:solidFill>
                  <a:srgbClr val="007D89"/>
                </a:solidFill>
                <a:latin typeface="Arial"/>
                <a:ea typeface="Arial"/>
                <a:cs typeface="Arial"/>
              </a:defRPr>
            </a:lvl2pPr>
            <a:lvl3pPr>
              <a:defRPr sz="1350" b="0">
                <a:solidFill>
                  <a:srgbClr val="007D89"/>
                </a:solidFill>
                <a:latin typeface="Arial"/>
                <a:ea typeface="Arial"/>
                <a:cs typeface="Arial"/>
              </a:defRPr>
            </a:lvl3pPr>
            <a:lvl4pPr>
              <a:defRPr sz="1350" b="0">
                <a:solidFill>
                  <a:srgbClr val="007D89"/>
                </a:solidFill>
                <a:latin typeface="Arial"/>
                <a:ea typeface="Arial"/>
                <a:cs typeface="Arial"/>
              </a:defRPr>
            </a:lvl4pPr>
            <a:lvl5pPr>
              <a:defRPr sz="1350" b="0">
                <a:solidFill>
                  <a:srgbClr val="007D89"/>
                </a:solidFill>
                <a:latin typeface="Arial"/>
                <a:ea typeface="Arial"/>
                <a:cs typeface="Arial"/>
              </a:defRPr>
            </a:lvl5pPr>
            <a:lvl6pPr>
              <a:defRPr sz="1350" b="0">
                <a:solidFill>
                  <a:srgbClr val="007D89"/>
                </a:solidFill>
                <a:latin typeface="Arial"/>
                <a:ea typeface="Arial"/>
                <a:cs typeface="Arial"/>
              </a:defRPr>
            </a:lvl6pPr>
            <a:lvl7pPr>
              <a:defRPr sz="1350" b="0">
                <a:solidFill>
                  <a:srgbClr val="007D89"/>
                </a:solidFill>
                <a:latin typeface="Arial"/>
                <a:ea typeface="Arial"/>
                <a:cs typeface="Arial"/>
              </a:defRPr>
            </a:lvl7pPr>
            <a:lvl8pPr>
              <a:defRPr sz="1350" b="0">
                <a:solidFill>
                  <a:srgbClr val="007D89"/>
                </a:solidFill>
                <a:latin typeface="Arial"/>
                <a:ea typeface="Arial"/>
                <a:cs typeface="Arial"/>
              </a:defRPr>
            </a:lvl8pPr>
            <a:lvl9pPr>
              <a:defRPr sz="1350" b="0">
                <a:solidFill>
                  <a:srgbClr val="007D89"/>
                </a:solidFill>
                <a:latin typeface="Arial"/>
                <a:ea typeface="Arial"/>
                <a:cs typeface="Arial"/>
              </a:defRPr>
            </a:lvl9pPr>
          </a:lstStyle>
          <a:p xmlns:a="http://schemas.openxmlformats.org/drawingml/2006/main">
            <a:pPr>
              <a:defRPr sz="1350" b="0">
                <a:solidFill>
                  <a:srgbClr val="007D89"/>
                </a:solidFill>
                <a:latin typeface="Arial"/>
                <a:ea typeface="Arial"/>
                <a:cs typeface="Arial"/>
              </a:defRPr>
            </a:pPr>
            <a:r>
              <a:rPr sz="1350" u="sng">
                <a:solidFill>
                  <a:srgbClr val="007D89"/>
                </a:solidFill>
                <a:latin typeface="Arial"/>
                <a:ea typeface="Arial"/>
                <a:cs typeface="Arial"/>
                <a:hlinkClick xmlns:r="http://schemas.openxmlformats.org/officeDocument/2006/relationships" r:id="R7e2aafc24d774d9e"/>
              </a:rPr>
              <a:t>Java: TraversalDemo.java</a:t>
            </a:r>
          </a:p>
        </p:txBody>
      </p:sp>
    </p:spTree>
    <p:extLst>
      <p:ext uri="{BB962C8B-B14F-4D97-AF65-F5344CB8AC3E}">
        <p14:creationId xmlns:p14="http://schemas.microsoft.com/office/powerpoint/2010/main" val="531456026"/>
      </p:ext>
    </p:extLst>
  </p:cSld>
</p:sld>
</file>

<file path=ppt/slides/slide25.xml><?xml version="1.0" encoding="utf-8"?>
<p:sld xmlns:p="http://schemas.openxmlformats.org/presentationml/2006/main">
  <p:cSld>
    <p:bg>
      <p:bgPr>
        <a:solidFill xmlns:a="http://schemas.openxmlformats.org/drawingml/2006/main">
          <a:srgbClr val="FAFCFD"/>
        </a:solidFill>
      </p:bgPr>
    </p:bg>
    <p:spTree>
      <p:nvGrpSpPr>
        <p:cNvPr id="1" name=""/>
        <p:cNvGrpSpPr/>
        <p:nvPr/>
      </p:nvGrpSpPr>
      <p:grpSpPr>
        <a:xfrm xmlns:a="http://schemas.openxmlformats.org/drawingml/2006/main"/>
      </p:grpSpPr>
      <p:sp>
        <p:nvSpPr>
          <p:cNvPr id="23" name="text-0">
            <a:extLst xmlns:a="http://schemas.openxmlformats.org/drawingml/2006/main">
              <a:ext uri="{FF2B5EF4-FFF2-40B4-BE49-F238E27FC236}">
                <a16:creationId xmlns:a16="http://schemas.microsoft.com/office/drawing/2014/main" id="{0B97F258-6D41-4507-A0AC-B639E136E770}"/>
              </a:ext>
            </a:extLst>
          </p:cNvPr>
          <p:cNvSpPr>
            <a:spLocks xmlns:a="http://schemas.openxmlformats.org/drawingml/2006/main" noGrp="1"/>
          </p:cNvSpPr>
          <p:nvPr/>
        </p:nvSpPr>
        <p:spPr>
          <a:xfrm xmlns:a="http://schemas.openxmlformats.org/drawingml/2006/main">
            <a:off x="609600" y="419100"/>
            <a:ext cx="10953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lgn="l">
              <a:defRPr sz="3150" b="1">
                <a:solidFill>
                  <a:srgbClr val="142E42"/>
                </a:solidFill>
                <a:latin typeface="Arial"/>
                <a:ea typeface="Arial"/>
                <a:cs typeface="Arial"/>
              </a:defRPr>
            </a:defPPr>
            <a:lvl1pPr algn="l">
              <a:buNone/>
              <a:defRPr sz="3150" b="1">
                <a:solidFill>
                  <a:srgbClr val="142E42"/>
                </a:solidFill>
                <a:latin typeface="Arial"/>
                <a:ea typeface="Arial"/>
                <a:cs typeface="Arial"/>
              </a:defRPr>
            </a:lvl1pPr>
            <a:lvl2pPr algn="l">
              <a:buNone/>
              <a:defRPr sz="3150" b="1">
                <a:solidFill>
                  <a:srgbClr val="142E42"/>
                </a:solidFill>
                <a:latin typeface="Arial"/>
                <a:ea typeface="Arial"/>
                <a:cs typeface="Arial"/>
              </a:defRPr>
            </a:lvl2pPr>
            <a:lvl3pPr algn="l">
              <a:buNone/>
              <a:defRPr sz="3150" b="1">
                <a:solidFill>
                  <a:srgbClr val="142E42"/>
                </a:solidFill>
                <a:latin typeface="Arial"/>
                <a:ea typeface="Arial"/>
                <a:cs typeface="Arial"/>
              </a:defRPr>
            </a:lvl3pPr>
            <a:lvl4pPr algn="l">
              <a:buNone/>
              <a:defRPr sz="3150" b="1">
                <a:solidFill>
                  <a:srgbClr val="142E42"/>
                </a:solidFill>
                <a:latin typeface="Arial"/>
                <a:ea typeface="Arial"/>
                <a:cs typeface="Arial"/>
              </a:defRPr>
            </a:lvl4pPr>
            <a:lvl5pPr algn="l">
              <a:buNone/>
              <a:defRPr sz="3150" b="1">
                <a:solidFill>
                  <a:srgbClr val="142E42"/>
                </a:solidFill>
                <a:latin typeface="Arial"/>
                <a:ea typeface="Arial"/>
                <a:cs typeface="Arial"/>
              </a:defRPr>
            </a:lvl5pPr>
            <a:lvl6pPr algn="l">
              <a:buNone/>
              <a:defRPr sz="3150" b="1">
                <a:solidFill>
                  <a:srgbClr val="142E42"/>
                </a:solidFill>
                <a:latin typeface="Arial"/>
                <a:ea typeface="Arial"/>
                <a:cs typeface="Arial"/>
              </a:defRPr>
            </a:lvl6pPr>
            <a:lvl7pPr algn="l">
              <a:buNone/>
              <a:defRPr sz="3150" b="1">
                <a:solidFill>
                  <a:srgbClr val="142E42"/>
                </a:solidFill>
                <a:latin typeface="Arial"/>
                <a:ea typeface="Arial"/>
                <a:cs typeface="Arial"/>
              </a:defRPr>
            </a:lvl7pPr>
            <a:lvl8pPr algn="l">
              <a:buNone/>
              <a:defRPr sz="3150" b="1">
                <a:solidFill>
                  <a:srgbClr val="142E42"/>
                </a:solidFill>
                <a:latin typeface="Arial"/>
                <a:ea typeface="Arial"/>
                <a:cs typeface="Arial"/>
              </a:defRPr>
            </a:lvl8pPr>
            <a:lvl9pPr algn="l">
              <a:buNone/>
              <a:defRPr sz="3150" b="1">
                <a:solidFill>
                  <a:srgbClr val="142E42"/>
                </a:solidFill>
                <a:latin typeface="Arial"/>
                <a:ea typeface="Arial"/>
                <a:cs typeface="Arial"/>
              </a:defRPr>
            </a:lvl9pPr>
          </a:lstStyle>
          <a:p xmlns:a="http://schemas.openxmlformats.org/drawingml/2006/main">
            <a:pPr algn="l">
              <a:buNone/>
              <a:defRPr sz="3150" b="1">
                <a:solidFill>
                  <a:srgbClr val="142E42"/>
                </a:solidFill>
                <a:latin typeface="Arial"/>
                <a:ea typeface="Arial"/>
                <a:cs typeface="Arial"/>
              </a:defRPr>
            </a:pPr>
            <a:r>
              <a:rPr sz="3150" b="1">
                <a:solidFill>
                  <a:srgbClr val="142E42"/>
                </a:solidFill>
                <a:latin typeface="Arial"/>
                <a:ea typeface="Arial"/>
                <a:cs typeface="Arial"/>
              </a:rPr>
              <a:t>Predecessor and successor</a:t>
            </a:r>
          </a:p>
        </p:txBody>
      </p:sp>
      <p:sp>
        <p:nvSpPr>
          <p:cNvPr id="2" name="text-1">
            <a:extLst xmlns:a="http://schemas.openxmlformats.org/drawingml/2006/main">
              <a:ext uri="{FF2B5EF4-FFF2-40B4-BE49-F238E27FC236}">
                <a16:creationId xmlns:a16="http://schemas.microsoft.com/office/drawing/2014/main" id="{4E5F7C75-CEB7-4521-A0A6-5148CF6A4DC5}"/>
              </a:ext>
            </a:extLst>
          </p:cNvPr>
          <p:cNvSpPr>
            <a:spLocks xmlns:a="http://schemas.openxmlformats.org/drawingml/2006/main" noGrp="1"/>
          </p:cNvSpPr>
          <p:nvPr/>
        </p:nvSpPr>
        <p:spPr>
          <a:xfrm xmlns:a="http://schemas.openxmlformats.org/drawingml/2006/main">
            <a:off x="11163300" y="6381750"/>
            <a:ext cx="476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lgn="l">
              <a:defRPr sz="1275" b="0">
                <a:solidFill>
                  <a:srgbClr val="4B6070"/>
                </a:solidFill>
                <a:latin typeface="Arial"/>
                <a:ea typeface="Arial"/>
                <a:cs typeface="Arial"/>
              </a:defRPr>
            </a:defPPr>
            <a:lvl1pPr algn="l">
              <a:buNone/>
              <a:defRPr sz="1275" b="0">
                <a:solidFill>
                  <a:srgbClr val="4B6070"/>
                </a:solidFill>
                <a:latin typeface="Arial"/>
                <a:ea typeface="Arial"/>
                <a:cs typeface="Arial"/>
              </a:defRPr>
            </a:lvl1pPr>
            <a:lvl2pPr algn="l">
              <a:buNone/>
              <a:defRPr sz="1275" b="0">
                <a:solidFill>
                  <a:srgbClr val="4B6070"/>
                </a:solidFill>
                <a:latin typeface="Arial"/>
                <a:ea typeface="Arial"/>
                <a:cs typeface="Arial"/>
              </a:defRPr>
            </a:lvl2pPr>
            <a:lvl3pPr algn="l">
              <a:buNone/>
              <a:defRPr sz="1275" b="0">
                <a:solidFill>
                  <a:srgbClr val="4B6070"/>
                </a:solidFill>
                <a:latin typeface="Arial"/>
                <a:ea typeface="Arial"/>
                <a:cs typeface="Arial"/>
              </a:defRPr>
            </a:lvl3pPr>
            <a:lvl4pPr algn="l">
              <a:buNone/>
              <a:defRPr sz="1275" b="0">
                <a:solidFill>
                  <a:srgbClr val="4B6070"/>
                </a:solidFill>
                <a:latin typeface="Arial"/>
                <a:ea typeface="Arial"/>
                <a:cs typeface="Arial"/>
              </a:defRPr>
            </a:lvl4pPr>
            <a:lvl5pPr algn="l">
              <a:buNone/>
              <a:defRPr sz="1275" b="0">
                <a:solidFill>
                  <a:srgbClr val="4B6070"/>
                </a:solidFill>
                <a:latin typeface="Arial"/>
                <a:ea typeface="Arial"/>
                <a:cs typeface="Arial"/>
              </a:defRPr>
            </a:lvl5pPr>
            <a:lvl6pPr algn="l">
              <a:buNone/>
              <a:defRPr sz="1275" b="0">
                <a:solidFill>
                  <a:srgbClr val="4B6070"/>
                </a:solidFill>
                <a:latin typeface="Arial"/>
                <a:ea typeface="Arial"/>
                <a:cs typeface="Arial"/>
              </a:defRPr>
            </a:lvl6pPr>
            <a:lvl7pPr algn="l">
              <a:buNone/>
              <a:defRPr sz="1275" b="0">
                <a:solidFill>
                  <a:srgbClr val="4B6070"/>
                </a:solidFill>
                <a:latin typeface="Arial"/>
                <a:ea typeface="Arial"/>
                <a:cs typeface="Arial"/>
              </a:defRPr>
            </a:lvl7pPr>
            <a:lvl8pPr algn="l">
              <a:buNone/>
              <a:defRPr sz="1275" b="0">
                <a:solidFill>
                  <a:srgbClr val="4B6070"/>
                </a:solidFill>
                <a:latin typeface="Arial"/>
                <a:ea typeface="Arial"/>
                <a:cs typeface="Arial"/>
              </a:defRPr>
            </a:lvl8pPr>
            <a:lvl9pPr algn="l">
              <a:buNone/>
              <a:defRPr sz="1275" b="0">
                <a:solidFill>
                  <a:srgbClr val="4B6070"/>
                </a:solidFill>
                <a:latin typeface="Arial"/>
                <a:ea typeface="Arial"/>
                <a:cs typeface="Arial"/>
              </a:defRPr>
            </a:lvl9pPr>
          </a:lstStyle>
          <a:p xmlns:a="http://schemas.openxmlformats.org/drawingml/2006/main">
            <a:pPr algn="l">
              <a:buNone/>
              <a:defRPr sz="1275" b="0">
                <a:solidFill>
                  <a:srgbClr val="4B6070"/>
                </a:solidFill>
                <a:latin typeface="Arial"/>
                <a:ea typeface="Arial"/>
                <a:cs typeface="Arial"/>
              </a:defRPr>
            </a:pPr>
            <a:r>
              <a:rPr sz="1275" b="0">
                <a:solidFill>
                  <a:srgbClr val="4B6070"/>
                </a:solidFill>
                <a:latin typeface="Arial"/>
                <a:ea typeface="Arial"/>
                <a:cs typeface="Arial"/>
              </a:rPr>
              <a:t>25</a:t>
            </a:r>
          </a:p>
        </p:txBody>
      </p:sp>
      <p:sp>
        <p:nvSpPr>
          <p:cNvPr id="3" name="text-2">
            <a:extLst xmlns:a="http://schemas.openxmlformats.org/drawingml/2006/main">
              <a:ext uri="{FF2B5EF4-FFF2-40B4-BE49-F238E27FC236}">
                <a16:creationId xmlns:a16="http://schemas.microsoft.com/office/drawing/2014/main" id="{5D9CADC5-A51E-4337-ABC8-0AC0E5095B0E}"/>
              </a:ext>
            </a:extLst>
          </p:cNvPr>
          <p:cNvSpPr>
            <a:spLocks xmlns:a="http://schemas.openxmlformats.org/drawingml/2006/main" noGrp="1"/>
          </p:cNvSpPr>
          <p:nvPr/>
        </p:nvSpPr>
        <p:spPr>
          <a:xfrm xmlns:a="http://schemas.openxmlformats.org/drawingml/2006/main">
            <a:off x="609600" y="1571625"/>
            <a:ext cx="6191250" cy="409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lgn="l">
              <a:defRPr sz="2100" b="0">
                <a:solidFill>
                  <a:srgbClr val="142E42"/>
                </a:solidFill>
                <a:latin typeface="Arial"/>
                <a:ea typeface="Arial"/>
                <a:cs typeface="Arial"/>
              </a:defRPr>
            </a:defPPr>
            <a:lvl1pPr algn="l">
              <a:buNone/>
              <a:defRPr sz="2100" b="0">
                <a:solidFill>
                  <a:srgbClr val="142E42"/>
                </a:solidFill>
                <a:latin typeface="Arial"/>
                <a:ea typeface="Arial"/>
                <a:cs typeface="Arial"/>
              </a:defRPr>
            </a:lvl1pPr>
            <a:lvl2pPr algn="l">
              <a:buNone/>
              <a:defRPr sz="2100" b="0">
                <a:solidFill>
                  <a:srgbClr val="142E42"/>
                </a:solidFill>
                <a:latin typeface="Arial"/>
                <a:ea typeface="Arial"/>
                <a:cs typeface="Arial"/>
              </a:defRPr>
            </a:lvl2pPr>
            <a:lvl3pPr algn="l">
              <a:buNone/>
              <a:defRPr sz="2100" b="0">
                <a:solidFill>
                  <a:srgbClr val="142E42"/>
                </a:solidFill>
                <a:latin typeface="Arial"/>
                <a:ea typeface="Arial"/>
                <a:cs typeface="Arial"/>
              </a:defRPr>
            </a:lvl3pPr>
            <a:lvl4pPr algn="l">
              <a:buNone/>
              <a:defRPr sz="2100" b="0">
                <a:solidFill>
                  <a:srgbClr val="142E42"/>
                </a:solidFill>
                <a:latin typeface="Arial"/>
                <a:ea typeface="Arial"/>
                <a:cs typeface="Arial"/>
              </a:defRPr>
            </a:lvl4pPr>
            <a:lvl5pPr algn="l">
              <a:buNone/>
              <a:defRPr sz="2100" b="0">
                <a:solidFill>
                  <a:srgbClr val="142E42"/>
                </a:solidFill>
                <a:latin typeface="Arial"/>
                <a:ea typeface="Arial"/>
                <a:cs typeface="Arial"/>
              </a:defRPr>
            </a:lvl5pPr>
            <a:lvl6pPr algn="l">
              <a:buNone/>
              <a:defRPr sz="2100" b="0">
                <a:solidFill>
                  <a:srgbClr val="142E42"/>
                </a:solidFill>
                <a:latin typeface="Arial"/>
                <a:ea typeface="Arial"/>
                <a:cs typeface="Arial"/>
              </a:defRPr>
            </a:lvl6pPr>
            <a:lvl7pPr algn="l">
              <a:buNone/>
              <a:defRPr sz="2100" b="0">
                <a:solidFill>
                  <a:srgbClr val="142E42"/>
                </a:solidFill>
                <a:latin typeface="Arial"/>
                <a:ea typeface="Arial"/>
                <a:cs typeface="Arial"/>
              </a:defRPr>
            </a:lvl7pPr>
            <a:lvl8pPr algn="l">
              <a:buNone/>
              <a:defRPr sz="2100" b="0">
                <a:solidFill>
                  <a:srgbClr val="142E42"/>
                </a:solidFill>
                <a:latin typeface="Arial"/>
                <a:ea typeface="Arial"/>
                <a:cs typeface="Arial"/>
              </a:defRPr>
            </a:lvl8pPr>
            <a:lvl9pPr algn="l">
              <a:buNone/>
              <a:defRPr sz="2100" b="0">
                <a:solidFill>
                  <a:srgbClr val="142E42"/>
                </a:solidFill>
                <a:latin typeface="Arial"/>
                <a:ea typeface="Arial"/>
                <a:cs typeface="Arial"/>
              </a:defRPr>
            </a:lvl9pPr>
          </a:lstStyle>
          <a:p xmlns:a="http://schemas.openxmlformats.org/drawingml/2006/main">
            <a:pPr algn="l">
              <a:buNone/>
              <a:defRPr sz="2100" b="0">
                <a:solidFill>
                  <a:srgbClr val="142E42"/>
                </a:solidFill>
                <a:latin typeface="Arial"/>
                <a:ea typeface="Arial"/>
                <a:cs typeface="Arial"/>
              </a:defRPr>
            </a:pPr>
            <a:r>
              <a:rPr sz="2100" b="0">
                <a:solidFill>
                  <a:srgbClr val="142E42"/>
                </a:solidFill>
                <a:latin typeface="Arial"/>
                <a:ea typeface="Arial"/>
                <a:cs typeface="Arial"/>
              </a:rPr>
              <a:t>For root 12:</a:t>
            </a:r>
          </a:p>
          <a:p xmlns:a="http://schemas.openxmlformats.org/drawingml/2006/main">
            <a:endParaRPr sz="2100" b="0">
              <a:solidFill>
                <a:srgbClr val="142E42"/>
              </a:solidFill>
              <a:latin typeface="Arial"/>
              <a:ea typeface="Arial"/>
              <a:cs typeface="Arial"/>
            </a:endParaRPr>
          </a:p>
          <a:p xmlns:a="http://schemas.openxmlformats.org/drawingml/2006/main">
            <a:pPr algn="l">
              <a:buNone/>
              <a:defRPr sz="2100" b="0">
                <a:solidFill>
                  <a:srgbClr val="142E42"/>
                </a:solidFill>
                <a:latin typeface="Arial"/>
                <a:ea typeface="Arial"/>
                <a:cs typeface="Arial"/>
              </a:defRPr>
            </a:pPr>
            <a:r>
              <a:rPr sz="2100" b="0">
                <a:solidFill>
                  <a:srgbClr val="142E42"/>
                </a:solidFill>
                <a:latin typeface="Arial"/>
                <a:ea typeface="Arial"/>
                <a:cs typeface="Arial"/>
              </a:rPr>
              <a:t>Predecessor = 10</a:t>
            </a:r>
          </a:p>
          <a:p xmlns:a="http://schemas.openxmlformats.org/drawingml/2006/main">
            <a:pPr algn="l">
              <a:buNone/>
              <a:defRPr sz="2100" b="0">
                <a:solidFill>
                  <a:srgbClr val="142E42"/>
                </a:solidFill>
                <a:latin typeface="Arial"/>
                <a:ea typeface="Arial"/>
                <a:cs typeface="Arial"/>
              </a:defRPr>
            </a:pPr>
            <a:r>
              <a:rPr sz="2100" b="0">
                <a:solidFill>
                  <a:srgbClr val="142E42"/>
                </a:solidFill>
                <a:latin typeface="Arial"/>
                <a:ea typeface="Arial"/>
                <a:cs typeface="Arial"/>
              </a:rPr>
              <a:t>Largest key in the left subtree.</a:t>
            </a:r>
          </a:p>
          <a:p xmlns:a="http://schemas.openxmlformats.org/drawingml/2006/main">
            <a:endParaRPr sz="2100" b="0">
              <a:solidFill>
                <a:srgbClr val="142E42"/>
              </a:solidFill>
              <a:latin typeface="Arial"/>
              <a:ea typeface="Arial"/>
              <a:cs typeface="Arial"/>
            </a:endParaRPr>
          </a:p>
          <a:p xmlns:a="http://schemas.openxmlformats.org/drawingml/2006/main">
            <a:pPr algn="l">
              <a:buNone/>
              <a:defRPr sz="2100" b="0">
                <a:solidFill>
                  <a:srgbClr val="142E42"/>
                </a:solidFill>
                <a:latin typeface="Arial"/>
                <a:ea typeface="Arial"/>
                <a:cs typeface="Arial"/>
              </a:defRPr>
            </a:pPr>
            <a:r>
              <a:rPr sz="2100" b="0">
                <a:solidFill>
                  <a:srgbClr val="142E42"/>
                </a:solidFill>
                <a:latin typeface="Arial"/>
                <a:ea typeface="Arial"/>
                <a:cs typeface="Arial"/>
              </a:rPr>
              <a:t>Successor = 15</a:t>
            </a:r>
          </a:p>
          <a:p xmlns:a="http://schemas.openxmlformats.org/drawingml/2006/main">
            <a:pPr algn="l">
              <a:buNone/>
              <a:defRPr sz="2100" b="0">
                <a:solidFill>
                  <a:srgbClr val="142E42"/>
                </a:solidFill>
                <a:latin typeface="Arial"/>
                <a:ea typeface="Arial"/>
                <a:cs typeface="Arial"/>
              </a:defRPr>
            </a:pPr>
            <a:r>
              <a:rPr sz="2100" b="0">
                <a:solidFill>
                  <a:srgbClr val="142E42"/>
                </a:solidFill>
                <a:latin typeface="Arial"/>
                <a:ea typeface="Arial"/>
                <a:cs typeface="Arial"/>
              </a:rPr>
              <a:t>Smallest key in the right subtree.</a:t>
            </a:r>
          </a:p>
          <a:p xmlns:a="http://schemas.openxmlformats.org/drawingml/2006/main">
            <a:endParaRPr sz="2100" b="0">
              <a:solidFill>
                <a:srgbClr val="142E42"/>
              </a:solidFill>
              <a:latin typeface="Arial"/>
              <a:ea typeface="Arial"/>
              <a:cs typeface="Arial"/>
            </a:endParaRPr>
          </a:p>
          <a:p xmlns:a="http://schemas.openxmlformats.org/drawingml/2006/main">
            <a:pPr algn="l">
              <a:buNone/>
              <a:defRPr sz="2100" b="0">
                <a:solidFill>
                  <a:srgbClr val="142E42"/>
                </a:solidFill>
                <a:latin typeface="Arial"/>
                <a:ea typeface="Arial"/>
                <a:cs typeface="Arial"/>
              </a:defRPr>
            </a:pPr>
            <a:r>
              <a:rPr sz="2100" b="0">
                <a:solidFill>
                  <a:srgbClr val="142E42"/>
                </a:solidFill>
                <a:latin typeface="Arial"/>
                <a:ea typeface="Arial"/>
                <a:cs typeface="Arial"/>
              </a:rPr>
              <a:t>The maximum follows right links.</a:t>
            </a:r>
          </a:p>
          <a:p xmlns:a="http://schemas.openxmlformats.org/drawingml/2006/main">
            <a:pPr algn="l">
              <a:buNone/>
              <a:defRPr sz="2100" b="0">
                <a:solidFill>
                  <a:srgbClr val="142E42"/>
                </a:solidFill>
                <a:latin typeface="Arial"/>
                <a:ea typeface="Arial"/>
                <a:cs typeface="Arial"/>
              </a:defRPr>
            </a:pPr>
            <a:r>
              <a:rPr sz="2100" b="0">
                <a:solidFill>
                  <a:srgbClr val="142E42"/>
                </a:solidFill>
                <a:latin typeface="Arial"/>
                <a:ea typeface="Arial"/>
                <a:cs typeface="Arial"/>
              </a:rPr>
              <a:t>The minimum follows left links.</a:t>
            </a:r>
          </a:p>
        </p:txBody>
      </p:sp>
      <p:sp>
        <p:nvSpPr>
          <p:cNvPr id="4" name="source-diagram-dg24-9">
            <a:extLst xmlns:a="http://schemas.openxmlformats.org/drawingml/2006/main">
              <a:ext uri="{FF2B5EF4-FFF2-40B4-BE49-F238E27FC236}">
                <a16:creationId xmlns:a16="http://schemas.microsoft.com/office/drawing/2014/main" id="{F62719C6-42B9-4309-881C-F8A52C06A62F}"/>
              </a:ext>
            </a:extLst>
          </p:cNvPr>
          <p:cNvSpPr>
            <a:spLocks xmlns:a="http://schemas.openxmlformats.org/drawingml/2006/main" noGrp="1"/>
          </p:cNvSpPr>
          <p:nvPr/>
        </p:nvSpPr>
        <p:spPr>
          <a:xfrm xmlns:a="http://schemas.openxmlformats.org/drawingml/2006/main">
            <a:off x="9661087" y="3889037"/>
            <a:ext cx="389993" cy="486383"/>
          </a:xfrm>
          <a:prstGeom xmlns:a="http://schemas.openxmlformats.org/drawingml/2006/main" prst="ellipse">
            <a:avLst/>
          </a:prstGeom>
          <a:solidFill xmlns:a="http://schemas.openxmlformats.org/drawingml/2006/main">
            <a:srgbClr val="E5EEF2"/>
          </a:solidFill>
          <a:ln xmlns:a="http://schemas.openxmlformats.org/drawingml/2006/main" w="38100">
            <a:solidFill>
              <a:srgbClr val="142E42"/>
            </a:solidFill>
            <a:round/>
          </a:l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167" b="0">
                <a:solidFill>
                  <a:srgbClr val="142E42"/>
                </a:solidFill>
                <a:latin typeface="Arial"/>
                <a:ea typeface="Arial"/>
                <a:cs typeface="Arial"/>
              </a:rPr>
              <a:t>20</a:t>
            </a:r>
          </a:p>
        </p:txBody>
      </p:sp>
      <p:sp>
        <p:nvSpPr>
          <p:cNvPr id="5" name="source-diagram-dg24-10">
            <a:extLst xmlns:a="http://schemas.openxmlformats.org/drawingml/2006/main">
              <a:ext uri="{FF2B5EF4-FFF2-40B4-BE49-F238E27FC236}">
                <a16:creationId xmlns:a16="http://schemas.microsoft.com/office/drawing/2014/main" id="{2567BE03-53D1-4EFC-BF61-319BBF18C597}"/>
              </a:ext>
            </a:extLst>
          </p:cNvPr>
          <p:cNvSpPr>
            <a:spLocks xmlns:a="http://schemas.openxmlformats.org/drawingml/2006/main" noGrp="1"/>
          </p:cNvSpPr>
          <p:nvPr/>
        </p:nvSpPr>
        <p:spPr>
          <a:xfrm xmlns:a="http://schemas.openxmlformats.org/drawingml/2006/main">
            <a:off x="8473232" y="3889037"/>
            <a:ext cx="389993" cy="486383"/>
          </a:xfrm>
          <a:prstGeom xmlns:a="http://schemas.openxmlformats.org/drawingml/2006/main" prst="ellipse">
            <a:avLst/>
          </a:prstGeom>
          <a:solidFill xmlns:a="http://schemas.openxmlformats.org/drawingml/2006/main">
            <a:srgbClr val="E5EEF2"/>
          </a:solidFill>
          <a:ln xmlns:a="http://schemas.openxmlformats.org/drawingml/2006/main" w="38100">
            <a:solidFill>
              <a:srgbClr val="142E42"/>
            </a:solidFill>
            <a:round/>
          </a:l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167" b="0">
                <a:solidFill>
                  <a:srgbClr val="142E42"/>
                </a:solidFill>
                <a:latin typeface="Arial"/>
                <a:ea typeface="Arial"/>
                <a:cs typeface="Arial"/>
              </a:rPr>
              <a:t>9</a:t>
            </a:r>
          </a:p>
        </p:txBody>
      </p:sp>
      <p:sp>
        <p:nvSpPr>
          <p:cNvPr id="6" name="source-diagram-dg24-11">
            <a:extLst xmlns:a="http://schemas.openxmlformats.org/drawingml/2006/main">
              <a:ext uri="{FF2B5EF4-FFF2-40B4-BE49-F238E27FC236}">
                <a16:creationId xmlns:a16="http://schemas.microsoft.com/office/drawing/2014/main" id="{DC55B831-7718-40A3-BA4F-1E8250BCAD60}"/>
              </a:ext>
            </a:extLst>
          </p:cNvPr>
          <p:cNvSpPr>
            <a:spLocks xmlns:a="http://schemas.openxmlformats.org/drawingml/2006/main" noGrp="1"/>
          </p:cNvSpPr>
          <p:nvPr/>
        </p:nvSpPr>
        <p:spPr>
          <a:xfrm xmlns:a="http://schemas.openxmlformats.org/drawingml/2006/main">
            <a:off x="7477125" y="3889037"/>
            <a:ext cx="389993" cy="486383"/>
          </a:xfrm>
          <a:prstGeom xmlns:a="http://schemas.openxmlformats.org/drawingml/2006/main" prst="ellipse">
            <a:avLst/>
          </a:prstGeom>
          <a:solidFill xmlns:a="http://schemas.openxmlformats.org/drawingml/2006/main">
            <a:srgbClr val="E5EEF2"/>
          </a:solidFill>
          <a:ln xmlns:a="http://schemas.openxmlformats.org/drawingml/2006/main" w="38100">
            <a:solidFill>
              <a:srgbClr val="142E42"/>
            </a:solidFill>
            <a:round/>
          </a:l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167" b="0">
                <a:solidFill>
                  <a:srgbClr val="142E42"/>
                </a:solidFill>
                <a:latin typeface="Arial"/>
                <a:ea typeface="Arial"/>
                <a:cs typeface="Arial"/>
              </a:rPr>
              <a:t>2</a:t>
            </a:r>
          </a:p>
        </p:txBody>
      </p:sp>
      <p:sp>
        <p:nvSpPr>
          <p:cNvPr id="7" name="source-diagram-dg24-12">
            <a:extLst xmlns:a="http://schemas.openxmlformats.org/drawingml/2006/main">
              <a:ext uri="{FF2B5EF4-FFF2-40B4-BE49-F238E27FC236}">
                <a16:creationId xmlns:a16="http://schemas.microsoft.com/office/drawing/2014/main" id="{9EC5A00A-53EB-4E99-B11F-FDF990A628BB}"/>
              </a:ext>
            </a:extLst>
          </p:cNvPr>
          <p:cNvSpPr>
            <a:spLocks xmlns:a="http://schemas.openxmlformats.org/drawingml/2006/main" noGrp="1"/>
          </p:cNvSpPr>
          <p:nvPr/>
        </p:nvSpPr>
        <p:spPr>
          <a:xfrm xmlns:a="http://schemas.openxmlformats.org/drawingml/2006/main">
            <a:off x="9115096" y="2754143"/>
            <a:ext cx="389993" cy="486383"/>
          </a:xfrm>
          <a:prstGeom xmlns:a="http://schemas.openxmlformats.org/drawingml/2006/main" prst="ellipse">
            <a:avLst/>
          </a:prstGeom>
          <a:solidFill xmlns:a="http://schemas.openxmlformats.org/drawingml/2006/main">
            <a:srgbClr val="007C83"/>
          </a:solidFill>
          <a:ln xmlns:a="http://schemas.openxmlformats.org/drawingml/2006/main" w="38100">
            <a:solidFill>
              <a:srgbClr val="142E42"/>
            </a:solidFill>
            <a:round/>
          </a:l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167" b="0">
                <a:solidFill>
                  <a:srgbClr val="FFFFFF"/>
                </a:solidFill>
                <a:latin typeface="Arial"/>
                <a:ea typeface="Arial"/>
                <a:cs typeface="Arial"/>
              </a:rPr>
              <a:t>15</a:t>
            </a:r>
          </a:p>
        </p:txBody>
      </p:sp>
      <p:sp>
        <p:nvSpPr>
          <p:cNvPr id="8" name="source-diagram-dg24-13">
            <a:extLst xmlns:a="http://schemas.openxmlformats.org/drawingml/2006/main">
              <a:ext uri="{FF2B5EF4-FFF2-40B4-BE49-F238E27FC236}">
                <a16:creationId xmlns:a16="http://schemas.microsoft.com/office/drawing/2014/main" id="{C2D074B4-8767-47E4-B269-88365596B3CF}"/>
              </a:ext>
            </a:extLst>
          </p:cNvPr>
          <p:cNvSpPr>
            <a:spLocks xmlns:a="http://schemas.openxmlformats.org/drawingml/2006/main" noGrp="1"/>
          </p:cNvSpPr>
          <p:nvPr/>
        </p:nvSpPr>
        <p:spPr>
          <a:xfrm xmlns:a="http://schemas.openxmlformats.org/drawingml/2006/main">
            <a:off x="7927242" y="2754143"/>
            <a:ext cx="389993" cy="486383"/>
          </a:xfrm>
          <a:prstGeom xmlns:a="http://schemas.openxmlformats.org/drawingml/2006/main" prst="ellipse">
            <a:avLst/>
          </a:prstGeom>
          <a:solidFill xmlns:a="http://schemas.openxmlformats.org/drawingml/2006/main">
            <a:srgbClr val="E5EEF2"/>
          </a:solidFill>
          <a:ln xmlns:a="http://schemas.openxmlformats.org/drawingml/2006/main" w="38100">
            <a:solidFill>
              <a:srgbClr val="142E42"/>
            </a:solidFill>
            <a:round/>
          </a:l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167" b="0">
                <a:solidFill>
                  <a:srgbClr val="142E42"/>
                </a:solidFill>
                <a:latin typeface="Arial"/>
                <a:ea typeface="Arial"/>
                <a:cs typeface="Arial"/>
              </a:rPr>
              <a:t>5</a:t>
            </a:r>
          </a:p>
        </p:txBody>
      </p:sp>
      <p:sp>
        <p:nvSpPr>
          <p:cNvPr id="9" name="source-diagram-dg24-14">
            <a:extLst xmlns:a="http://schemas.openxmlformats.org/drawingml/2006/main">
              <a:ext uri="{FF2B5EF4-FFF2-40B4-BE49-F238E27FC236}">
                <a16:creationId xmlns:a16="http://schemas.microsoft.com/office/drawing/2014/main" id="{D1FE3577-6037-4F40-9DBE-DE9DEBE7D726}"/>
              </a:ext>
            </a:extLst>
          </p:cNvPr>
          <p:cNvSpPr>
            <a:spLocks xmlns:a="http://schemas.openxmlformats.org/drawingml/2006/main" noGrp="1"/>
          </p:cNvSpPr>
          <p:nvPr/>
        </p:nvSpPr>
        <p:spPr>
          <a:xfrm xmlns:a="http://schemas.openxmlformats.org/drawingml/2006/main">
            <a:off x="8491107" y="1619250"/>
            <a:ext cx="389993" cy="486383"/>
          </a:xfrm>
          <a:prstGeom xmlns:a="http://schemas.openxmlformats.org/drawingml/2006/main" prst="ellipse">
            <a:avLst/>
          </a:prstGeom>
          <a:solidFill xmlns:a="http://schemas.openxmlformats.org/drawingml/2006/main">
            <a:srgbClr val="007C83"/>
          </a:solidFill>
          <a:ln xmlns:a="http://schemas.openxmlformats.org/drawingml/2006/main" w="38100">
            <a:solidFill>
              <a:srgbClr val="142E42"/>
            </a:solidFill>
            <a:round/>
          </a:l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167" b="0">
                <a:solidFill>
                  <a:srgbClr val="FFFFFF"/>
                </a:solidFill>
                <a:latin typeface="Arial"/>
                <a:ea typeface="Arial"/>
                <a:cs typeface="Arial"/>
              </a:rPr>
              <a:t>12</a:t>
            </a:r>
          </a:p>
        </p:txBody>
      </p:sp>
      <p:cxnSp>
        <p:nvCxnSpPr>
          <p:cNvPr id="10" name="source-diagram-dg24-15">
            <a:extLst xmlns:a="http://schemas.openxmlformats.org/drawingml/2006/main">
              <a:ext uri="{FF2B5EF4-FFF2-40B4-BE49-F238E27FC236}">
                <a16:creationId xmlns:a16="http://schemas.microsoft.com/office/drawing/2014/main" id="{A29D7DFB-6592-4B34-B6C8-7735011B8F26}"/>
              </a:ext>
            </a:extLst>
          </p:cNvPr>
          <p:cNvCxnSpPr/>
          <p:nvPr/>
        </p:nvCxnSpPr>
        <p:spPr>
          <a:xfrm xmlns:a="http://schemas.openxmlformats.org/drawingml/2006/main" rot="5400000">
            <a:off x="8046678" y="2128640"/>
            <a:ext cx="577104" cy="531266"/>
          </a:xfrm>
          <a:prstGeom xmlns:a="http://schemas.openxmlformats.org/drawingml/2006/main" prst="straightConnector1">
            <a:avLst/>
          </a:prstGeom>
          <a:ln xmlns:a="http://schemas.openxmlformats.org/drawingml/2006/main" w="9525">
            <a:solidFill>
              <a:srgbClr val="142E42"/>
            </a:solidFill>
            <a:round/>
            <a:headEnd type="none" w="med" len="med"/>
            <a:tailEnd type="none" w="med" len="med"/>
          </a:ln>
        </p:spPr>
      </p:cxnSp>
      <p:cxnSp>
        <p:nvCxnSpPr>
          <p:cNvPr id="11" name="source-diagram-dg24-16">
            <a:extLst xmlns:a="http://schemas.openxmlformats.org/drawingml/2006/main">
              <a:ext uri="{FF2B5EF4-FFF2-40B4-BE49-F238E27FC236}">
                <a16:creationId xmlns:a16="http://schemas.microsoft.com/office/drawing/2014/main" id="{D9304385-1907-41B6-8E48-95544737D3DA}"/>
              </a:ext>
            </a:extLst>
          </p:cNvPr>
          <p:cNvCxnSpPr/>
          <p:nvPr/>
        </p:nvCxnSpPr>
        <p:spPr>
          <a:xfrm xmlns:a="http://schemas.openxmlformats.org/drawingml/2006/main" rot="16200000" flipH="1">
            <a:off x="8778488" y="2091149"/>
            <a:ext cx="577104" cy="606250"/>
          </a:xfrm>
          <a:prstGeom xmlns:a="http://schemas.openxmlformats.org/drawingml/2006/main" prst="straightConnector1">
            <a:avLst/>
          </a:prstGeom>
          <a:ln xmlns:a="http://schemas.openxmlformats.org/drawingml/2006/main" w="9525">
            <a:solidFill>
              <a:srgbClr val="142E42"/>
            </a:solidFill>
            <a:round/>
            <a:headEnd type="none" w="med" len="med"/>
            <a:tailEnd type="none" w="med" len="med"/>
          </a:ln>
        </p:spPr>
      </p:cxnSp>
      <p:cxnSp>
        <p:nvCxnSpPr>
          <p:cNvPr id="12" name="source-diagram-dg24-17">
            <a:extLst xmlns:a="http://schemas.openxmlformats.org/drawingml/2006/main">
              <a:ext uri="{FF2B5EF4-FFF2-40B4-BE49-F238E27FC236}">
                <a16:creationId xmlns:a16="http://schemas.microsoft.com/office/drawing/2014/main" id="{F25EC1A6-9F2B-42FE-8B95-ECFA9D27814C}"/>
              </a:ext>
            </a:extLst>
          </p:cNvPr>
          <p:cNvCxnSpPr/>
          <p:nvPr/>
        </p:nvCxnSpPr>
        <p:spPr>
          <a:xfrm xmlns:a="http://schemas.openxmlformats.org/drawingml/2006/main">
            <a:off x="9448216" y="3193915"/>
            <a:ext cx="407867" cy="670803"/>
          </a:xfrm>
          <a:prstGeom xmlns:a="http://schemas.openxmlformats.org/drawingml/2006/main" prst="straightConnector1">
            <a:avLst/>
          </a:prstGeom>
          <a:ln xmlns:a="http://schemas.openxmlformats.org/drawingml/2006/main" w="9525">
            <a:solidFill>
              <a:srgbClr val="142E42"/>
            </a:solidFill>
            <a:round/>
            <a:headEnd type="none" w="med" len="med"/>
            <a:tailEnd type="none" w="med" len="med"/>
          </a:ln>
        </p:spPr>
      </p:cxnSp>
      <p:cxnSp>
        <p:nvCxnSpPr>
          <p:cNvPr id="13" name="source-diagram-dg24-18">
            <a:extLst xmlns:a="http://schemas.openxmlformats.org/drawingml/2006/main">
              <a:ext uri="{FF2B5EF4-FFF2-40B4-BE49-F238E27FC236}">
                <a16:creationId xmlns:a16="http://schemas.microsoft.com/office/drawing/2014/main" id="{D8A10CCA-4ED2-4DAA-B89C-A0FB0CF21FBA}"/>
              </a:ext>
            </a:extLst>
          </p:cNvPr>
          <p:cNvCxnSpPr/>
          <p:nvPr/>
        </p:nvCxnSpPr>
        <p:spPr>
          <a:xfrm xmlns:a="http://schemas.openxmlformats.org/drawingml/2006/main" rot="5400000">
            <a:off x="7539687" y="3334466"/>
            <a:ext cx="577104" cy="389404"/>
          </a:xfrm>
          <a:prstGeom xmlns:a="http://schemas.openxmlformats.org/drawingml/2006/main" prst="straightConnector1">
            <a:avLst/>
          </a:prstGeom>
          <a:ln xmlns:a="http://schemas.openxmlformats.org/drawingml/2006/main" w="9525">
            <a:solidFill>
              <a:srgbClr val="142E42"/>
            </a:solidFill>
            <a:round/>
            <a:headEnd type="none" w="med" len="med"/>
            <a:tailEnd type="none" w="med" len="med"/>
          </a:ln>
        </p:spPr>
      </p:cxnSp>
      <p:cxnSp>
        <p:nvCxnSpPr>
          <p:cNvPr id="14" name="source-diagram-dg24-19">
            <a:extLst xmlns:a="http://schemas.openxmlformats.org/drawingml/2006/main">
              <a:ext uri="{FF2B5EF4-FFF2-40B4-BE49-F238E27FC236}">
                <a16:creationId xmlns:a16="http://schemas.microsoft.com/office/drawing/2014/main" id="{0079D0E6-7741-4C00-B17A-1F3D60609F78}"/>
              </a:ext>
            </a:extLst>
          </p:cNvPr>
          <p:cNvCxnSpPr/>
          <p:nvPr/>
        </p:nvCxnSpPr>
        <p:spPr>
          <a:xfrm xmlns:a="http://schemas.openxmlformats.org/drawingml/2006/main">
            <a:off x="8260361" y="3193915"/>
            <a:ext cx="407867" cy="670803"/>
          </a:xfrm>
          <a:prstGeom xmlns:a="http://schemas.openxmlformats.org/drawingml/2006/main" prst="straightConnector1">
            <a:avLst/>
          </a:prstGeom>
          <a:ln xmlns:a="http://schemas.openxmlformats.org/drawingml/2006/main" w="9525">
            <a:solidFill>
              <a:srgbClr val="142E42"/>
            </a:solidFill>
            <a:round/>
            <a:headEnd type="none" w="med" len="med"/>
            <a:tailEnd type="none" w="med" len="med"/>
          </a:ln>
        </p:spPr>
      </p:cxnSp>
      <p:sp>
        <p:nvSpPr>
          <p:cNvPr id="15" name="source-diagram-dg24-20">
            <a:extLst xmlns:a="http://schemas.openxmlformats.org/drawingml/2006/main">
              <a:ext uri="{FF2B5EF4-FFF2-40B4-BE49-F238E27FC236}">
                <a16:creationId xmlns:a16="http://schemas.microsoft.com/office/drawing/2014/main" id="{253C63BB-6E59-4FCF-93C5-A2DC9E5CC886}"/>
              </a:ext>
            </a:extLst>
          </p:cNvPr>
          <p:cNvSpPr>
            <a:spLocks xmlns:a="http://schemas.openxmlformats.org/drawingml/2006/main" noGrp="1"/>
          </p:cNvSpPr>
          <p:nvPr/>
        </p:nvSpPr>
        <p:spPr>
          <a:xfrm xmlns:a="http://schemas.openxmlformats.org/drawingml/2006/main">
            <a:off x="9934082" y="5023931"/>
            <a:ext cx="389993" cy="486383"/>
          </a:xfrm>
          <a:prstGeom xmlns:a="http://schemas.openxmlformats.org/drawingml/2006/main" prst="ellipse">
            <a:avLst/>
          </a:prstGeom>
          <a:solidFill xmlns:a="http://schemas.openxmlformats.org/drawingml/2006/main">
            <a:srgbClr val="E5EEF2"/>
          </a:solidFill>
          <a:ln xmlns:a="http://schemas.openxmlformats.org/drawingml/2006/main" w="38100">
            <a:solidFill>
              <a:srgbClr val="142E42"/>
            </a:solidFill>
            <a:round/>
          </a:l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167" b="0">
                <a:solidFill>
                  <a:srgbClr val="142E42"/>
                </a:solidFill>
                <a:latin typeface="Arial"/>
                <a:ea typeface="Arial"/>
                <a:cs typeface="Arial"/>
              </a:rPr>
              <a:t>30</a:t>
            </a:r>
          </a:p>
        </p:txBody>
      </p:sp>
      <p:cxnSp>
        <p:nvCxnSpPr>
          <p:cNvPr id="16" name="source-diagram-dg24-21">
            <a:extLst xmlns:a="http://schemas.openxmlformats.org/drawingml/2006/main">
              <a:ext uri="{FF2B5EF4-FFF2-40B4-BE49-F238E27FC236}">
                <a16:creationId xmlns:a16="http://schemas.microsoft.com/office/drawing/2014/main" id="{E472A040-9356-43DD-BAD0-A5C47A46DE15}"/>
              </a:ext>
            </a:extLst>
          </p:cNvPr>
          <p:cNvCxnSpPr/>
          <p:nvPr/>
        </p:nvCxnSpPr>
        <p:spPr>
          <a:xfrm xmlns:a="http://schemas.openxmlformats.org/drawingml/2006/main">
            <a:off x="9994206" y="4328809"/>
            <a:ext cx="134872" cy="670803"/>
          </a:xfrm>
          <a:prstGeom xmlns:a="http://schemas.openxmlformats.org/drawingml/2006/main" prst="straightConnector1">
            <a:avLst/>
          </a:prstGeom>
          <a:ln xmlns:a="http://schemas.openxmlformats.org/drawingml/2006/main" w="9525">
            <a:solidFill>
              <a:srgbClr val="142E42"/>
            </a:solidFill>
            <a:round/>
            <a:headEnd type="none" w="med" len="med"/>
            <a:tailEnd type="none" w="med" len="med"/>
          </a:ln>
        </p:spPr>
      </p:cxnSp>
      <p:sp>
        <p:nvSpPr>
          <p:cNvPr id="17" name="source-diagram-dg24-22">
            <a:extLst xmlns:a="http://schemas.openxmlformats.org/drawingml/2006/main">
              <a:ext uri="{FF2B5EF4-FFF2-40B4-BE49-F238E27FC236}">
                <a16:creationId xmlns:a16="http://schemas.microsoft.com/office/drawing/2014/main" id="{D8B88EEB-FAE2-4582-BDF1-B4D9F7C88079}"/>
              </a:ext>
            </a:extLst>
          </p:cNvPr>
          <p:cNvSpPr>
            <a:spLocks xmlns:a="http://schemas.openxmlformats.org/drawingml/2006/main" noGrp="1"/>
          </p:cNvSpPr>
          <p:nvPr/>
        </p:nvSpPr>
        <p:spPr>
          <a:xfrm xmlns:a="http://schemas.openxmlformats.org/drawingml/2006/main">
            <a:off x="8200237" y="5023931"/>
            <a:ext cx="389993" cy="486383"/>
          </a:xfrm>
          <a:prstGeom xmlns:a="http://schemas.openxmlformats.org/drawingml/2006/main" prst="ellipse">
            <a:avLst/>
          </a:prstGeom>
          <a:solidFill xmlns:a="http://schemas.openxmlformats.org/drawingml/2006/main">
            <a:srgbClr val="E5EEF2"/>
          </a:solidFill>
          <a:ln xmlns:a="http://schemas.openxmlformats.org/drawingml/2006/main" w="38100">
            <a:solidFill>
              <a:srgbClr val="142E42"/>
            </a:solidFill>
            <a:round/>
          </a:l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167" b="0">
                <a:solidFill>
                  <a:srgbClr val="142E42"/>
                </a:solidFill>
                <a:latin typeface="Arial"/>
                <a:ea typeface="Arial"/>
                <a:cs typeface="Arial"/>
              </a:rPr>
              <a:t>7</a:t>
            </a:r>
          </a:p>
        </p:txBody>
      </p:sp>
      <p:cxnSp>
        <p:nvCxnSpPr>
          <p:cNvPr id="18" name="source-diagram-dg24-23">
            <a:extLst xmlns:a="http://schemas.openxmlformats.org/drawingml/2006/main">
              <a:ext uri="{FF2B5EF4-FFF2-40B4-BE49-F238E27FC236}">
                <a16:creationId xmlns:a16="http://schemas.microsoft.com/office/drawing/2014/main" id="{7B3CB669-5DA4-4EC1-A1A3-65B2811AD5F8}"/>
              </a:ext>
            </a:extLst>
          </p:cNvPr>
          <p:cNvCxnSpPr/>
          <p:nvPr/>
        </p:nvCxnSpPr>
        <p:spPr>
          <a:xfrm xmlns:a="http://schemas.openxmlformats.org/drawingml/2006/main" flipH="1">
            <a:off x="8395233" y="4328809"/>
            <a:ext cx="134873" cy="670803"/>
          </a:xfrm>
          <a:prstGeom xmlns:a="http://schemas.openxmlformats.org/drawingml/2006/main" prst="straightConnector1">
            <a:avLst/>
          </a:prstGeom>
          <a:ln xmlns:a="http://schemas.openxmlformats.org/drawingml/2006/main" w="9525">
            <a:solidFill>
              <a:srgbClr val="142E42"/>
            </a:solidFill>
            <a:round/>
            <a:headEnd type="none" w="med" len="med"/>
            <a:tailEnd type="none" w="med" len="med"/>
          </a:ln>
        </p:spPr>
      </p:cxnSp>
      <p:sp>
        <p:nvSpPr>
          <p:cNvPr id="19" name="source-diagram-dg24-24">
            <a:extLst xmlns:a="http://schemas.openxmlformats.org/drawingml/2006/main">
              <a:ext uri="{FF2B5EF4-FFF2-40B4-BE49-F238E27FC236}">
                <a16:creationId xmlns:a16="http://schemas.microsoft.com/office/drawing/2014/main" id="{9CDD99C4-8213-4398-9DE9-1E7CE9A9C277}"/>
              </a:ext>
            </a:extLst>
          </p:cNvPr>
          <p:cNvSpPr>
            <a:spLocks xmlns:a="http://schemas.openxmlformats.org/drawingml/2006/main" noGrp="1"/>
          </p:cNvSpPr>
          <p:nvPr/>
        </p:nvSpPr>
        <p:spPr>
          <a:xfrm xmlns:a="http://schemas.openxmlformats.org/drawingml/2006/main">
            <a:off x="9388091" y="5013798"/>
            <a:ext cx="389993" cy="486383"/>
          </a:xfrm>
          <a:prstGeom xmlns:a="http://schemas.openxmlformats.org/drawingml/2006/main" prst="ellipse">
            <a:avLst/>
          </a:prstGeom>
          <a:solidFill xmlns:a="http://schemas.openxmlformats.org/drawingml/2006/main">
            <a:srgbClr val="E5EEF2"/>
          </a:solidFill>
          <a:ln xmlns:a="http://schemas.openxmlformats.org/drawingml/2006/main" w="38100">
            <a:solidFill>
              <a:srgbClr val="142E42"/>
            </a:solidFill>
            <a:round/>
          </a:l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167" b="0">
                <a:solidFill>
                  <a:srgbClr val="142E42"/>
                </a:solidFill>
                <a:latin typeface="Arial"/>
                <a:ea typeface="Arial"/>
                <a:cs typeface="Arial"/>
              </a:rPr>
              <a:t>17</a:t>
            </a:r>
          </a:p>
        </p:txBody>
      </p:sp>
      <p:cxnSp>
        <p:nvCxnSpPr>
          <p:cNvPr id="20" name="source-diagram-dg24-25">
            <a:extLst xmlns:a="http://schemas.openxmlformats.org/drawingml/2006/main">
              <a:ext uri="{FF2B5EF4-FFF2-40B4-BE49-F238E27FC236}">
                <a16:creationId xmlns:a16="http://schemas.microsoft.com/office/drawing/2014/main" id="{3A5884CB-A4A8-419A-B1BB-061EE2AE0E7E}"/>
              </a:ext>
            </a:extLst>
          </p:cNvPr>
          <p:cNvCxnSpPr/>
          <p:nvPr/>
        </p:nvCxnSpPr>
        <p:spPr>
          <a:xfrm xmlns:a="http://schemas.openxmlformats.org/drawingml/2006/main" flipH="1">
            <a:off x="9583088" y="4328809"/>
            <a:ext cx="134873" cy="660670"/>
          </a:xfrm>
          <a:prstGeom xmlns:a="http://schemas.openxmlformats.org/drawingml/2006/main" prst="straightConnector1">
            <a:avLst/>
          </a:prstGeom>
          <a:ln xmlns:a="http://schemas.openxmlformats.org/drawingml/2006/main" w="9525">
            <a:solidFill>
              <a:srgbClr val="142E42"/>
            </a:solidFill>
            <a:round/>
            <a:headEnd type="none" w="med" len="med"/>
            <a:tailEnd type="none" w="med" len="med"/>
          </a:ln>
        </p:spPr>
      </p:cxnSp>
      <p:sp>
        <p:nvSpPr>
          <p:cNvPr id="21" name="source-diagram-dg24-26">
            <a:extLst xmlns:a="http://schemas.openxmlformats.org/drawingml/2006/main">
              <a:ext uri="{FF2B5EF4-FFF2-40B4-BE49-F238E27FC236}">
                <a16:creationId xmlns:a16="http://schemas.microsoft.com/office/drawing/2014/main" id="{99EF9087-4EEF-44CD-80C3-9E7ADE0CAF8A}"/>
              </a:ext>
            </a:extLst>
          </p:cNvPr>
          <p:cNvSpPr>
            <a:spLocks xmlns:a="http://schemas.openxmlformats.org/drawingml/2006/main" noGrp="1"/>
          </p:cNvSpPr>
          <p:nvPr/>
        </p:nvSpPr>
        <p:spPr>
          <a:xfrm xmlns:a="http://schemas.openxmlformats.org/drawingml/2006/main">
            <a:off x="8725103" y="5038117"/>
            <a:ext cx="389993" cy="486383"/>
          </a:xfrm>
          <a:prstGeom xmlns:a="http://schemas.openxmlformats.org/drawingml/2006/main" prst="ellipse">
            <a:avLst/>
          </a:prstGeom>
          <a:solidFill xmlns:a="http://schemas.openxmlformats.org/drawingml/2006/main">
            <a:srgbClr val="007C83"/>
          </a:solidFill>
          <a:ln xmlns:a="http://schemas.openxmlformats.org/drawingml/2006/main" w="38100">
            <a:solidFill>
              <a:srgbClr val="142E42"/>
            </a:solidFill>
            <a:round/>
          </a:l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167" b="0">
                <a:solidFill>
                  <a:srgbClr val="FFFFFF"/>
                </a:solidFill>
                <a:latin typeface="Arial"/>
                <a:ea typeface="Arial"/>
                <a:cs typeface="Arial"/>
              </a:rPr>
              <a:t>10</a:t>
            </a:r>
          </a:p>
        </p:txBody>
      </p:sp>
      <p:cxnSp>
        <p:nvCxnSpPr>
          <p:cNvPr id="22" name="source-diagram-dg24-27">
            <a:extLst xmlns:a="http://schemas.openxmlformats.org/drawingml/2006/main">
              <a:ext uri="{FF2B5EF4-FFF2-40B4-BE49-F238E27FC236}">
                <a16:creationId xmlns:a16="http://schemas.microsoft.com/office/drawing/2014/main" id="{2145C56C-44C2-499C-A838-7842FFC63097}"/>
              </a:ext>
            </a:extLst>
          </p:cNvPr>
          <p:cNvCxnSpPr/>
          <p:nvPr/>
        </p:nvCxnSpPr>
        <p:spPr>
          <a:xfrm xmlns:a="http://schemas.openxmlformats.org/drawingml/2006/main">
            <a:off x="8785226" y="4342995"/>
            <a:ext cx="134873" cy="670804"/>
          </a:xfrm>
          <a:prstGeom xmlns:a="http://schemas.openxmlformats.org/drawingml/2006/main" prst="straightConnector1">
            <a:avLst/>
          </a:prstGeom>
          <a:ln xmlns:a="http://schemas.openxmlformats.org/drawingml/2006/main" w="9525">
            <a:solidFill>
              <a:srgbClr val="142E42"/>
            </a:solidFill>
            <a:round/>
            <a:headEnd type="none" w="med" len="med"/>
            <a:tailEnd type="none" w="med" len="med"/>
          </a:ln>
        </p:spPr>
      </p:cxnSp>
      <p:sp>
        <p:nvSpPr>
          <p:cNvPr id="24" name="local-java-BST">
            <a:extLst xmlns:a="http://schemas.openxmlformats.org/drawingml/2006/main">
              <a:ext uri="{FF2B5EF4-FFF2-40B4-BE49-F238E27FC236}">
                <a16:creationId xmlns:a16="http://schemas.microsoft.com/office/drawing/2014/main" id="{FE657E30-4D2D-43AE-A6E1-2D4A390661FB}"/>
              </a:ext>
            </a:extLst>
          </p:cNvPr>
          <p:cNvSpPr>
            <a:spLocks xmlns:a="http://schemas.openxmlformats.org/drawingml/2006/main" noGrp="1"/>
          </p:cNvSpPr>
          <p:nvPr/>
        </p:nvSpPr>
        <p:spPr>
          <a:xfrm xmlns:a="http://schemas.openxmlformats.org/drawingml/2006/main">
            <a:off x="609600" y="6134100"/>
            <a:ext cx="357187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350" b="0">
                <a:solidFill>
                  <a:srgbClr val="007D89"/>
                </a:solidFill>
                <a:latin typeface="Arial"/>
                <a:ea typeface="Arial"/>
                <a:cs typeface="Arial"/>
              </a:defRPr>
            </a:defPPr>
            <a:lvl1pPr>
              <a:defRPr sz="1350" b="0">
                <a:solidFill>
                  <a:srgbClr val="007D89"/>
                </a:solidFill>
                <a:latin typeface="Arial"/>
                <a:ea typeface="Arial"/>
                <a:cs typeface="Arial"/>
              </a:defRPr>
            </a:lvl1pPr>
            <a:lvl2pPr>
              <a:defRPr sz="1350" b="0">
                <a:solidFill>
                  <a:srgbClr val="007D89"/>
                </a:solidFill>
                <a:latin typeface="Arial"/>
                <a:ea typeface="Arial"/>
                <a:cs typeface="Arial"/>
              </a:defRPr>
            </a:lvl2pPr>
            <a:lvl3pPr>
              <a:defRPr sz="1350" b="0">
                <a:solidFill>
                  <a:srgbClr val="007D89"/>
                </a:solidFill>
                <a:latin typeface="Arial"/>
                <a:ea typeface="Arial"/>
                <a:cs typeface="Arial"/>
              </a:defRPr>
            </a:lvl3pPr>
            <a:lvl4pPr>
              <a:defRPr sz="1350" b="0">
                <a:solidFill>
                  <a:srgbClr val="007D89"/>
                </a:solidFill>
                <a:latin typeface="Arial"/>
                <a:ea typeface="Arial"/>
                <a:cs typeface="Arial"/>
              </a:defRPr>
            </a:lvl4pPr>
            <a:lvl5pPr>
              <a:defRPr sz="1350" b="0">
                <a:solidFill>
                  <a:srgbClr val="007D89"/>
                </a:solidFill>
                <a:latin typeface="Arial"/>
                <a:ea typeface="Arial"/>
                <a:cs typeface="Arial"/>
              </a:defRPr>
            </a:lvl5pPr>
            <a:lvl6pPr>
              <a:defRPr sz="1350" b="0">
                <a:solidFill>
                  <a:srgbClr val="007D89"/>
                </a:solidFill>
                <a:latin typeface="Arial"/>
                <a:ea typeface="Arial"/>
                <a:cs typeface="Arial"/>
              </a:defRPr>
            </a:lvl6pPr>
            <a:lvl7pPr>
              <a:defRPr sz="1350" b="0">
                <a:solidFill>
                  <a:srgbClr val="007D89"/>
                </a:solidFill>
                <a:latin typeface="Arial"/>
                <a:ea typeface="Arial"/>
                <a:cs typeface="Arial"/>
              </a:defRPr>
            </a:lvl7pPr>
            <a:lvl8pPr>
              <a:defRPr sz="1350" b="0">
                <a:solidFill>
                  <a:srgbClr val="007D89"/>
                </a:solidFill>
                <a:latin typeface="Arial"/>
                <a:ea typeface="Arial"/>
                <a:cs typeface="Arial"/>
              </a:defRPr>
            </a:lvl8pPr>
            <a:lvl9pPr>
              <a:defRPr sz="1350" b="0">
                <a:solidFill>
                  <a:srgbClr val="007D89"/>
                </a:solidFill>
                <a:latin typeface="Arial"/>
                <a:ea typeface="Arial"/>
                <a:cs typeface="Arial"/>
              </a:defRPr>
            </a:lvl9pPr>
          </a:lstStyle>
          <a:p xmlns:a="http://schemas.openxmlformats.org/drawingml/2006/main">
            <a:pPr>
              <a:defRPr sz="1350" b="0">
                <a:solidFill>
                  <a:srgbClr val="007D89"/>
                </a:solidFill>
                <a:latin typeface="Arial"/>
                <a:ea typeface="Arial"/>
                <a:cs typeface="Arial"/>
              </a:defRPr>
            </a:pPr>
            <a:r>
              <a:rPr sz="1350" u="sng">
                <a:solidFill>
                  <a:srgbClr val="007D89"/>
                </a:solidFill>
                <a:latin typeface="Arial"/>
                <a:ea typeface="Arial"/>
                <a:cs typeface="Arial"/>
                <a:hlinkClick xmlns:r="http://schemas.openxmlformats.org/officeDocument/2006/relationships" r:id="R59dd0338ae664fc9"/>
              </a:rPr>
              <a:t>Java: BST.java</a:t>
            </a:r>
          </a:p>
        </p:txBody>
      </p:sp>
      <p:sp>
        <p:nvSpPr>
          <p:cNvPr id="25" name="local-java-TestBST">
            <a:extLst xmlns:a="http://schemas.openxmlformats.org/drawingml/2006/main">
              <a:ext uri="{FF2B5EF4-FFF2-40B4-BE49-F238E27FC236}">
                <a16:creationId xmlns:a16="http://schemas.microsoft.com/office/drawing/2014/main" id="{E15BA8EF-CFAB-4496-8395-F3E11D8EB499}"/>
              </a:ext>
            </a:extLst>
          </p:cNvPr>
          <p:cNvSpPr>
            <a:spLocks xmlns:a="http://schemas.openxmlformats.org/drawingml/2006/main" noGrp="1"/>
          </p:cNvSpPr>
          <p:nvPr/>
        </p:nvSpPr>
        <p:spPr>
          <a:xfrm xmlns:a="http://schemas.openxmlformats.org/drawingml/2006/main">
            <a:off x="4229100" y="6134100"/>
            <a:ext cx="357187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350" b="0">
                <a:solidFill>
                  <a:srgbClr val="007D89"/>
                </a:solidFill>
                <a:latin typeface="Arial"/>
                <a:ea typeface="Arial"/>
                <a:cs typeface="Arial"/>
              </a:defRPr>
            </a:defPPr>
            <a:lvl1pPr>
              <a:defRPr sz="1350" b="0">
                <a:solidFill>
                  <a:srgbClr val="007D89"/>
                </a:solidFill>
                <a:latin typeface="Arial"/>
                <a:ea typeface="Arial"/>
                <a:cs typeface="Arial"/>
              </a:defRPr>
            </a:lvl1pPr>
            <a:lvl2pPr>
              <a:defRPr sz="1350" b="0">
                <a:solidFill>
                  <a:srgbClr val="007D89"/>
                </a:solidFill>
                <a:latin typeface="Arial"/>
                <a:ea typeface="Arial"/>
                <a:cs typeface="Arial"/>
              </a:defRPr>
            </a:lvl2pPr>
            <a:lvl3pPr>
              <a:defRPr sz="1350" b="0">
                <a:solidFill>
                  <a:srgbClr val="007D89"/>
                </a:solidFill>
                <a:latin typeface="Arial"/>
                <a:ea typeface="Arial"/>
                <a:cs typeface="Arial"/>
              </a:defRPr>
            </a:lvl3pPr>
            <a:lvl4pPr>
              <a:defRPr sz="1350" b="0">
                <a:solidFill>
                  <a:srgbClr val="007D89"/>
                </a:solidFill>
                <a:latin typeface="Arial"/>
                <a:ea typeface="Arial"/>
                <a:cs typeface="Arial"/>
              </a:defRPr>
            </a:lvl4pPr>
            <a:lvl5pPr>
              <a:defRPr sz="1350" b="0">
                <a:solidFill>
                  <a:srgbClr val="007D89"/>
                </a:solidFill>
                <a:latin typeface="Arial"/>
                <a:ea typeface="Arial"/>
                <a:cs typeface="Arial"/>
              </a:defRPr>
            </a:lvl5pPr>
            <a:lvl6pPr>
              <a:defRPr sz="1350" b="0">
                <a:solidFill>
                  <a:srgbClr val="007D89"/>
                </a:solidFill>
                <a:latin typeface="Arial"/>
                <a:ea typeface="Arial"/>
                <a:cs typeface="Arial"/>
              </a:defRPr>
            </a:lvl6pPr>
            <a:lvl7pPr>
              <a:defRPr sz="1350" b="0">
                <a:solidFill>
                  <a:srgbClr val="007D89"/>
                </a:solidFill>
                <a:latin typeface="Arial"/>
                <a:ea typeface="Arial"/>
                <a:cs typeface="Arial"/>
              </a:defRPr>
            </a:lvl7pPr>
            <a:lvl8pPr>
              <a:defRPr sz="1350" b="0">
                <a:solidFill>
                  <a:srgbClr val="007D89"/>
                </a:solidFill>
                <a:latin typeface="Arial"/>
                <a:ea typeface="Arial"/>
                <a:cs typeface="Arial"/>
              </a:defRPr>
            </a:lvl8pPr>
            <a:lvl9pPr>
              <a:defRPr sz="1350" b="0">
                <a:solidFill>
                  <a:srgbClr val="007D89"/>
                </a:solidFill>
                <a:latin typeface="Arial"/>
                <a:ea typeface="Arial"/>
                <a:cs typeface="Arial"/>
              </a:defRPr>
            </a:lvl9pPr>
          </a:lstStyle>
          <a:p xmlns:a="http://schemas.openxmlformats.org/drawingml/2006/main">
            <a:pPr>
              <a:defRPr sz="1350" b="0">
                <a:solidFill>
                  <a:srgbClr val="007D89"/>
                </a:solidFill>
                <a:latin typeface="Arial"/>
                <a:ea typeface="Arial"/>
                <a:cs typeface="Arial"/>
              </a:defRPr>
            </a:pPr>
            <a:r>
              <a:rPr sz="1350" u="sng">
                <a:solidFill>
                  <a:srgbClr val="007D89"/>
                </a:solidFill>
                <a:latin typeface="Arial"/>
                <a:ea typeface="Arial"/>
                <a:cs typeface="Arial"/>
                <a:hlinkClick xmlns:r="http://schemas.openxmlformats.org/officeDocument/2006/relationships" r:id="R88821892a9c2463f"/>
              </a:rPr>
              <a:t>Java: TestBST.java</a:t>
            </a:r>
          </a:p>
        </p:txBody>
      </p:sp>
    </p:spTree>
    <p:extLst>
      <p:ext uri="{BB962C8B-B14F-4D97-AF65-F5344CB8AC3E}">
        <p14:creationId xmlns:p14="http://schemas.microsoft.com/office/powerpoint/2010/main" val="279985774"/>
      </p:ext>
    </p:extLst>
  </p:cSld>
</p:sld>
</file>

<file path=ppt/slides/slide26.xml><?xml version="1.0" encoding="utf-8"?>
<p:sld xmlns:p="http://schemas.openxmlformats.org/presentationml/2006/main">
  <p:cSld>
    <p:bg>
      <p:bgPr>
        <a:solidFill xmlns:a="http://schemas.openxmlformats.org/drawingml/2006/main">
          <a:srgbClr val="FAFCFD"/>
        </a:solidFill>
      </p:bgPr>
    </p:bg>
    <p:spTree>
      <p:nvGrpSpPr>
        <p:cNvPr id="1" name=""/>
        <p:cNvGrpSpPr/>
        <p:nvPr/>
      </p:nvGrpSpPr>
      <p:grpSpPr>
        <a:xfrm xmlns:a="http://schemas.openxmlformats.org/drawingml/2006/main"/>
      </p:grpSpPr>
      <p:sp>
        <p:nvSpPr>
          <p:cNvPr id="5" name="text-0">
            <a:extLst xmlns:a="http://schemas.openxmlformats.org/drawingml/2006/main">
              <a:ext uri="{FF2B5EF4-FFF2-40B4-BE49-F238E27FC236}">
                <a16:creationId xmlns:a16="http://schemas.microsoft.com/office/drawing/2014/main" id="{83287A7C-40E4-4B91-A756-B1AFB0ED53A6}"/>
              </a:ext>
            </a:extLst>
          </p:cNvPr>
          <p:cNvSpPr>
            <a:spLocks xmlns:a="http://schemas.openxmlformats.org/drawingml/2006/main" noGrp="1"/>
          </p:cNvSpPr>
          <p:nvPr/>
        </p:nvSpPr>
        <p:spPr>
          <a:xfrm xmlns:a="http://schemas.openxmlformats.org/drawingml/2006/main">
            <a:off x="609600" y="419100"/>
            <a:ext cx="10953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lgn="l">
              <a:defRPr sz="3150" b="1">
                <a:solidFill>
                  <a:srgbClr val="142E42"/>
                </a:solidFill>
                <a:latin typeface="Arial"/>
                <a:ea typeface="Arial"/>
                <a:cs typeface="Arial"/>
              </a:defRPr>
            </a:defPPr>
            <a:lvl1pPr algn="l">
              <a:buNone/>
              <a:defRPr sz="3150" b="1">
                <a:solidFill>
                  <a:srgbClr val="142E42"/>
                </a:solidFill>
                <a:latin typeface="Arial"/>
                <a:ea typeface="Arial"/>
                <a:cs typeface="Arial"/>
              </a:defRPr>
            </a:lvl1pPr>
            <a:lvl2pPr algn="l">
              <a:buNone/>
              <a:defRPr sz="3150" b="1">
                <a:solidFill>
                  <a:srgbClr val="142E42"/>
                </a:solidFill>
                <a:latin typeface="Arial"/>
                <a:ea typeface="Arial"/>
                <a:cs typeface="Arial"/>
              </a:defRPr>
            </a:lvl2pPr>
            <a:lvl3pPr algn="l">
              <a:buNone/>
              <a:defRPr sz="3150" b="1">
                <a:solidFill>
                  <a:srgbClr val="142E42"/>
                </a:solidFill>
                <a:latin typeface="Arial"/>
                <a:ea typeface="Arial"/>
                <a:cs typeface="Arial"/>
              </a:defRPr>
            </a:lvl3pPr>
            <a:lvl4pPr algn="l">
              <a:buNone/>
              <a:defRPr sz="3150" b="1">
                <a:solidFill>
                  <a:srgbClr val="142E42"/>
                </a:solidFill>
                <a:latin typeface="Arial"/>
                <a:ea typeface="Arial"/>
                <a:cs typeface="Arial"/>
              </a:defRPr>
            </a:lvl4pPr>
            <a:lvl5pPr algn="l">
              <a:buNone/>
              <a:defRPr sz="3150" b="1">
                <a:solidFill>
                  <a:srgbClr val="142E42"/>
                </a:solidFill>
                <a:latin typeface="Arial"/>
                <a:ea typeface="Arial"/>
                <a:cs typeface="Arial"/>
              </a:defRPr>
            </a:lvl5pPr>
            <a:lvl6pPr algn="l">
              <a:buNone/>
              <a:defRPr sz="3150" b="1">
                <a:solidFill>
                  <a:srgbClr val="142E42"/>
                </a:solidFill>
                <a:latin typeface="Arial"/>
                <a:ea typeface="Arial"/>
                <a:cs typeface="Arial"/>
              </a:defRPr>
            </a:lvl6pPr>
            <a:lvl7pPr algn="l">
              <a:buNone/>
              <a:defRPr sz="3150" b="1">
                <a:solidFill>
                  <a:srgbClr val="142E42"/>
                </a:solidFill>
                <a:latin typeface="Arial"/>
                <a:ea typeface="Arial"/>
                <a:cs typeface="Arial"/>
              </a:defRPr>
            </a:lvl7pPr>
            <a:lvl8pPr algn="l">
              <a:buNone/>
              <a:defRPr sz="3150" b="1">
                <a:solidFill>
                  <a:srgbClr val="142E42"/>
                </a:solidFill>
                <a:latin typeface="Arial"/>
                <a:ea typeface="Arial"/>
                <a:cs typeface="Arial"/>
              </a:defRPr>
            </a:lvl8pPr>
            <a:lvl9pPr algn="l">
              <a:buNone/>
              <a:defRPr sz="3150" b="1">
                <a:solidFill>
                  <a:srgbClr val="142E42"/>
                </a:solidFill>
                <a:latin typeface="Arial"/>
                <a:ea typeface="Arial"/>
                <a:cs typeface="Arial"/>
              </a:defRPr>
            </a:lvl9pPr>
          </a:lstStyle>
          <a:p xmlns:a="http://schemas.openxmlformats.org/drawingml/2006/main">
            <a:pPr algn="l">
              <a:buNone/>
              <a:defRPr sz="3150" b="1">
                <a:solidFill>
                  <a:srgbClr val="142E42"/>
                </a:solidFill>
                <a:latin typeface="Arial"/>
                <a:ea typeface="Arial"/>
                <a:cs typeface="Arial"/>
              </a:defRPr>
            </a:pPr>
            <a:r>
              <a:rPr sz="3150" b="1">
                <a:solidFill>
                  <a:srgbClr val="142E42"/>
                </a:solidFill>
                <a:latin typeface="Arial"/>
                <a:ea typeface="Arial"/>
                <a:cs typeface="Arial"/>
              </a:rPr>
              <a:t>Deletion has three structural cases</a:t>
            </a:r>
          </a:p>
        </p:txBody>
      </p:sp>
      <p:sp>
        <p:nvSpPr>
          <p:cNvPr id="2" name="text-1">
            <a:extLst xmlns:a="http://schemas.openxmlformats.org/drawingml/2006/main">
              <a:ext uri="{FF2B5EF4-FFF2-40B4-BE49-F238E27FC236}">
                <a16:creationId xmlns:a16="http://schemas.microsoft.com/office/drawing/2014/main" id="{CDF5F5E9-F010-4289-AF44-F7BC18E58C6F}"/>
              </a:ext>
            </a:extLst>
          </p:cNvPr>
          <p:cNvSpPr>
            <a:spLocks xmlns:a="http://schemas.openxmlformats.org/drawingml/2006/main" noGrp="1"/>
          </p:cNvSpPr>
          <p:nvPr/>
        </p:nvSpPr>
        <p:spPr>
          <a:xfrm xmlns:a="http://schemas.openxmlformats.org/drawingml/2006/main">
            <a:off x="11163300" y="6381750"/>
            <a:ext cx="476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lgn="l">
              <a:defRPr sz="1275" b="0">
                <a:solidFill>
                  <a:srgbClr val="4B6070"/>
                </a:solidFill>
                <a:latin typeface="Arial"/>
                <a:ea typeface="Arial"/>
                <a:cs typeface="Arial"/>
              </a:defRPr>
            </a:defPPr>
            <a:lvl1pPr algn="l">
              <a:buNone/>
              <a:defRPr sz="1275" b="0">
                <a:solidFill>
                  <a:srgbClr val="4B6070"/>
                </a:solidFill>
                <a:latin typeface="Arial"/>
                <a:ea typeface="Arial"/>
                <a:cs typeface="Arial"/>
              </a:defRPr>
            </a:lvl1pPr>
            <a:lvl2pPr algn="l">
              <a:buNone/>
              <a:defRPr sz="1275" b="0">
                <a:solidFill>
                  <a:srgbClr val="4B6070"/>
                </a:solidFill>
                <a:latin typeface="Arial"/>
                <a:ea typeface="Arial"/>
                <a:cs typeface="Arial"/>
              </a:defRPr>
            </a:lvl2pPr>
            <a:lvl3pPr algn="l">
              <a:buNone/>
              <a:defRPr sz="1275" b="0">
                <a:solidFill>
                  <a:srgbClr val="4B6070"/>
                </a:solidFill>
                <a:latin typeface="Arial"/>
                <a:ea typeface="Arial"/>
                <a:cs typeface="Arial"/>
              </a:defRPr>
            </a:lvl3pPr>
            <a:lvl4pPr algn="l">
              <a:buNone/>
              <a:defRPr sz="1275" b="0">
                <a:solidFill>
                  <a:srgbClr val="4B6070"/>
                </a:solidFill>
                <a:latin typeface="Arial"/>
                <a:ea typeface="Arial"/>
                <a:cs typeface="Arial"/>
              </a:defRPr>
            </a:lvl4pPr>
            <a:lvl5pPr algn="l">
              <a:buNone/>
              <a:defRPr sz="1275" b="0">
                <a:solidFill>
                  <a:srgbClr val="4B6070"/>
                </a:solidFill>
                <a:latin typeface="Arial"/>
                <a:ea typeface="Arial"/>
                <a:cs typeface="Arial"/>
              </a:defRPr>
            </a:lvl5pPr>
            <a:lvl6pPr algn="l">
              <a:buNone/>
              <a:defRPr sz="1275" b="0">
                <a:solidFill>
                  <a:srgbClr val="4B6070"/>
                </a:solidFill>
                <a:latin typeface="Arial"/>
                <a:ea typeface="Arial"/>
                <a:cs typeface="Arial"/>
              </a:defRPr>
            </a:lvl6pPr>
            <a:lvl7pPr algn="l">
              <a:buNone/>
              <a:defRPr sz="1275" b="0">
                <a:solidFill>
                  <a:srgbClr val="4B6070"/>
                </a:solidFill>
                <a:latin typeface="Arial"/>
                <a:ea typeface="Arial"/>
                <a:cs typeface="Arial"/>
              </a:defRPr>
            </a:lvl7pPr>
            <a:lvl8pPr algn="l">
              <a:buNone/>
              <a:defRPr sz="1275" b="0">
                <a:solidFill>
                  <a:srgbClr val="4B6070"/>
                </a:solidFill>
                <a:latin typeface="Arial"/>
                <a:ea typeface="Arial"/>
                <a:cs typeface="Arial"/>
              </a:defRPr>
            </a:lvl8pPr>
            <a:lvl9pPr algn="l">
              <a:buNone/>
              <a:defRPr sz="1275" b="0">
                <a:solidFill>
                  <a:srgbClr val="4B6070"/>
                </a:solidFill>
                <a:latin typeface="Arial"/>
                <a:ea typeface="Arial"/>
                <a:cs typeface="Arial"/>
              </a:defRPr>
            </a:lvl9pPr>
          </a:lstStyle>
          <a:p xmlns:a="http://schemas.openxmlformats.org/drawingml/2006/main">
            <a:pPr algn="l">
              <a:buNone/>
              <a:defRPr sz="1275" b="0">
                <a:solidFill>
                  <a:srgbClr val="4B6070"/>
                </a:solidFill>
                <a:latin typeface="Arial"/>
                <a:ea typeface="Arial"/>
                <a:cs typeface="Arial"/>
              </a:defRPr>
            </a:pPr>
            <a:r>
              <a:rPr sz="1275" b="0">
                <a:solidFill>
                  <a:srgbClr val="4B6070"/>
                </a:solidFill>
                <a:latin typeface="Arial"/>
                <a:ea typeface="Arial"/>
                <a:cs typeface="Arial"/>
              </a:rPr>
              <a:t>26</a:t>
            </a:r>
          </a:p>
        </p:txBody>
      </p:sp>
      <p:graphicFrame>
        <p:nvGraphicFramePr>
          <p:cNvPr id="3" name="Table 2">
            <a:extLst xmlns:a="http://schemas.openxmlformats.org/drawingml/2006/main">
              <a:ext uri="{FF2B5EF4-FFF2-40B4-BE49-F238E27FC236}">
                <a16:creationId xmlns:a16="http://schemas.microsoft.com/office/drawing/2014/main" id="{28A7C9A4-FB2C-4D39-A7A6-3C48C544CF94}"/>
              </a:ext>
            </a:extLst>
          </p:cNvPr>
          <p:cNvGraphicFramePr/>
          <p:nvPr/>
        </p:nvGraphicFramePr>
        <p:xfrm>
          <a:off xmlns:a="http://schemas.openxmlformats.org/drawingml/2006/main" x="609600" y="1657350"/>
          <a:ext xmlns:a="http://schemas.openxmlformats.org/drawingml/2006/main" cx="10972800" cy="3286124"/>
        </p:xfrm>
        <a:graphic xmlns:a="http://schemas.openxmlformats.org/drawingml/2006/main">
          <a:graphicData uri="http://schemas.openxmlformats.org/drawingml/2006/table">
            <a:tbl>
              <a:tblPr/>
              <a:tblGrid>
                <a:gridCol w="2381250"/>
                <a:gridCol w="8591550"/>
              </a:tblGrid>
              <a:tr h="821531">
                <a:tc>
                  <a:txBody>
                    <a:bodyPr/>
                    <a:lstStyle/>
                    <a:p>
                      <a:r>
                        <a:rPr sz="2100" b="1">
                          <a:solidFill>
                            <a:srgbClr val="FFFFFF"/>
                          </a:solidFill>
                          <a:latin typeface="Arial"/>
                          <a:ea typeface="Arial"/>
                          <a:cs typeface="Arial"/>
                        </a:rPr>
                        <a:t>Children</a:t>
                      </a:r>
                    </a:p>
                  </a:txBody>
                  <a:tcPr marL="91440" marR="91440" marT="45720" marB="45720">
                    <a:lnL w="9525">
                      <a:solidFill>
                        <a:srgbClr val="D6E1E6"/>
                      </a:solidFill>
                      <a:prstDash val="solid"/>
                    </a:lnL>
                    <a:lnR w="9525">
                      <a:solidFill>
                        <a:srgbClr val="D6E1E6"/>
                      </a:solidFill>
                      <a:prstDash val="solid"/>
                    </a:lnR>
                    <a:lnT w="9525">
                      <a:solidFill>
                        <a:srgbClr val="D6E1E6"/>
                      </a:solidFill>
                      <a:prstDash val="solid"/>
                    </a:lnT>
                    <a:lnB w="9525">
                      <a:solidFill>
                        <a:srgbClr val="D6E1E6"/>
                      </a:solidFill>
                      <a:prstDash val="solid"/>
                    </a:lnB>
                    <a:solidFill>
                      <a:srgbClr val="142E42"/>
                    </a:solidFill>
                  </a:tcPr>
                </a:tc>
                <a:tc>
                  <a:txBody>
                    <a:bodyPr/>
                    <a:lstStyle/>
                    <a:p>
                      <a:r>
                        <a:rPr sz="2100" b="1">
                          <a:solidFill>
                            <a:srgbClr val="FFFFFF"/>
                          </a:solidFill>
                          <a:latin typeface="Arial"/>
                          <a:ea typeface="Arial"/>
                          <a:cs typeface="Arial"/>
                        </a:rPr>
                        <a:t>Repair after finding the node</a:t>
                      </a:r>
                    </a:p>
                  </a:txBody>
                  <a:tcPr marL="91440" marR="91440" marT="45720" marB="45720">
                    <a:lnL w="9525" cmpd="sng">
                      <a:solidFill>
                        <a:srgbClr val="D6E1E6"/>
                      </a:solidFill>
                      <a:prstDash val="solid"/>
                    </a:lnL>
                    <a:lnR w="9525">
                      <a:solidFill>
                        <a:srgbClr val="D6E1E6"/>
                      </a:solidFill>
                      <a:prstDash val="solid"/>
                    </a:lnR>
                    <a:lnT w="9525">
                      <a:solidFill>
                        <a:srgbClr val="D6E1E6"/>
                      </a:solidFill>
                      <a:prstDash val="solid"/>
                    </a:lnT>
                    <a:lnB w="9525">
                      <a:solidFill>
                        <a:srgbClr val="D6E1E6"/>
                      </a:solidFill>
                      <a:prstDash val="solid"/>
                    </a:lnB>
                    <a:solidFill>
                      <a:srgbClr val="142E42"/>
                    </a:solidFill>
                  </a:tcPr>
                </a:tc>
              </a:tr>
              <a:tr h="821531">
                <a:tc>
                  <a:txBody>
                    <a:bodyPr/>
                    <a:lstStyle/>
                    <a:p>
                      <a:r>
                        <a:rPr sz="2100" b="0">
                          <a:solidFill>
                            <a:srgbClr val="142E42"/>
                          </a:solidFill>
                          <a:latin typeface="Arial"/>
                          <a:ea typeface="Arial"/>
                          <a:cs typeface="Arial"/>
                        </a:rPr>
                        <a:t>0</a:t>
                      </a:r>
                    </a:p>
                  </a:txBody>
                  <a:tcPr marL="91440" marR="91440" marT="45720" marB="45720">
                    <a:lnL w="9525">
                      <a:solidFill>
                        <a:srgbClr val="D6E1E6"/>
                      </a:solidFill>
                      <a:prstDash val="solid"/>
                    </a:lnL>
                    <a:lnR w="9525">
                      <a:solidFill>
                        <a:srgbClr val="D6E1E6"/>
                      </a:solidFill>
                      <a:prstDash val="solid"/>
                    </a:lnR>
                    <a:lnT w="9525" cmpd="sng">
                      <a:solidFill>
                        <a:srgbClr val="D6E1E6"/>
                      </a:solidFill>
                      <a:prstDash val="solid"/>
                    </a:lnT>
                    <a:lnB w="9525">
                      <a:solidFill>
                        <a:srgbClr val="D6E1E6"/>
                      </a:solidFill>
                      <a:prstDash val="solid"/>
                    </a:lnB>
                    <a:solidFill>
                      <a:srgbClr val="EDF4F6"/>
                    </a:solidFill>
                  </a:tcPr>
                </a:tc>
                <a:tc>
                  <a:txBody>
                    <a:bodyPr/>
                    <a:lstStyle/>
                    <a:p>
                      <a:r>
                        <a:rPr sz="2100" b="0">
                          <a:solidFill>
                            <a:srgbClr val="142E42"/>
                          </a:solidFill>
                          <a:latin typeface="Arial"/>
                          <a:ea typeface="Arial"/>
                          <a:cs typeface="Arial"/>
                        </a:rPr>
                        <a:t>Remove the parent’s child link</a:t>
                      </a:r>
                    </a:p>
                  </a:txBody>
                  <a:tcPr marL="91440" marR="91440" marT="45720" marB="45720">
                    <a:lnL w="9525" cmpd="sng">
                      <a:solidFill>
                        <a:srgbClr val="D6E1E6"/>
                      </a:solidFill>
                      <a:prstDash val="solid"/>
                    </a:lnL>
                    <a:lnR w="9525">
                      <a:solidFill>
                        <a:srgbClr val="D6E1E6"/>
                      </a:solidFill>
                      <a:prstDash val="solid"/>
                    </a:lnR>
                    <a:lnT w="9525" cmpd="sng">
                      <a:solidFill>
                        <a:srgbClr val="D6E1E6"/>
                      </a:solidFill>
                      <a:prstDash val="solid"/>
                    </a:lnT>
                    <a:lnB w="9525">
                      <a:solidFill>
                        <a:srgbClr val="D6E1E6"/>
                      </a:solidFill>
                      <a:prstDash val="solid"/>
                    </a:lnB>
                    <a:solidFill>
                      <a:srgbClr val="EDF4F6"/>
                    </a:solidFill>
                  </a:tcPr>
                </a:tc>
              </a:tr>
              <a:tr h="821531">
                <a:tc>
                  <a:txBody>
                    <a:bodyPr/>
                    <a:lstStyle/>
                    <a:p>
                      <a:r>
                        <a:rPr sz="2100" b="0">
                          <a:solidFill>
                            <a:srgbClr val="142E42"/>
                          </a:solidFill>
                          <a:latin typeface="Arial"/>
                          <a:ea typeface="Arial"/>
                          <a:cs typeface="Arial"/>
                        </a:rPr>
                        <a:t>1</a:t>
                      </a:r>
                    </a:p>
                  </a:txBody>
                  <a:tcPr marL="91440" marR="91440" marT="45720" marB="45720">
                    <a:lnL w="9525">
                      <a:solidFill>
                        <a:srgbClr val="D6E1E6"/>
                      </a:solidFill>
                      <a:prstDash val="solid"/>
                    </a:lnL>
                    <a:lnR w="9525">
                      <a:solidFill>
                        <a:srgbClr val="D6E1E6"/>
                      </a:solidFill>
                      <a:prstDash val="solid"/>
                    </a:lnR>
                    <a:lnT w="9525" cmpd="sng">
                      <a:solidFill>
                        <a:srgbClr val="D6E1E6"/>
                      </a:solidFill>
                      <a:prstDash val="solid"/>
                    </a:lnT>
                    <a:lnB w="9525">
                      <a:solidFill>
                        <a:srgbClr val="D6E1E6"/>
                      </a:solidFill>
                      <a:prstDash val="solid"/>
                    </a:lnB>
                    <a:solidFill>
                      <a:srgbClr val="FFFFFF"/>
                    </a:solidFill>
                  </a:tcPr>
                </a:tc>
                <a:tc>
                  <a:txBody>
                    <a:bodyPr/>
                    <a:lstStyle/>
                    <a:p>
                      <a:r>
                        <a:rPr sz="2100" b="0">
                          <a:solidFill>
                            <a:srgbClr val="142E42"/>
                          </a:solidFill>
                          <a:latin typeface="Arial"/>
                          <a:ea typeface="Arial"/>
                          <a:cs typeface="Arial"/>
                        </a:rPr>
                        <a:t>Connect the parent directly to the child</a:t>
                      </a:r>
                    </a:p>
                  </a:txBody>
                  <a:tcPr marL="91440" marR="91440" marT="45720" marB="45720">
                    <a:lnL w="9525" cmpd="sng">
                      <a:solidFill>
                        <a:srgbClr val="D6E1E6"/>
                      </a:solidFill>
                      <a:prstDash val="solid"/>
                    </a:lnL>
                    <a:lnR w="9525">
                      <a:solidFill>
                        <a:srgbClr val="D6E1E6"/>
                      </a:solidFill>
                      <a:prstDash val="solid"/>
                    </a:lnR>
                    <a:lnT w="9525" cmpd="sng">
                      <a:solidFill>
                        <a:srgbClr val="D6E1E6"/>
                      </a:solidFill>
                      <a:prstDash val="solid"/>
                    </a:lnT>
                    <a:lnB w="9525">
                      <a:solidFill>
                        <a:srgbClr val="D6E1E6"/>
                      </a:solidFill>
                      <a:prstDash val="solid"/>
                    </a:lnB>
                    <a:solidFill>
                      <a:srgbClr val="FFFFFF"/>
                    </a:solidFill>
                  </a:tcPr>
                </a:tc>
              </a:tr>
              <a:tr h="821531">
                <a:tc>
                  <a:txBody>
                    <a:bodyPr/>
                    <a:lstStyle/>
                    <a:p>
                      <a:r>
                        <a:rPr sz="2100" b="0">
                          <a:solidFill>
                            <a:srgbClr val="142E42"/>
                          </a:solidFill>
                          <a:latin typeface="Arial"/>
                          <a:ea typeface="Arial"/>
                          <a:cs typeface="Arial"/>
                        </a:rPr>
                        <a:t>2</a:t>
                      </a:r>
                    </a:p>
                  </a:txBody>
                  <a:tcPr marL="91440" marR="91440" marT="45720" marB="45720">
                    <a:lnL w="9525">
                      <a:solidFill>
                        <a:srgbClr val="D6E1E6"/>
                      </a:solidFill>
                      <a:prstDash val="solid"/>
                    </a:lnL>
                    <a:lnR w="9525">
                      <a:solidFill>
                        <a:srgbClr val="D6E1E6"/>
                      </a:solidFill>
                      <a:prstDash val="solid"/>
                    </a:lnR>
                    <a:lnT w="9525" cmpd="sng">
                      <a:solidFill>
                        <a:srgbClr val="D6E1E6"/>
                      </a:solidFill>
                      <a:prstDash val="solid"/>
                    </a:lnT>
                    <a:lnB w="9525">
                      <a:solidFill>
                        <a:srgbClr val="D6E1E6"/>
                      </a:solidFill>
                      <a:prstDash val="solid"/>
                    </a:lnB>
                    <a:solidFill>
                      <a:srgbClr val="EDF4F6"/>
                    </a:solidFill>
                  </a:tcPr>
                </a:tc>
                <a:tc>
                  <a:txBody>
                    <a:bodyPr/>
                    <a:lstStyle/>
                    <a:p>
                      <a:r>
                        <a:rPr sz="2100" b="0">
                          <a:solidFill>
                            <a:srgbClr val="142E42"/>
                          </a:solidFill>
                          <a:latin typeface="Arial"/>
                          <a:ea typeface="Arial"/>
                          <a:cs typeface="Arial"/>
                        </a:rPr>
                        <a:t>Copy the successor key, then remove</a:t>
                      </a:r>
                    </a:p>
                    <a:p>
                      <a:r>
                        <a:rPr sz="2100" b="0">
                          <a:solidFill>
                            <a:srgbClr val="142E42"/>
                          </a:solidFill>
                          <a:latin typeface="Arial"/>
                          <a:ea typeface="Arial"/>
                          <a:cs typeface="Arial"/>
                        </a:rPr>
                        <a:t>the successor from the right subtree</a:t>
                      </a:r>
                    </a:p>
                  </a:txBody>
                  <a:tcPr marL="91440" marR="91440" marT="45720" marB="45720">
                    <a:lnL w="9525" cmpd="sng">
                      <a:solidFill>
                        <a:srgbClr val="D6E1E6"/>
                      </a:solidFill>
                      <a:prstDash val="solid"/>
                    </a:lnL>
                    <a:lnR w="9525">
                      <a:solidFill>
                        <a:srgbClr val="D6E1E6"/>
                      </a:solidFill>
                      <a:prstDash val="solid"/>
                    </a:lnR>
                    <a:lnT w="9525" cmpd="sng">
                      <a:solidFill>
                        <a:srgbClr val="D6E1E6"/>
                      </a:solidFill>
                      <a:prstDash val="solid"/>
                    </a:lnT>
                    <a:lnB w="9525">
                      <a:solidFill>
                        <a:srgbClr val="D6E1E6"/>
                      </a:solidFill>
                      <a:prstDash val="solid"/>
                    </a:lnB>
                    <a:solidFill>
                      <a:srgbClr val="EDF4F6"/>
                    </a:solidFill>
                  </a:tcPr>
                </a:tc>
              </a:tr>
            </a:tbl>
          </a:graphicData>
        </a:graphic>
      </p:graphicFrame>
      <p:sp>
        <p:nvSpPr>
          <p:cNvPr id="4" name="text-2">
            <a:extLst xmlns:a="http://schemas.openxmlformats.org/drawingml/2006/main">
              <a:ext uri="{FF2B5EF4-FFF2-40B4-BE49-F238E27FC236}">
                <a16:creationId xmlns:a16="http://schemas.microsoft.com/office/drawing/2014/main" id="{29BE541E-F244-473A-BE58-0CC8D058D149}"/>
              </a:ext>
            </a:extLst>
          </p:cNvPr>
          <p:cNvSpPr>
            <a:spLocks xmlns:a="http://schemas.openxmlformats.org/drawingml/2006/main" noGrp="1"/>
          </p:cNvSpPr>
          <p:nvPr/>
        </p:nvSpPr>
        <p:spPr>
          <a:xfrm xmlns:a="http://schemas.openxmlformats.org/drawingml/2006/main">
            <a:off x="609600" y="5800725"/>
            <a:ext cx="104775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lgn="l">
              <a:defRPr sz="1800" b="1">
                <a:solidFill>
                  <a:srgbClr val="007C83"/>
                </a:solidFill>
                <a:latin typeface="Arial"/>
                <a:ea typeface="Arial"/>
                <a:cs typeface="Arial"/>
              </a:defRPr>
            </a:defPPr>
            <a:lvl1pPr algn="l">
              <a:buNone/>
              <a:defRPr sz="1800" b="1">
                <a:solidFill>
                  <a:srgbClr val="007C83"/>
                </a:solidFill>
                <a:latin typeface="Arial"/>
                <a:ea typeface="Arial"/>
                <a:cs typeface="Arial"/>
              </a:defRPr>
            </a:lvl1pPr>
            <a:lvl2pPr algn="l">
              <a:buNone/>
              <a:defRPr sz="1800" b="1">
                <a:solidFill>
                  <a:srgbClr val="007C83"/>
                </a:solidFill>
                <a:latin typeface="Arial"/>
                <a:ea typeface="Arial"/>
                <a:cs typeface="Arial"/>
              </a:defRPr>
            </a:lvl2pPr>
            <a:lvl3pPr algn="l">
              <a:buNone/>
              <a:defRPr sz="1800" b="1">
                <a:solidFill>
                  <a:srgbClr val="007C83"/>
                </a:solidFill>
                <a:latin typeface="Arial"/>
                <a:ea typeface="Arial"/>
                <a:cs typeface="Arial"/>
              </a:defRPr>
            </a:lvl3pPr>
            <a:lvl4pPr algn="l">
              <a:buNone/>
              <a:defRPr sz="1800" b="1">
                <a:solidFill>
                  <a:srgbClr val="007C83"/>
                </a:solidFill>
                <a:latin typeface="Arial"/>
                <a:ea typeface="Arial"/>
                <a:cs typeface="Arial"/>
              </a:defRPr>
            </a:lvl4pPr>
            <a:lvl5pPr algn="l">
              <a:buNone/>
              <a:defRPr sz="1800" b="1">
                <a:solidFill>
                  <a:srgbClr val="007C83"/>
                </a:solidFill>
                <a:latin typeface="Arial"/>
                <a:ea typeface="Arial"/>
                <a:cs typeface="Arial"/>
              </a:defRPr>
            </a:lvl5pPr>
            <a:lvl6pPr algn="l">
              <a:buNone/>
              <a:defRPr sz="1800" b="1">
                <a:solidFill>
                  <a:srgbClr val="007C83"/>
                </a:solidFill>
                <a:latin typeface="Arial"/>
                <a:ea typeface="Arial"/>
                <a:cs typeface="Arial"/>
              </a:defRPr>
            </a:lvl6pPr>
            <a:lvl7pPr algn="l">
              <a:buNone/>
              <a:defRPr sz="1800" b="1">
                <a:solidFill>
                  <a:srgbClr val="007C83"/>
                </a:solidFill>
                <a:latin typeface="Arial"/>
                <a:ea typeface="Arial"/>
                <a:cs typeface="Arial"/>
              </a:defRPr>
            </a:lvl7pPr>
            <a:lvl8pPr algn="l">
              <a:buNone/>
              <a:defRPr sz="1800" b="1">
                <a:solidFill>
                  <a:srgbClr val="007C83"/>
                </a:solidFill>
                <a:latin typeface="Arial"/>
                <a:ea typeface="Arial"/>
                <a:cs typeface="Arial"/>
              </a:defRPr>
            </a:lvl8pPr>
            <a:lvl9pPr algn="l">
              <a:buNone/>
              <a:defRPr sz="1800" b="1">
                <a:solidFill>
                  <a:srgbClr val="007C83"/>
                </a:solidFill>
                <a:latin typeface="Arial"/>
                <a:ea typeface="Arial"/>
                <a:cs typeface="Arial"/>
              </a:defRPr>
            </a:lvl9pPr>
          </a:lstStyle>
          <a:p xmlns:a="http://schemas.openxmlformats.org/drawingml/2006/main">
            <a:pPr algn="l">
              <a:buNone/>
              <a:defRPr sz="1800" b="1">
                <a:solidFill>
                  <a:srgbClr val="007C83"/>
                </a:solidFill>
                <a:latin typeface="Arial"/>
                <a:ea typeface="Arial"/>
                <a:cs typeface="Arial"/>
              </a:defRPr>
            </a:pPr>
            <a:r>
              <a:rPr sz="1800" b="1">
                <a:solidFill>
                  <a:srgbClr val="007C83"/>
                </a:solidFill>
                <a:latin typeface="Arial"/>
                <a:ea typeface="Arial"/>
                <a:cs typeface="Arial"/>
              </a:rPr>
              <a:t>Deleting the root can change root. An absent key leaves size unchanged.</a:t>
            </a:r>
          </a:p>
        </p:txBody>
      </p:sp>
      <p:sp>
        <p:nvSpPr>
          <p:cNvPr id="6" name="local-java-DeletionDemo">
            <a:extLst xmlns:a="http://schemas.openxmlformats.org/drawingml/2006/main">
              <a:ext uri="{FF2B5EF4-FFF2-40B4-BE49-F238E27FC236}">
                <a16:creationId xmlns:a16="http://schemas.microsoft.com/office/drawing/2014/main" id="{715B7DEE-3B01-4F08-9454-2D636F25CF5A}"/>
              </a:ext>
            </a:extLst>
          </p:cNvPr>
          <p:cNvSpPr>
            <a:spLocks xmlns:a="http://schemas.openxmlformats.org/drawingml/2006/main" noGrp="1"/>
          </p:cNvSpPr>
          <p:nvPr/>
        </p:nvSpPr>
        <p:spPr>
          <a:xfrm xmlns:a="http://schemas.openxmlformats.org/drawingml/2006/main">
            <a:off x="609600" y="6134100"/>
            <a:ext cx="357187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350" b="0">
                <a:solidFill>
                  <a:srgbClr val="007D89"/>
                </a:solidFill>
                <a:latin typeface="Arial"/>
                <a:ea typeface="Arial"/>
                <a:cs typeface="Arial"/>
              </a:defRPr>
            </a:defPPr>
            <a:lvl1pPr>
              <a:defRPr sz="1350" b="0">
                <a:solidFill>
                  <a:srgbClr val="007D89"/>
                </a:solidFill>
                <a:latin typeface="Arial"/>
                <a:ea typeface="Arial"/>
                <a:cs typeface="Arial"/>
              </a:defRPr>
            </a:lvl1pPr>
            <a:lvl2pPr>
              <a:defRPr sz="1350" b="0">
                <a:solidFill>
                  <a:srgbClr val="007D89"/>
                </a:solidFill>
                <a:latin typeface="Arial"/>
                <a:ea typeface="Arial"/>
                <a:cs typeface="Arial"/>
              </a:defRPr>
            </a:lvl2pPr>
            <a:lvl3pPr>
              <a:defRPr sz="1350" b="0">
                <a:solidFill>
                  <a:srgbClr val="007D89"/>
                </a:solidFill>
                <a:latin typeface="Arial"/>
                <a:ea typeface="Arial"/>
                <a:cs typeface="Arial"/>
              </a:defRPr>
            </a:lvl3pPr>
            <a:lvl4pPr>
              <a:defRPr sz="1350" b="0">
                <a:solidFill>
                  <a:srgbClr val="007D89"/>
                </a:solidFill>
                <a:latin typeface="Arial"/>
                <a:ea typeface="Arial"/>
                <a:cs typeface="Arial"/>
              </a:defRPr>
            </a:lvl4pPr>
            <a:lvl5pPr>
              <a:defRPr sz="1350" b="0">
                <a:solidFill>
                  <a:srgbClr val="007D89"/>
                </a:solidFill>
                <a:latin typeface="Arial"/>
                <a:ea typeface="Arial"/>
                <a:cs typeface="Arial"/>
              </a:defRPr>
            </a:lvl5pPr>
            <a:lvl6pPr>
              <a:defRPr sz="1350" b="0">
                <a:solidFill>
                  <a:srgbClr val="007D89"/>
                </a:solidFill>
                <a:latin typeface="Arial"/>
                <a:ea typeface="Arial"/>
                <a:cs typeface="Arial"/>
              </a:defRPr>
            </a:lvl6pPr>
            <a:lvl7pPr>
              <a:defRPr sz="1350" b="0">
                <a:solidFill>
                  <a:srgbClr val="007D89"/>
                </a:solidFill>
                <a:latin typeface="Arial"/>
                <a:ea typeface="Arial"/>
                <a:cs typeface="Arial"/>
              </a:defRPr>
            </a:lvl7pPr>
            <a:lvl8pPr>
              <a:defRPr sz="1350" b="0">
                <a:solidFill>
                  <a:srgbClr val="007D89"/>
                </a:solidFill>
                <a:latin typeface="Arial"/>
                <a:ea typeface="Arial"/>
                <a:cs typeface="Arial"/>
              </a:defRPr>
            </a:lvl8pPr>
            <a:lvl9pPr>
              <a:defRPr sz="1350" b="0">
                <a:solidFill>
                  <a:srgbClr val="007D89"/>
                </a:solidFill>
                <a:latin typeface="Arial"/>
                <a:ea typeface="Arial"/>
                <a:cs typeface="Arial"/>
              </a:defRPr>
            </a:lvl9pPr>
          </a:lstStyle>
          <a:p xmlns:a="http://schemas.openxmlformats.org/drawingml/2006/main">
            <a:pPr>
              <a:defRPr sz="1350" b="0">
                <a:solidFill>
                  <a:srgbClr val="007D89"/>
                </a:solidFill>
                <a:latin typeface="Arial"/>
                <a:ea typeface="Arial"/>
                <a:cs typeface="Arial"/>
              </a:defRPr>
            </a:pPr>
            <a:r>
              <a:rPr sz="1350" u="sng">
                <a:solidFill>
                  <a:srgbClr val="007D89"/>
                </a:solidFill>
                <a:latin typeface="Arial"/>
                <a:ea typeface="Arial"/>
                <a:cs typeface="Arial"/>
                <a:hlinkClick xmlns:r="http://schemas.openxmlformats.org/officeDocument/2006/relationships" r:id="Rece267b2e9c94bed"/>
              </a:rPr>
              <a:t>Java: DeletionDemo.java</a:t>
            </a:r>
          </a:p>
        </p:txBody>
      </p:sp>
    </p:spTree>
    <p:extLst>
      <p:ext uri="{BB962C8B-B14F-4D97-AF65-F5344CB8AC3E}">
        <p14:creationId xmlns:p14="http://schemas.microsoft.com/office/powerpoint/2010/main" val="333790777"/>
      </p:ext>
    </p:extLst>
  </p:cSld>
</p:sld>
</file>

<file path=ppt/slides/slide27.xml><?xml version="1.0" encoding="utf-8"?>
<p:sld xmlns:p="http://schemas.openxmlformats.org/presentationml/2006/main">
  <p:cSld>
    <p:bg>
      <p:bgPr>
        <a:solidFill xmlns:a="http://schemas.openxmlformats.org/drawingml/2006/main">
          <a:srgbClr val="FAFCFD"/>
        </a:solidFill>
      </p:bgPr>
    </p:bg>
    <p:spTree>
      <p:nvGrpSpPr>
        <p:cNvPr id="1" name=""/>
        <p:cNvGrpSpPr/>
        <p:nvPr/>
      </p:nvGrpSpPr>
      <p:grpSpPr>
        <a:xfrm xmlns:a="http://schemas.openxmlformats.org/drawingml/2006/main"/>
      </p:grpSpPr>
      <p:sp>
        <p:nvSpPr>
          <p:cNvPr id="38" name="text-0">
            <a:extLst xmlns:a="http://schemas.openxmlformats.org/drawingml/2006/main">
              <a:ext uri="{FF2B5EF4-FFF2-40B4-BE49-F238E27FC236}">
                <a16:creationId xmlns:a16="http://schemas.microsoft.com/office/drawing/2014/main" id="{C512CC57-B79F-4E20-84B3-D1FF1064BA0F}"/>
              </a:ext>
            </a:extLst>
          </p:cNvPr>
          <p:cNvSpPr>
            <a:spLocks xmlns:a="http://schemas.openxmlformats.org/drawingml/2006/main" noGrp="1"/>
          </p:cNvSpPr>
          <p:nvPr/>
        </p:nvSpPr>
        <p:spPr>
          <a:xfrm xmlns:a="http://schemas.openxmlformats.org/drawingml/2006/main">
            <a:off x="609600" y="419100"/>
            <a:ext cx="10953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lgn="l">
              <a:defRPr sz="3150" b="1">
                <a:solidFill>
                  <a:srgbClr val="142E42"/>
                </a:solidFill>
                <a:latin typeface="Arial"/>
                <a:ea typeface="Arial"/>
                <a:cs typeface="Arial"/>
              </a:defRPr>
            </a:defPPr>
            <a:lvl1pPr algn="l">
              <a:buNone/>
              <a:defRPr sz="3150" b="1">
                <a:solidFill>
                  <a:srgbClr val="142E42"/>
                </a:solidFill>
                <a:latin typeface="Arial"/>
                <a:ea typeface="Arial"/>
                <a:cs typeface="Arial"/>
              </a:defRPr>
            </a:lvl1pPr>
            <a:lvl2pPr algn="l">
              <a:buNone/>
              <a:defRPr sz="3150" b="1">
                <a:solidFill>
                  <a:srgbClr val="142E42"/>
                </a:solidFill>
                <a:latin typeface="Arial"/>
                <a:ea typeface="Arial"/>
                <a:cs typeface="Arial"/>
              </a:defRPr>
            </a:lvl2pPr>
            <a:lvl3pPr algn="l">
              <a:buNone/>
              <a:defRPr sz="3150" b="1">
                <a:solidFill>
                  <a:srgbClr val="142E42"/>
                </a:solidFill>
                <a:latin typeface="Arial"/>
                <a:ea typeface="Arial"/>
                <a:cs typeface="Arial"/>
              </a:defRPr>
            </a:lvl3pPr>
            <a:lvl4pPr algn="l">
              <a:buNone/>
              <a:defRPr sz="3150" b="1">
                <a:solidFill>
                  <a:srgbClr val="142E42"/>
                </a:solidFill>
                <a:latin typeface="Arial"/>
                <a:ea typeface="Arial"/>
                <a:cs typeface="Arial"/>
              </a:defRPr>
            </a:lvl4pPr>
            <a:lvl5pPr algn="l">
              <a:buNone/>
              <a:defRPr sz="3150" b="1">
                <a:solidFill>
                  <a:srgbClr val="142E42"/>
                </a:solidFill>
                <a:latin typeface="Arial"/>
                <a:ea typeface="Arial"/>
                <a:cs typeface="Arial"/>
              </a:defRPr>
            </a:lvl5pPr>
            <a:lvl6pPr algn="l">
              <a:buNone/>
              <a:defRPr sz="3150" b="1">
                <a:solidFill>
                  <a:srgbClr val="142E42"/>
                </a:solidFill>
                <a:latin typeface="Arial"/>
                <a:ea typeface="Arial"/>
                <a:cs typeface="Arial"/>
              </a:defRPr>
            </a:lvl6pPr>
            <a:lvl7pPr algn="l">
              <a:buNone/>
              <a:defRPr sz="3150" b="1">
                <a:solidFill>
                  <a:srgbClr val="142E42"/>
                </a:solidFill>
                <a:latin typeface="Arial"/>
                <a:ea typeface="Arial"/>
                <a:cs typeface="Arial"/>
              </a:defRPr>
            </a:lvl7pPr>
            <a:lvl8pPr algn="l">
              <a:buNone/>
              <a:defRPr sz="3150" b="1">
                <a:solidFill>
                  <a:srgbClr val="142E42"/>
                </a:solidFill>
                <a:latin typeface="Arial"/>
                <a:ea typeface="Arial"/>
                <a:cs typeface="Arial"/>
              </a:defRPr>
            </a:lvl8pPr>
            <a:lvl9pPr algn="l">
              <a:buNone/>
              <a:defRPr sz="3150" b="1">
                <a:solidFill>
                  <a:srgbClr val="142E42"/>
                </a:solidFill>
                <a:latin typeface="Arial"/>
                <a:ea typeface="Arial"/>
                <a:cs typeface="Arial"/>
              </a:defRPr>
            </a:lvl9pPr>
          </a:lstStyle>
          <a:p xmlns:a="http://schemas.openxmlformats.org/drawingml/2006/main">
            <a:pPr algn="l">
              <a:buNone/>
              <a:defRPr sz="3150" b="1">
                <a:solidFill>
                  <a:srgbClr val="142E42"/>
                </a:solidFill>
                <a:latin typeface="Arial"/>
                <a:ea typeface="Arial"/>
                <a:cs typeface="Arial"/>
              </a:defRPr>
            </a:pPr>
            <a:r>
              <a:rPr sz="3150" b="1">
                <a:solidFill>
                  <a:srgbClr val="142E42"/>
                </a:solidFill>
                <a:latin typeface="Arial"/>
                <a:ea typeface="Arial"/>
                <a:cs typeface="Arial"/>
              </a:rPr>
              <a:t>One child: deletion reconnects the subtree</a:t>
            </a:r>
          </a:p>
        </p:txBody>
      </p:sp>
      <p:sp>
        <p:nvSpPr>
          <p:cNvPr id="2" name="text-1">
            <a:extLst xmlns:a="http://schemas.openxmlformats.org/drawingml/2006/main">
              <a:ext uri="{FF2B5EF4-FFF2-40B4-BE49-F238E27FC236}">
                <a16:creationId xmlns:a16="http://schemas.microsoft.com/office/drawing/2014/main" id="{DE5C78F8-3956-484D-9881-DD13A45A86D7}"/>
              </a:ext>
            </a:extLst>
          </p:cNvPr>
          <p:cNvSpPr>
            <a:spLocks xmlns:a="http://schemas.openxmlformats.org/drawingml/2006/main" noGrp="1"/>
          </p:cNvSpPr>
          <p:nvPr/>
        </p:nvSpPr>
        <p:spPr>
          <a:xfrm xmlns:a="http://schemas.openxmlformats.org/drawingml/2006/main">
            <a:off x="11163300" y="6381750"/>
            <a:ext cx="476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lgn="l">
              <a:defRPr sz="1275" b="0">
                <a:solidFill>
                  <a:srgbClr val="4B6070"/>
                </a:solidFill>
                <a:latin typeface="Arial"/>
                <a:ea typeface="Arial"/>
                <a:cs typeface="Arial"/>
              </a:defRPr>
            </a:defPPr>
            <a:lvl1pPr algn="l">
              <a:buNone/>
              <a:defRPr sz="1275" b="0">
                <a:solidFill>
                  <a:srgbClr val="4B6070"/>
                </a:solidFill>
                <a:latin typeface="Arial"/>
                <a:ea typeface="Arial"/>
                <a:cs typeface="Arial"/>
              </a:defRPr>
            </a:lvl1pPr>
            <a:lvl2pPr algn="l">
              <a:buNone/>
              <a:defRPr sz="1275" b="0">
                <a:solidFill>
                  <a:srgbClr val="4B6070"/>
                </a:solidFill>
                <a:latin typeface="Arial"/>
                <a:ea typeface="Arial"/>
                <a:cs typeface="Arial"/>
              </a:defRPr>
            </a:lvl2pPr>
            <a:lvl3pPr algn="l">
              <a:buNone/>
              <a:defRPr sz="1275" b="0">
                <a:solidFill>
                  <a:srgbClr val="4B6070"/>
                </a:solidFill>
                <a:latin typeface="Arial"/>
                <a:ea typeface="Arial"/>
                <a:cs typeface="Arial"/>
              </a:defRPr>
            </a:lvl3pPr>
            <a:lvl4pPr algn="l">
              <a:buNone/>
              <a:defRPr sz="1275" b="0">
                <a:solidFill>
                  <a:srgbClr val="4B6070"/>
                </a:solidFill>
                <a:latin typeface="Arial"/>
                <a:ea typeface="Arial"/>
                <a:cs typeface="Arial"/>
              </a:defRPr>
            </a:lvl4pPr>
            <a:lvl5pPr algn="l">
              <a:buNone/>
              <a:defRPr sz="1275" b="0">
                <a:solidFill>
                  <a:srgbClr val="4B6070"/>
                </a:solidFill>
                <a:latin typeface="Arial"/>
                <a:ea typeface="Arial"/>
                <a:cs typeface="Arial"/>
              </a:defRPr>
            </a:lvl5pPr>
            <a:lvl6pPr algn="l">
              <a:buNone/>
              <a:defRPr sz="1275" b="0">
                <a:solidFill>
                  <a:srgbClr val="4B6070"/>
                </a:solidFill>
                <a:latin typeface="Arial"/>
                <a:ea typeface="Arial"/>
                <a:cs typeface="Arial"/>
              </a:defRPr>
            </a:lvl6pPr>
            <a:lvl7pPr algn="l">
              <a:buNone/>
              <a:defRPr sz="1275" b="0">
                <a:solidFill>
                  <a:srgbClr val="4B6070"/>
                </a:solidFill>
                <a:latin typeface="Arial"/>
                <a:ea typeface="Arial"/>
                <a:cs typeface="Arial"/>
              </a:defRPr>
            </a:lvl7pPr>
            <a:lvl8pPr algn="l">
              <a:buNone/>
              <a:defRPr sz="1275" b="0">
                <a:solidFill>
                  <a:srgbClr val="4B6070"/>
                </a:solidFill>
                <a:latin typeface="Arial"/>
                <a:ea typeface="Arial"/>
                <a:cs typeface="Arial"/>
              </a:defRPr>
            </a:lvl8pPr>
            <a:lvl9pPr algn="l">
              <a:buNone/>
              <a:defRPr sz="1275" b="0">
                <a:solidFill>
                  <a:srgbClr val="4B6070"/>
                </a:solidFill>
                <a:latin typeface="Arial"/>
                <a:ea typeface="Arial"/>
                <a:cs typeface="Arial"/>
              </a:defRPr>
            </a:lvl9pPr>
          </a:lstStyle>
          <a:p xmlns:a="http://schemas.openxmlformats.org/drawingml/2006/main">
            <a:pPr algn="l">
              <a:buNone/>
              <a:defRPr sz="1275" b="0">
                <a:solidFill>
                  <a:srgbClr val="4B6070"/>
                </a:solidFill>
                <a:latin typeface="Arial"/>
                <a:ea typeface="Arial"/>
                <a:cs typeface="Arial"/>
              </a:defRPr>
            </a:pPr>
            <a:r>
              <a:rPr sz="1275" b="0">
                <a:solidFill>
                  <a:srgbClr val="4B6070"/>
                </a:solidFill>
                <a:latin typeface="Arial"/>
                <a:ea typeface="Arial"/>
                <a:cs typeface="Arial"/>
              </a:rPr>
              <a:t>27</a:t>
            </a:r>
          </a:p>
        </p:txBody>
      </p:sp>
      <p:sp>
        <p:nvSpPr>
          <p:cNvPr id="3" name="text-2">
            <a:extLst xmlns:a="http://schemas.openxmlformats.org/drawingml/2006/main">
              <a:ext uri="{FF2B5EF4-FFF2-40B4-BE49-F238E27FC236}">
                <a16:creationId xmlns:a16="http://schemas.microsoft.com/office/drawing/2014/main" id="{69A89AC3-BC2D-47D2-8C5A-EE51D2D69CC3}"/>
              </a:ext>
            </a:extLst>
          </p:cNvPr>
          <p:cNvSpPr>
            <a:spLocks xmlns:a="http://schemas.openxmlformats.org/drawingml/2006/main" noGrp="1"/>
          </p:cNvSpPr>
          <p:nvPr/>
        </p:nvSpPr>
        <p:spPr>
          <a:xfrm xmlns:a="http://schemas.openxmlformats.org/drawingml/2006/main">
            <a:off x="876300" y="1381125"/>
            <a:ext cx="47625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lgn="l">
              <a:defRPr sz="2100" b="1">
                <a:solidFill>
                  <a:srgbClr val="007C83"/>
                </a:solidFill>
                <a:latin typeface="Arial"/>
                <a:ea typeface="Arial"/>
                <a:cs typeface="Arial"/>
              </a:defRPr>
            </a:defPPr>
            <a:lvl1pPr algn="l">
              <a:buNone/>
              <a:defRPr sz="2100" b="1">
                <a:solidFill>
                  <a:srgbClr val="007C83"/>
                </a:solidFill>
                <a:latin typeface="Arial"/>
                <a:ea typeface="Arial"/>
                <a:cs typeface="Arial"/>
              </a:defRPr>
            </a:lvl1pPr>
            <a:lvl2pPr algn="l">
              <a:buNone/>
              <a:defRPr sz="2100" b="1">
                <a:solidFill>
                  <a:srgbClr val="007C83"/>
                </a:solidFill>
                <a:latin typeface="Arial"/>
                <a:ea typeface="Arial"/>
                <a:cs typeface="Arial"/>
              </a:defRPr>
            </a:lvl2pPr>
            <a:lvl3pPr algn="l">
              <a:buNone/>
              <a:defRPr sz="2100" b="1">
                <a:solidFill>
                  <a:srgbClr val="007C83"/>
                </a:solidFill>
                <a:latin typeface="Arial"/>
                <a:ea typeface="Arial"/>
                <a:cs typeface="Arial"/>
              </a:defRPr>
            </a:lvl3pPr>
            <a:lvl4pPr algn="l">
              <a:buNone/>
              <a:defRPr sz="2100" b="1">
                <a:solidFill>
                  <a:srgbClr val="007C83"/>
                </a:solidFill>
                <a:latin typeface="Arial"/>
                <a:ea typeface="Arial"/>
                <a:cs typeface="Arial"/>
              </a:defRPr>
            </a:lvl4pPr>
            <a:lvl5pPr algn="l">
              <a:buNone/>
              <a:defRPr sz="2100" b="1">
                <a:solidFill>
                  <a:srgbClr val="007C83"/>
                </a:solidFill>
                <a:latin typeface="Arial"/>
                <a:ea typeface="Arial"/>
                <a:cs typeface="Arial"/>
              </a:defRPr>
            </a:lvl5pPr>
            <a:lvl6pPr algn="l">
              <a:buNone/>
              <a:defRPr sz="2100" b="1">
                <a:solidFill>
                  <a:srgbClr val="007C83"/>
                </a:solidFill>
                <a:latin typeface="Arial"/>
                <a:ea typeface="Arial"/>
                <a:cs typeface="Arial"/>
              </a:defRPr>
            </a:lvl6pPr>
            <a:lvl7pPr algn="l">
              <a:buNone/>
              <a:defRPr sz="2100" b="1">
                <a:solidFill>
                  <a:srgbClr val="007C83"/>
                </a:solidFill>
                <a:latin typeface="Arial"/>
                <a:ea typeface="Arial"/>
                <a:cs typeface="Arial"/>
              </a:defRPr>
            </a:lvl7pPr>
            <a:lvl8pPr algn="l">
              <a:buNone/>
              <a:defRPr sz="2100" b="1">
                <a:solidFill>
                  <a:srgbClr val="007C83"/>
                </a:solidFill>
                <a:latin typeface="Arial"/>
                <a:ea typeface="Arial"/>
                <a:cs typeface="Arial"/>
              </a:defRPr>
            </a:lvl8pPr>
            <a:lvl9pPr algn="l">
              <a:buNone/>
              <a:defRPr sz="2100" b="1">
                <a:solidFill>
                  <a:srgbClr val="007C83"/>
                </a:solidFill>
                <a:latin typeface="Arial"/>
                <a:ea typeface="Arial"/>
                <a:cs typeface="Arial"/>
              </a:defRPr>
            </a:lvl9pPr>
          </a:lstStyle>
          <a:p xmlns:a="http://schemas.openxmlformats.org/drawingml/2006/main">
            <a:pPr algn="l">
              <a:buNone/>
              <a:defRPr sz="2100" b="1">
                <a:solidFill>
                  <a:srgbClr val="007C83"/>
                </a:solidFill>
                <a:latin typeface="Arial"/>
                <a:ea typeface="Arial"/>
                <a:cs typeface="Arial"/>
              </a:defRPr>
            </a:pPr>
            <a:r>
              <a:rPr sz="2100" b="1">
                <a:solidFill>
                  <a:srgbClr val="007C83"/>
                </a:solidFill>
                <a:latin typeface="Arial"/>
                <a:ea typeface="Arial"/>
                <a:cs typeface="Arial"/>
              </a:rPr>
              <a:t>Before: delete 15</a:t>
            </a:r>
          </a:p>
        </p:txBody>
      </p:sp>
      <p:sp>
        <p:nvSpPr>
          <p:cNvPr id="4" name="text-3">
            <a:extLst xmlns:a="http://schemas.openxmlformats.org/drawingml/2006/main">
              <a:ext uri="{FF2B5EF4-FFF2-40B4-BE49-F238E27FC236}">
                <a16:creationId xmlns:a16="http://schemas.microsoft.com/office/drawing/2014/main" id="{CD29D287-3A15-4B43-BE80-062FE96E590B}"/>
              </a:ext>
            </a:extLst>
          </p:cNvPr>
          <p:cNvSpPr>
            <a:spLocks xmlns:a="http://schemas.openxmlformats.org/drawingml/2006/main" noGrp="1"/>
          </p:cNvSpPr>
          <p:nvPr/>
        </p:nvSpPr>
        <p:spPr>
          <a:xfrm xmlns:a="http://schemas.openxmlformats.org/drawingml/2006/main">
            <a:off x="6572250" y="1381125"/>
            <a:ext cx="47625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lgn="l">
              <a:defRPr sz="2100" b="1">
                <a:solidFill>
                  <a:srgbClr val="007C83"/>
                </a:solidFill>
                <a:latin typeface="Arial"/>
                <a:ea typeface="Arial"/>
                <a:cs typeface="Arial"/>
              </a:defRPr>
            </a:defPPr>
            <a:lvl1pPr algn="l">
              <a:buNone/>
              <a:defRPr sz="2100" b="1">
                <a:solidFill>
                  <a:srgbClr val="007C83"/>
                </a:solidFill>
                <a:latin typeface="Arial"/>
                <a:ea typeface="Arial"/>
                <a:cs typeface="Arial"/>
              </a:defRPr>
            </a:lvl1pPr>
            <a:lvl2pPr algn="l">
              <a:buNone/>
              <a:defRPr sz="2100" b="1">
                <a:solidFill>
                  <a:srgbClr val="007C83"/>
                </a:solidFill>
                <a:latin typeface="Arial"/>
                <a:ea typeface="Arial"/>
                <a:cs typeface="Arial"/>
              </a:defRPr>
            </a:lvl2pPr>
            <a:lvl3pPr algn="l">
              <a:buNone/>
              <a:defRPr sz="2100" b="1">
                <a:solidFill>
                  <a:srgbClr val="007C83"/>
                </a:solidFill>
                <a:latin typeface="Arial"/>
                <a:ea typeface="Arial"/>
                <a:cs typeface="Arial"/>
              </a:defRPr>
            </a:lvl3pPr>
            <a:lvl4pPr algn="l">
              <a:buNone/>
              <a:defRPr sz="2100" b="1">
                <a:solidFill>
                  <a:srgbClr val="007C83"/>
                </a:solidFill>
                <a:latin typeface="Arial"/>
                <a:ea typeface="Arial"/>
                <a:cs typeface="Arial"/>
              </a:defRPr>
            </a:lvl4pPr>
            <a:lvl5pPr algn="l">
              <a:buNone/>
              <a:defRPr sz="2100" b="1">
                <a:solidFill>
                  <a:srgbClr val="007C83"/>
                </a:solidFill>
                <a:latin typeface="Arial"/>
                <a:ea typeface="Arial"/>
                <a:cs typeface="Arial"/>
              </a:defRPr>
            </a:lvl5pPr>
            <a:lvl6pPr algn="l">
              <a:buNone/>
              <a:defRPr sz="2100" b="1">
                <a:solidFill>
                  <a:srgbClr val="007C83"/>
                </a:solidFill>
                <a:latin typeface="Arial"/>
                <a:ea typeface="Arial"/>
                <a:cs typeface="Arial"/>
              </a:defRPr>
            </a:lvl6pPr>
            <a:lvl7pPr algn="l">
              <a:buNone/>
              <a:defRPr sz="2100" b="1">
                <a:solidFill>
                  <a:srgbClr val="007C83"/>
                </a:solidFill>
                <a:latin typeface="Arial"/>
                <a:ea typeface="Arial"/>
                <a:cs typeface="Arial"/>
              </a:defRPr>
            </a:lvl7pPr>
            <a:lvl8pPr algn="l">
              <a:buNone/>
              <a:defRPr sz="2100" b="1">
                <a:solidFill>
                  <a:srgbClr val="007C83"/>
                </a:solidFill>
                <a:latin typeface="Arial"/>
                <a:ea typeface="Arial"/>
                <a:cs typeface="Arial"/>
              </a:defRPr>
            </a:lvl8pPr>
            <a:lvl9pPr algn="l">
              <a:buNone/>
              <a:defRPr sz="2100" b="1">
                <a:solidFill>
                  <a:srgbClr val="007C83"/>
                </a:solidFill>
                <a:latin typeface="Arial"/>
                <a:ea typeface="Arial"/>
                <a:cs typeface="Arial"/>
              </a:defRPr>
            </a:lvl9pPr>
          </a:lstStyle>
          <a:p xmlns:a="http://schemas.openxmlformats.org/drawingml/2006/main">
            <a:pPr algn="l">
              <a:buNone/>
              <a:defRPr sz="2100" b="1">
                <a:solidFill>
                  <a:srgbClr val="007C83"/>
                </a:solidFill>
                <a:latin typeface="Arial"/>
                <a:ea typeface="Arial"/>
                <a:cs typeface="Arial"/>
              </a:defRPr>
            </a:pPr>
            <a:r>
              <a:rPr sz="2100" b="1">
                <a:solidFill>
                  <a:srgbClr val="007C83"/>
                </a:solidFill>
                <a:latin typeface="Arial"/>
                <a:ea typeface="Arial"/>
                <a:cs typeface="Arial"/>
              </a:rPr>
              <a:t>After: 12 links to 20</a:t>
            </a:r>
          </a:p>
        </p:txBody>
      </p:sp>
      <p:sp>
        <p:nvSpPr>
          <p:cNvPr id="5" name="text-4">
            <a:extLst xmlns:a="http://schemas.openxmlformats.org/drawingml/2006/main">
              <a:ext uri="{FF2B5EF4-FFF2-40B4-BE49-F238E27FC236}">
                <a16:creationId xmlns:a16="http://schemas.microsoft.com/office/drawing/2014/main" id="{01EE898D-6ABB-421D-A6F4-A910BB3CDA9F}"/>
              </a:ext>
            </a:extLst>
          </p:cNvPr>
          <p:cNvSpPr>
            <a:spLocks xmlns:a="http://schemas.openxmlformats.org/drawingml/2006/main" noGrp="1"/>
          </p:cNvSpPr>
          <p:nvPr/>
        </p:nvSpPr>
        <p:spPr>
          <a:xfrm xmlns:a="http://schemas.openxmlformats.org/drawingml/2006/main">
            <a:off x="609600" y="5800725"/>
            <a:ext cx="104775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lgn="l">
              <a:defRPr sz="1800" b="1">
                <a:solidFill>
                  <a:srgbClr val="007C83"/>
                </a:solidFill>
                <a:latin typeface="Arial"/>
                <a:ea typeface="Arial"/>
                <a:cs typeface="Arial"/>
              </a:defRPr>
            </a:defPPr>
            <a:lvl1pPr algn="l">
              <a:buNone/>
              <a:defRPr sz="1800" b="1">
                <a:solidFill>
                  <a:srgbClr val="007C83"/>
                </a:solidFill>
                <a:latin typeface="Arial"/>
                <a:ea typeface="Arial"/>
                <a:cs typeface="Arial"/>
              </a:defRPr>
            </a:lvl1pPr>
            <a:lvl2pPr algn="l">
              <a:buNone/>
              <a:defRPr sz="1800" b="1">
                <a:solidFill>
                  <a:srgbClr val="007C83"/>
                </a:solidFill>
                <a:latin typeface="Arial"/>
                <a:ea typeface="Arial"/>
                <a:cs typeface="Arial"/>
              </a:defRPr>
            </a:lvl2pPr>
            <a:lvl3pPr algn="l">
              <a:buNone/>
              <a:defRPr sz="1800" b="1">
                <a:solidFill>
                  <a:srgbClr val="007C83"/>
                </a:solidFill>
                <a:latin typeface="Arial"/>
                <a:ea typeface="Arial"/>
                <a:cs typeface="Arial"/>
              </a:defRPr>
            </a:lvl3pPr>
            <a:lvl4pPr algn="l">
              <a:buNone/>
              <a:defRPr sz="1800" b="1">
                <a:solidFill>
                  <a:srgbClr val="007C83"/>
                </a:solidFill>
                <a:latin typeface="Arial"/>
                <a:ea typeface="Arial"/>
                <a:cs typeface="Arial"/>
              </a:defRPr>
            </a:lvl4pPr>
            <a:lvl5pPr algn="l">
              <a:buNone/>
              <a:defRPr sz="1800" b="1">
                <a:solidFill>
                  <a:srgbClr val="007C83"/>
                </a:solidFill>
                <a:latin typeface="Arial"/>
                <a:ea typeface="Arial"/>
                <a:cs typeface="Arial"/>
              </a:defRPr>
            </a:lvl5pPr>
            <a:lvl6pPr algn="l">
              <a:buNone/>
              <a:defRPr sz="1800" b="1">
                <a:solidFill>
                  <a:srgbClr val="007C83"/>
                </a:solidFill>
                <a:latin typeface="Arial"/>
                <a:ea typeface="Arial"/>
                <a:cs typeface="Arial"/>
              </a:defRPr>
            </a:lvl6pPr>
            <a:lvl7pPr algn="l">
              <a:buNone/>
              <a:defRPr sz="1800" b="1">
                <a:solidFill>
                  <a:srgbClr val="007C83"/>
                </a:solidFill>
                <a:latin typeface="Arial"/>
                <a:ea typeface="Arial"/>
                <a:cs typeface="Arial"/>
              </a:defRPr>
            </a:lvl7pPr>
            <a:lvl8pPr algn="l">
              <a:buNone/>
              <a:defRPr sz="1800" b="1">
                <a:solidFill>
                  <a:srgbClr val="007C83"/>
                </a:solidFill>
                <a:latin typeface="Arial"/>
                <a:ea typeface="Arial"/>
                <a:cs typeface="Arial"/>
              </a:defRPr>
            </a:lvl8pPr>
            <a:lvl9pPr algn="l">
              <a:buNone/>
              <a:defRPr sz="1800" b="1">
                <a:solidFill>
                  <a:srgbClr val="007C83"/>
                </a:solidFill>
                <a:latin typeface="Arial"/>
                <a:ea typeface="Arial"/>
                <a:cs typeface="Arial"/>
              </a:defRPr>
            </a:lvl9pPr>
          </a:lstStyle>
          <a:p xmlns:a="http://schemas.openxmlformats.org/drawingml/2006/main">
            <a:pPr algn="l">
              <a:buNone/>
              <a:defRPr sz="1800" b="1">
                <a:solidFill>
                  <a:srgbClr val="007C83"/>
                </a:solidFill>
                <a:latin typeface="Arial"/>
                <a:ea typeface="Arial"/>
                <a:cs typeface="Arial"/>
              </a:defRPr>
            </a:pPr>
            <a:r>
              <a:rPr sz="1800" b="1">
                <a:solidFill>
                  <a:srgbClr val="007C83"/>
                </a:solidFill>
                <a:latin typeface="Arial"/>
                <a:ea typeface="Arial"/>
                <a:cs typeface="Arial"/>
              </a:rPr>
              <a:t>A leaf uses the same reconnection idea with a null replacement.</a:t>
            </a:r>
          </a:p>
        </p:txBody>
      </p:sp>
      <p:sp>
        <p:nvSpPr>
          <p:cNvPr id="6" name="source-diagram-dg26-32">
            <a:extLst xmlns:a="http://schemas.openxmlformats.org/drawingml/2006/main">
              <a:ext uri="{FF2B5EF4-FFF2-40B4-BE49-F238E27FC236}">
                <a16:creationId xmlns:a16="http://schemas.microsoft.com/office/drawing/2014/main" id="{273D55EA-7E5E-4470-9CA6-BE513C628DF1}"/>
              </a:ext>
            </a:extLst>
          </p:cNvPr>
          <p:cNvSpPr>
            <a:spLocks xmlns:a="http://schemas.openxmlformats.org/drawingml/2006/main" noGrp="1"/>
          </p:cNvSpPr>
          <p:nvPr/>
        </p:nvSpPr>
        <p:spPr>
          <a:xfrm xmlns:a="http://schemas.openxmlformats.org/drawingml/2006/main">
            <a:off x="4344971" y="3947398"/>
            <a:ext cx="415205" cy="415205"/>
          </a:xfrm>
          <a:prstGeom xmlns:a="http://schemas.openxmlformats.org/drawingml/2006/main" prst="ellipse">
            <a:avLst/>
          </a:prstGeom>
          <a:solidFill xmlns:a="http://schemas.openxmlformats.org/drawingml/2006/main">
            <a:srgbClr val="007C83"/>
          </a:solidFill>
          <a:ln xmlns:a="http://schemas.openxmlformats.org/drawingml/2006/main" w="38100">
            <a:solidFill>
              <a:srgbClr val="142E42"/>
            </a:solidFill>
            <a:round/>
          </a:l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242" b="0">
                <a:solidFill>
                  <a:srgbClr val="FFFFFF"/>
                </a:solidFill>
                <a:latin typeface="Arial"/>
                <a:ea typeface="Arial"/>
                <a:cs typeface="Arial"/>
              </a:rPr>
              <a:t>20</a:t>
            </a:r>
          </a:p>
        </p:txBody>
      </p:sp>
      <p:sp>
        <p:nvSpPr>
          <p:cNvPr id="7" name="source-diagram-dg26-33">
            <a:extLst xmlns:a="http://schemas.openxmlformats.org/drawingml/2006/main">
              <a:ext uri="{FF2B5EF4-FFF2-40B4-BE49-F238E27FC236}">
                <a16:creationId xmlns:a16="http://schemas.microsoft.com/office/drawing/2014/main" id="{7818CAA0-28FA-4D19-AE6B-AA5B872DAA3A}"/>
              </a:ext>
            </a:extLst>
          </p:cNvPr>
          <p:cNvSpPr>
            <a:spLocks xmlns:a="http://schemas.openxmlformats.org/drawingml/2006/main" noGrp="1"/>
          </p:cNvSpPr>
          <p:nvPr/>
        </p:nvSpPr>
        <p:spPr>
          <a:xfrm xmlns:a="http://schemas.openxmlformats.org/drawingml/2006/main">
            <a:off x="2019824" y="3947398"/>
            <a:ext cx="415205" cy="415205"/>
          </a:xfrm>
          <a:prstGeom xmlns:a="http://schemas.openxmlformats.org/drawingml/2006/main" prst="ellipse">
            <a:avLst/>
          </a:prstGeom>
          <a:solidFill xmlns:a="http://schemas.openxmlformats.org/drawingml/2006/main">
            <a:srgbClr val="E5EEF2"/>
          </a:solidFill>
          <a:ln xmlns:a="http://schemas.openxmlformats.org/drawingml/2006/main" w="38100">
            <a:solidFill>
              <a:srgbClr val="142E42"/>
            </a:solidFill>
            <a:round/>
          </a:l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242" b="0">
                <a:solidFill>
                  <a:srgbClr val="142E42"/>
                </a:solidFill>
                <a:latin typeface="Arial"/>
                <a:ea typeface="Arial"/>
                <a:cs typeface="Arial"/>
              </a:rPr>
              <a:t>9</a:t>
            </a:r>
          </a:p>
        </p:txBody>
      </p:sp>
      <p:sp>
        <p:nvSpPr>
          <p:cNvPr id="8" name="source-diagram-dg26-34">
            <a:extLst xmlns:a="http://schemas.openxmlformats.org/drawingml/2006/main">
              <a:ext uri="{FF2B5EF4-FFF2-40B4-BE49-F238E27FC236}">
                <a16:creationId xmlns:a16="http://schemas.microsoft.com/office/drawing/2014/main" id="{82924922-C5A8-4591-931D-182165D6EFFB}"/>
              </a:ext>
            </a:extLst>
          </p:cNvPr>
          <p:cNvSpPr>
            <a:spLocks xmlns:a="http://schemas.openxmlformats.org/drawingml/2006/main" noGrp="1"/>
          </p:cNvSpPr>
          <p:nvPr/>
        </p:nvSpPr>
        <p:spPr>
          <a:xfrm xmlns:a="http://schemas.openxmlformats.org/drawingml/2006/main">
            <a:off x="857250" y="3947398"/>
            <a:ext cx="415205" cy="415205"/>
          </a:xfrm>
          <a:prstGeom xmlns:a="http://schemas.openxmlformats.org/drawingml/2006/main" prst="ellipse">
            <a:avLst/>
          </a:prstGeom>
          <a:solidFill xmlns:a="http://schemas.openxmlformats.org/drawingml/2006/main">
            <a:srgbClr val="E5EEF2"/>
          </a:solidFill>
          <a:ln xmlns:a="http://schemas.openxmlformats.org/drawingml/2006/main" w="38100">
            <a:solidFill>
              <a:srgbClr val="142E42"/>
            </a:solidFill>
            <a:round/>
          </a:l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242" b="0">
                <a:solidFill>
                  <a:srgbClr val="142E42"/>
                </a:solidFill>
                <a:latin typeface="Arial"/>
                <a:ea typeface="Arial"/>
                <a:cs typeface="Arial"/>
              </a:rPr>
              <a:t>2</a:t>
            </a:r>
          </a:p>
        </p:txBody>
      </p:sp>
      <p:sp>
        <p:nvSpPr>
          <p:cNvPr id="9" name="source-diagram-dg26-35">
            <a:extLst xmlns:a="http://schemas.openxmlformats.org/drawingml/2006/main">
              <a:ext uri="{FF2B5EF4-FFF2-40B4-BE49-F238E27FC236}">
                <a16:creationId xmlns:a16="http://schemas.microsoft.com/office/drawing/2014/main" id="{D902C234-C5AE-4A61-B310-6CF7D353C2F3}"/>
              </a:ext>
            </a:extLst>
          </p:cNvPr>
          <p:cNvSpPr>
            <a:spLocks xmlns:a="http://schemas.openxmlformats.org/drawingml/2006/main" noGrp="1"/>
          </p:cNvSpPr>
          <p:nvPr/>
        </p:nvSpPr>
        <p:spPr>
          <a:xfrm xmlns:a="http://schemas.openxmlformats.org/drawingml/2006/main">
            <a:off x="3763684" y="2978586"/>
            <a:ext cx="415205" cy="415205"/>
          </a:xfrm>
          <a:prstGeom xmlns:a="http://schemas.openxmlformats.org/drawingml/2006/main" prst="ellipse">
            <a:avLst/>
          </a:prstGeom>
          <a:solidFill xmlns:a="http://schemas.openxmlformats.org/drawingml/2006/main">
            <a:srgbClr val="007C83"/>
          </a:solidFill>
          <a:ln xmlns:a="http://schemas.openxmlformats.org/drawingml/2006/main" w="38100">
            <a:solidFill>
              <a:srgbClr val="142E42"/>
            </a:solidFill>
            <a:round/>
          </a:l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242" b="0">
                <a:solidFill>
                  <a:srgbClr val="FFFFFF"/>
                </a:solidFill>
                <a:latin typeface="Arial"/>
                <a:ea typeface="Arial"/>
                <a:cs typeface="Arial"/>
              </a:rPr>
              <a:t>15</a:t>
            </a:r>
          </a:p>
        </p:txBody>
      </p:sp>
      <p:sp>
        <p:nvSpPr>
          <p:cNvPr id="10" name="source-diagram-dg26-36">
            <a:extLst xmlns:a="http://schemas.openxmlformats.org/drawingml/2006/main">
              <a:ext uri="{FF2B5EF4-FFF2-40B4-BE49-F238E27FC236}">
                <a16:creationId xmlns:a16="http://schemas.microsoft.com/office/drawing/2014/main" id="{878026F0-6712-41B3-9E10-B970BCCF3755}"/>
              </a:ext>
            </a:extLst>
          </p:cNvPr>
          <p:cNvSpPr>
            <a:spLocks xmlns:a="http://schemas.openxmlformats.org/drawingml/2006/main" noGrp="1"/>
          </p:cNvSpPr>
          <p:nvPr/>
        </p:nvSpPr>
        <p:spPr>
          <a:xfrm xmlns:a="http://schemas.openxmlformats.org/drawingml/2006/main">
            <a:off x="1438537" y="2978586"/>
            <a:ext cx="415205" cy="415205"/>
          </a:xfrm>
          <a:prstGeom xmlns:a="http://schemas.openxmlformats.org/drawingml/2006/main" prst="ellipse">
            <a:avLst/>
          </a:prstGeom>
          <a:solidFill xmlns:a="http://schemas.openxmlformats.org/drawingml/2006/main">
            <a:srgbClr val="E5EEF2"/>
          </a:solidFill>
          <a:ln xmlns:a="http://schemas.openxmlformats.org/drawingml/2006/main" w="38100">
            <a:solidFill>
              <a:srgbClr val="142E42"/>
            </a:solidFill>
            <a:round/>
          </a:l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242" b="0">
                <a:solidFill>
                  <a:srgbClr val="142E42"/>
                </a:solidFill>
                <a:latin typeface="Arial"/>
                <a:ea typeface="Arial"/>
                <a:cs typeface="Arial"/>
              </a:rPr>
              <a:t>5</a:t>
            </a:r>
          </a:p>
        </p:txBody>
      </p:sp>
      <p:sp>
        <p:nvSpPr>
          <p:cNvPr id="11" name="source-diagram-dg26-37">
            <a:extLst xmlns:a="http://schemas.openxmlformats.org/drawingml/2006/main">
              <a:ext uri="{FF2B5EF4-FFF2-40B4-BE49-F238E27FC236}">
                <a16:creationId xmlns:a16="http://schemas.microsoft.com/office/drawing/2014/main" id="{45B8B12B-0925-4C93-AD08-5236D9D00B9A}"/>
              </a:ext>
            </a:extLst>
          </p:cNvPr>
          <p:cNvSpPr>
            <a:spLocks xmlns:a="http://schemas.openxmlformats.org/drawingml/2006/main" noGrp="1"/>
          </p:cNvSpPr>
          <p:nvPr/>
        </p:nvSpPr>
        <p:spPr>
          <a:xfrm xmlns:a="http://schemas.openxmlformats.org/drawingml/2006/main">
            <a:off x="2601111" y="2009775"/>
            <a:ext cx="415205" cy="415205"/>
          </a:xfrm>
          <a:prstGeom xmlns:a="http://schemas.openxmlformats.org/drawingml/2006/main" prst="ellipse">
            <a:avLst/>
          </a:prstGeom>
          <a:solidFill xmlns:a="http://schemas.openxmlformats.org/drawingml/2006/main">
            <a:srgbClr val="E5EEF2"/>
          </a:solidFill>
          <a:ln xmlns:a="http://schemas.openxmlformats.org/drawingml/2006/main" w="38100">
            <a:solidFill>
              <a:srgbClr val="142E42"/>
            </a:solidFill>
            <a:round/>
          </a:l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242" b="0">
                <a:solidFill>
                  <a:srgbClr val="142E42"/>
                </a:solidFill>
                <a:latin typeface="Arial"/>
                <a:ea typeface="Arial"/>
                <a:cs typeface="Arial"/>
              </a:rPr>
              <a:t>12</a:t>
            </a:r>
          </a:p>
        </p:txBody>
      </p:sp>
      <p:cxnSp>
        <p:nvCxnSpPr>
          <p:cNvPr id="12" name="source-diagram-dg26-38">
            <a:extLst xmlns:a="http://schemas.openxmlformats.org/drawingml/2006/main">
              <a:ext uri="{FF2B5EF4-FFF2-40B4-BE49-F238E27FC236}">
                <a16:creationId xmlns:a16="http://schemas.microsoft.com/office/drawing/2014/main" id="{008BFDE0-8E69-49DA-AB12-FC2F393D2E6E}"/>
              </a:ext>
            </a:extLst>
          </p:cNvPr>
          <p:cNvCxnSpPr/>
          <p:nvPr/>
        </p:nvCxnSpPr>
        <p:spPr>
          <a:xfrm xmlns:a="http://schemas.openxmlformats.org/drawingml/2006/main" flipH="1">
            <a:off x="1646139" y="2385190"/>
            <a:ext cx="1015523" cy="572636"/>
          </a:xfrm>
          <a:prstGeom xmlns:a="http://schemas.openxmlformats.org/drawingml/2006/main" prst="straightConnector1">
            <a:avLst/>
          </a:prstGeom>
          <a:ln xmlns:a="http://schemas.openxmlformats.org/drawingml/2006/main" w="9525">
            <a:solidFill>
              <a:srgbClr val="142E42"/>
            </a:solidFill>
            <a:round/>
            <a:headEnd type="none" w="med" len="med"/>
            <a:tailEnd type="none" w="med" len="med"/>
          </a:ln>
        </p:spPr>
      </p:cxnSp>
      <p:cxnSp>
        <p:nvCxnSpPr>
          <p:cNvPr id="13" name="source-diagram-dg26-39">
            <a:extLst xmlns:a="http://schemas.openxmlformats.org/drawingml/2006/main">
              <a:ext uri="{FF2B5EF4-FFF2-40B4-BE49-F238E27FC236}">
                <a16:creationId xmlns:a16="http://schemas.microsoft.com/office/drawing/2014/main" id="{8B14B4AE-4732-4E30-A57B-F4490B30817E}"/>
              </a:ext>
            </a:extLst>
          </p:cNvPr>
          <p:cNvCxnSpPr/>
          <p:nvPr/>
        </p:nvCxnSpPr>
        <p:spPr>
          <a:xfrm xmlns:a="http://schemas.openxmlformats.org/drawingml/2006/main">
            <a:off x="2955765" y="2385190"/>
            <a:ext cx="1015521" cy="572636"/>
          </a:xfrm>
          <a:prstGeom xmlns:a="http://schemas.openxmlformats.org/drawingml/2006/main" prst="straightConnector1">
            <a:avLst/>
          </a:prstGeom>
          <a:ln xmlns:a="http://schemas.openxmlformats.org/drawingml/2006/main" w="9525">
            <a:solidFill>
              <a:srgbClr val="142E42"/>
            </a:solidFill>
            <a:round/>
            <a:headEnd type="none" w="med" len="med"/>
            <a:tailEnd type="none" w="med" len="med"/>
          </a:ln>
        </p:spPr>
      </p:cxnSp>
      <p:cxnSp>
        <p:nvCxnSpPr>
          <p:cNvPr id="14" name="source-diagram-dg26-40">
            <a:extLst xmlns:a="http://schemas.openxmlformats.org/drawingml/2006/main">
              <a:ext uri="{FF2B5EF4-FFF2-40B4-BE49-F238E27FC236}">
                <a16:creationId xmlns:a16="http://schemas.microsoft.com/office/drawing/2014/main" id="{46E67674-E9E1-48DF-BD08-10A2AFD6E30D}"/>
              </a:ext>
            </a:extLst>
          </p:cNvPr>
          <p:cNvCxnSpPr/>
          <p:nvPr/>
        </p:nvCxnSpPr>
        <p:spPr>
          <a:xfrm xmlns:a="http://schemas.openxmlformats.org/drawingml/2006/main">
            <a:off x="4118339" y="3354001"/>
            <a:ext cx="434235" cy="572636"/>
          </a:xfrm>
          <a:prstGeom xmlns:a="http://schemas.openxmlformats.org/drawingml/2006/main" prst="straightConnector1">
            <a:avLst/>
          </a:prstGeom>
          <a:ln xmlns:a="http://schemas.openxmlformats.org/drawingml/2006/main" w="9525">
            <a:solidFill>
              <a:srgbClr val="142E42"/>
            </a:solidFill>
            <a:round/>
            <a:headEnd type="none" w="med" len="med"/>
            <a:tailEnd type="none" w="med" len="med"/>
          </a:ln>
        </p:spPr>
      </p:cxnSp>
      <p:cxnSp>
        <p:nvCxnSpPr>
          <p:cNvPr id="15" name="source-diagram-dg26-41">
            <a:extLst xmlns:a="http://schemas.openxmlformats.org/drawingml/2006/main">
              <a:ext uri="{FF2B5EF4-FFF2-40B4-BE49-F238E27FC236}">
                <a16:creationId xmlns:a16="http://schemas.microsoft.com/office/drawing/2014/main" id="{C3E31129-D7CF-4E4D-A7B0-C87D375293CE}"/>
              </a:ext>
            </a:extLst>
          </p:cNvPr>
          <p:cNvCxnSpPr/>
          <p:nvPr/>
        </p:nvCxnSpPr>
        <p:spPr>
          <a:xfrm xmlns:a="http://schemas.openxmlformats.org/drawingml/2006/main" flipH="1">
            <a:off x="1064852" y="3354001"/>
            <a:ext cx="434236" cy="572636"/>
          </a:xfrm>
          <a:prstGeom xmlns:a="http://schemas.openxmlformats.org/drawingml/2006/main" prst="straightConnector1">
            <a:avLst/>
          </a:prstGeom>
          <a:ln xmlns:a="http://schemas.openxmlformats.org/drawingml/2006/main" w="9525">
            <a:solidFill>
              <a:srgbClr val="142E42"/>
            </a:solidFill>
            <a:round/>
            <a:headEnd type="none" w="med" len="med"/>
            <a:tailEnd type="none" w="med" len="med"/>
          </a:ln>
        </p:spPr>
      </p:cxnSp>
      <p:cxnSp>
        <p:nvCxnSpPr>
          <p:cNvPr id="16" name="source-diagram-dg26-42">
            <a:extLst xmlns:a="http://schemas.openxmlformats.org/drawingml/2006/main">
              <a:ext uri="{FF2B5EF4-FFF2-40B4-BE49-F238E27FC236}">
                <a16:creationId xmlns:a16="http://schemas.microsoft.com/office/drawing/2014/main" id="{623F569D-5CCF-4AE5-9840-EBEB1F7073C5}"/>
              </a:ext>
            </a:extLst>
          </p:cNvPr>
          <p:cNvCxnSpPr/>
          <p:nvPr/>
        </p:nvCxnSpPr>
        <p:spPr>
          <a:xfrm xmlns:a="http://schemas.openxmlformats.org/drawingml/2006/main">
            <a:off x="1793192" y="3354001"/>
            <a:ext cx="434235" cy="572636"/>
          </a:xfrm>
          <a:prstGeom xmlns:a="http://schemas.openxmlformats.org/drawingml/2006/main" prst="straightConnector1">
            <a:avLst/>
          </a:prstGeom>
          <a:ln xmlns:a="http://schemas.openxmlformats.org/drawingml/2006/main" w="9525">
            <a:solidFill>
              <a:srgbClr val="142E42"/>
            </a:solidFill>
            <a:round/>
            <a:headEnd type="none" w="med" len="med"/>
            <a:tailEnd type="none" w="med" len="med"/>
          </a:ln>
        </p:spPr>
      </p:cxnSp>
      <p:sp>
        <p:nvSpPr>
          <p:cNvPr id="17" name="source-diagram-dg26-43">
            <a:extLst xmlns:a="http://schemas.openxmlformats.org/drawingml/2006/main">
              <a:ext uri="{FF2B5EF4-FFF2-40B4-BE49-F238E27FC236}">
                <a16:creationId xmlns:a16="http://schemas.microsoft.com/office/drawing/2014/main" id="{C63D7FAD-B991-4017-B6F2-33CE1BB1B621}"/>
              </a:ext>
            </a:extLst>
          </p:cNvPr>
          <p:cNvSpPr>
            <a:spLocks xmlns:a="http://schemas.openxmlformats.org/drawingml/2006/main" noGrp="1"/>
          </p:cNvSpPr>
          <p:nvPr/>
        </p:nvSpPr>
        <p:spPr>
          <a:xfrm xmlns:a="http://schemas.openxmlformats.org/drawingml/2006/main">
            <a:off x="4635615" y="4916209"/>
            <a:ext cx="415205" cy="415205"/>
          </a:xfrm>
          <a:prstGeom xmlns:a="http://schemas.openxmlformats.org/drawingml/2006/main" prst="ellipse">
            <a:avLst/>
          </a:prstGeom>
          <a:solidFill xmlns:a="http://schemas.openxmlformats.org/drawingml/2006/main">
            <a:srgbClr val="E5EEF2"/>
          </a:solidFill>
          <a:ln xmlns:a="http://schemas.openxmlformats.org/drawingml/2006/main" w="38100">
            <a:solidFill>
              <a:srgbClr val="142E42"/>
            </a:solidFill>
            <a:round/>
          </a:l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242" b="0">
                <a:solidFill>
                  <a:srgbClr val="142E42"/>
                </a:solidFill>
                <a:latin typeface="Arial"/>
                <a:ea typeface="Arial"/>
                <a:cs typeface="Arial"/>
              </a:rPr>
              <a:t>30</a:t>
            </a:r>
          </a:p>
        </p:txBody>
      </p:sp>
      <p:cxnSp>
        <p:nvCxnSpPr>
          <p:cNvPr id="18" name="source-diagram-dg26-44">
            <a:extLst xmlns:a="http://schemas.openxmlformats.org/drawingml/2006/main">
              <a:ext uri="{FF2B5EF4-FFF2-40B4-BE49-F238E27FC236}">
                <a16:creationId xmlns:a16="http://schemas.microsoft.com/office/drawing/2014/main" id="{1FE9136E-22CB-4E24-89A6-297F7001F271}"/>
              </a:ext>
            </a:extLst>
          </p:cNvPr>
          <p:cNvCxnSpPr/>
          <p:nvPr/>
        </p:nvCxnSpPr>
        <p:spPr>
          <a:xfrm xmlns:a="http://schemas.openxmlformats.org/drawingml/2006/main">
            <a:off x="4699626" y="4322813"/>
            <a:ext cx="143591" cy="572636"/>
          </a:xfrm>
          <a:prstGeom xmlns:a="http://schemas.openxmlformats.org/drawingml/2006/main" prst="straightConnector1">
            <a:avLst/>
          </a:prstGeom>
          <a:ln xmlns:a="http://schemas.openxmlformats.org/drawingml/2006/main" w="9525">
            <a:solidFill>
              <a:srgbClr val="142E42"/>
            </a:solidFill>
            <a:round/>
            <a:headEnd type="none" w="med" len="med"/>
            <a:tailEnd type="none" w="med" len="med"/>
          </a:ln>
        </p:spPr>
      </p:cxnSp>
      <p:sp>
        <p:nvSpPr>
          <p:cNvPr id="19" name="source-diagram-dg26-45">
            <a:extLst xmlns:a="http://schemas.openxmlformats.org/drawingml/2006/main">
              <a:ext uri="{FF2B5EF4-FFF2-40B4-BE49-F238E27FC236}">
                <a16:creationId xmlns:a16="http://schemas.microsoft.com/office/drawing/2014/main" id="{31C1FC58-EFE5-4A28-84D8-EEF696BE52D8}"/>
              </a:ext>
            </a:extLst>
          </p:cNvPr>
          <p:cNvSpPr>
            <a:spLocks xmlns:a="http://schemas.openxmlformats.org/drawingml/2006/main" noGrp="1"/>
          </p:cNvSpPr>
          <p:nvPr/>
        </p:nvSpPr>
        <p:spPr>
          <a:xfrm xmlns:a="http://schemas.openxmlformats.org/drawingml/2006/main">
            <a:off x="1729180" y="4916209"/>
            <a:ext cx="415205" cy="415205"/>
          </a:xfrm>
          <a:prstGeom xmlns:a="http://schemas.openxmlformats.org/drawingml/2006/main" prst="ellipse">
            <a:avLst/>
          </a:prstGeom>
          <a:solidFill xmlns:a="http://schemas.openxmlformats.org/drawingml/2006/main">
            <a:srgbClr val="E5EEF2"/>
          </a:solidFill>
          <a:ln xmlns:a="http://schemas.openxmlformats.org/drawingml/2006/main" w="38100">
            <a:solidFill>
              <a:srgbClr val="142E42"/>
            </a:solidFill>
            <a:round/>
          </a:l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242" b="0">
                <a:solidFill>
                  <a:srgbClr val="142E42"/>
                </a:solidFill>
                <a:latin typeface="Arial"/>
                <a:ea typeface="Arial"/>
                <a:cs typeface="Arial"/>
              </a:rPr>
              <a:t>7</a:t>
            </a:r>
          </a:p>
        </p:txBody>
      </p:sp>
      <p:cxnSp>
        <p:nvCxnSpPr>
          <p:cNvPr id="20" name="source-diagram-dg26-46">
            <a:extLst xmlns:a="http://schemas.openxmlformats.org/drawingml/2006/main">
              <a:ext uri="{FF2B5EF4-FFF2-40B4-BE49-F238E27FC236}">
                <a16:creationId xmlns:a16="http://schemas.microsoft.com/office/drawing/2014/main" id="{6379DAD5-B938-48D4-A6AB-DF16F0DCD82D}"/>
              </a:ext>
            </a:extLst>
          </p:cNvPr>
          <p:cNvCxnSpPr/>
          <p:nvPr/>
        </p:nvCxnSpPr>
        <p:spPr>
          <a:xfrm xmlns:a="http://schemas.openxmlformats.org/drawingml/2006/main" flipH="1">
            <a:off x="1936783" y="4322813"/>
            <a:ext cx="143592" cy="572636"/>
          </a:xfrm>
          <a:prstGeom xmlns:a="http://schemas.openxmlformats.org/drawingml/2006/main" prst="straightConnector1">
            <a:avLst/>
          </a:prstGeom>
          <a:ln xmlns:a="http://schemas.openxmlformats.org/drawingml/2006/main" w="9525">
            <a:solidFill>
              <a:srgbClr val="142E42"/>
            </a:solidFill>
            <a:round/>
            <a:headEnd type="none" w="med" len="med"/>
            <a:tailEnd type="none" w="med" len="med"/>
          </a:ln>
        </p:spPr>
      </p:cxnSp>
      <p:sp>
        <p:nvSpPr>
          <p:cNvPr id="21" name="source-diagram-dg26-49">
            <a:extLst xmlns:a="http://schemas.openxmlformats.org/drawingml/2006/main">
              <a:ext uri="{FF2B5EF4-FFF2-40B4-BE49-F238E27FC236}">
                <a16:creationId xmlns:a16="http://schemas.microsoft.com/office/drawing/2014/main" id="{FA548F13-5BAB-4294-B6D0-04C460742B7F}"/>
              </a:ext>
            </a:extLst>
          </p:cNvPr>
          <p:cNvSpPr>
            <a:spLocks xmlns:a="http://schemas.openxmlformats.org/drawingml/2006/main" noGrp="1"/>
          </p:cNvSpPr>
          <p:nvPr/>
        </p:nvSpPr>
        <p:spPr>
          <a:xfrm xmlns:a="http://schemas.openxmlformats.org/drawingml/2006/main">
            <a:off x="2287977" y="4928320"/>
            <a:ext cx="415205" cy="415205"/>
          </a:xfrm>
          <a:prstGeom xmlns:a="http://schemas.openxmlformats.org/drawingml/2006/main" prst="ellipse">
            <a:avLst/>
          </a:prstGeom>
          <a:solidFill xmlns:a="http://schemas.openxmlformats.org/drawingml/2006/main">
            <a:srgbClr val="E5EEF2"/>
          </a:solidFill>
          <a:ln xmlns:a="http://schemas.openxmlformats.org/drawingml/2006/main" w="38100">
            <a:solidFill>
              <a:srgbClr val="142E42"/>
            </a:solidFill>
            <a:round/>
          </a:l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242" b="0">
                <a:solidFill>
                  <a:srgbClr val="142E42"/>
                </a:solidFill>
                <a:latin typeface="Arial"/>
                <a:ea typeface="Arial"/>
                <a:cs typeface="Arial"/>
              </a:rPr>
              <a:t>10</a:t>
            </a:r>
          </a:p>
        </p:txBody>
      </p:sp>
      <p:cxnSp>
        <p:nvCxnSpPr>
          <p:cNvPr id="22" name="source-diagram-dg26-50">
            <a:extLst xmlns:a="http://schemas.openxmlformats.org/drawingml/2006/main">
              <a:ext uri="{FF2B5EF4-FFF2-40B4-BE49-F238E27FC236}">
                <a16:creationId xmlns:a16="http://schemas.microsoft.com/office/drawing/2014/main" id="{B0906AB6-ACE8-4774-8095-07B0BAF13406}"/>
              </a:ext>
            </a:extLst>
          </p:cNvPr>
          <p:cNvCxnSpPr/>
          <p:nvPr/>
        </p:nvCxnSpPr>
        <p:spPr>
          <a:xfrm xmlns:a="http://schemas.openxmlformats.org/drawingml/2006/main">
            <a:off x="2351988" y="4334923"/>
            <a:ext cx="143592" cy="572637"/>
          </a:xfrm>
          <a:prstGeom xmlns:a="http://schemas.openxmlformats.org/drawingml/2006/main" prst="straightConnector1">
            <a:avLst/>
          </a:prstGeom>
          <a:ln xmlns:a="http://schemas.openxmlformats.org/drawingml/2006/main" w="9525">
            <a:solidFill>
              <a:srgbClr val="142E42"/>
            </a:solidFill>
            <a:round/>
            <a:headEnd type="none" w="med" len="med"/>
            <a:tailEnd type="none" w="med" len="med"/>
          </a:ln>
        </p:spPr>
      </p:cxnSp>
      <p:sp>
        <p:nvSpPr>
          <p:cNvPr id="23" name="source-diagram-dg26-53">
            <a:extLst xmlns:a="http://schemas.openxmlformats.org/drawingml/2006/main">
              <a:ext uri="{FF2B5EF4-FFF2-40B4-BE49-F238E27FC236}">
                <a16:creationId xmlns:a16="http://schemas.microsoft.com/office/drawing/2014/main" id="{4251924A-AFEA-4C02-9577-F8C6667F0724}"/>
              </a:ext>
            </a:extLst>
          </p:cNvPr>
          <p:cNvSpPr>
            <a:spLocks xmlns:a="http://schemas.openxmlformats.org/drawingml/2006/main" noGrp="1"/>
          </p:cNvSpPr>
          <p:nvPr/>
        </p:nvSpPr>
        <p:spPr>
          <a:xfrm xmlns:a="http://schemas.openxmlformats.org/drawingml/2006/main">
            <a:off x="8649262" y="2929569"/>
            <a:ext cx="415205" cy="415205"/>
          </a:xfrm>
          <a:prstGeom xmlns:a="http://schemas.openxmlformats.org/drawingml/2006/main" prst="ellipse">
            <a:avLst/>
          </a:prstGeom>
          <a:solidFill xmlns:a="http://schemas.openxmlformats.org/drawingml/2006/main">
            <a:srgbClr val="007C83"/>
          </a:solidFill>
          <a:ln xmlns:a="http://schemas.openxmlformats.org/drawingml/2006/main" w="38100">
            <a:solidFill>
              <a:srgbClr val="142E42"/>
            </a:solidFill>
            <a:round/>
          </a:l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242" b="0">
                <a:solidFill>
                  <a:srgbClr val="FFFFFF"/>
                </a:solidFill>
                <a:latin typeface="Arial"/>
                <a:ea typeface="Arial"/>
                <a:cs typeface="Arial"/>
              </a:rPr>
              <a:t>20</a:t>
            </a:r>
          </a:p>
        </p:txBody>
      </p:sp>
      <p:sp>
        <p:nvSpPr>
          <p:cNvPr id="24" name="source-diagram-dg26-54">
            <a:extLst xmlns:a="http://schemas.openxmlformats.org/drawingml/2006/main">
              <a:ext uri="{FF2B5EF4-FFF2-40B4-BE49-F238E27FC236}">
                <a16:creationId xmlns:a16="http://schemas.microsoft.com/office/drawing/2014/main" id="{A1BC0C9B-84C2-4E7D-BE1D-493B4C61BE94}"/>
              </a:ext>
            </a:extLst>
          </p:cNvPr>
          <p:cNvSpPr>
            <a:spLocks xmlns:a="http://schemas.openxmlformats.org/drawingml/2006/main" noGrp="1"/>
          </p:cNvSpPr>
          <p:nvPr/>
        </p:nvSpPr>
        <p:spPr>
          <a:xfrm xmlns:a="http://schemas.openxmlformats.org/drawingml/2006/main">
            <a:off x="6794680" y="3947398"/>
            <a:ext cx="415205" cy="415205"/>
          </a:xfrm>
          <a:prstGeom xmlns:a="http://schemas.openxmlformats.org/drawingml/2006/main" prst="ellipse">
            <a:avLst/>
          </a:prstGeom>
          <a:solidFill xmlns:a="http://schemas.openxmlformats.org/drawingml/2006/main">
            <a:srgbClr val="E5EEF2"/>
          </a:solidFill>
          <a:ln xmlns:a="http://schemas.openxmlformats.org/drawingml/2006/main" w="38100">
            <a:solidFill>
              <a:srgbClr val="142E42"/>
            </a:solidFill>
            <a:round/>
          </a:l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242" b="0">
                <a:solidFill>
                  <a:srgbClr val="142E42"/>
                </a:solidFill>
                <a:latin typeface="Arial"/>
                <a:ea typeface="Arial"/>
                <a:cs typeface="Arial"/>
              </a:rPr>
              <a:t>9</a:t>
            </a:r>
          </a:p>
        </p:txBody>
      </p:sp>
      <p:sp>
        <p:nvSpPr>
          <p:cNvPr id="25" name="source-diagram-dg26-55">
            <a:extLst xmlns:a="http://schemas.openxmlformats.org/drawingml/2006/main">
              <a:ext uri="{FF2B5EF4-FFF2-40B4-BE49-F238E27FC236}">
                <a16:creationId xmlns:a16="http://schemas.microsoft.com/office/drawing/2014/main" id="{C9FF2828-6A0C-48A1-B42F-95CE2000DF2D}"/>
              </a:ext>
            </a:extLst>
          </p:cNvPr>
          <p:cNvSpPr>
            <a:spLocks xmlns:a="http://schemas.openxmlformats.org/drawingml/2006/main" noGrp="1"/>
          </p:cNvSpPr>
          <p:nvPr/>
        </p:nvSpPr>
        <p:spPr>
          <a:xfrm xmlns:a="http://schemas.openxmlformats.org/drawingml/2006/main">
            <a:off x="5632107" y="3947398"/>
            <a:ext cx="415205" cy="415205"/>
          </a:xfrm>
          <a:prstGeom xmlns:a="http://schemas.openxmlformats.org/drawingml/2006/main" prst="ellipse">
            <a:avLst/>
          </a:prstGeom>
          <a:solidFill xmlns:a="http://schemas.openxmlformats.org/drawingml/2006/main">
            <a:srgbClr val="E5EEF2"/>
          </a:solidFill>
          <a:ln xmlns:a="http://schemas.openxmlformats.org/drawingml/2006/main" w="38100">
            <a:solidFill>
              <a:srgbClr val="142E42"/>
            </a:solidFill>
            <a:round/>
          </a:l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242" b="0">
                <a:solidFill>
                  <a:srgbClr val="142E42"/>
                </a:solidFill>
                <a:latin typeface="Arial"/>
                <a:ea typeface="Arial"/>
                <a:cs typeface="Arial"/>
              </a:rPr>
              <a:t>2</a:t>
            </a:r>
          </a:p>
        </p:txBody>
      </p:sp>
      <p:sp>
        <p:nvSpPr>
          <p:cNvPr id="26" name="source-diagram-dg26-57">
            <a:extLst xmlns:a="http://schemas.openxmlformats.org/drawingml/2006/main">
              <a:ext uri="{FF2B5EF4-FFF2-40B4-BE49-F238E27FC236}">
                <a16:creationId xmlns:a16="http://schemas.microsoft.com/office/drawing/2014/main" id="{89F55106-A851-47BE-8F1D-F9616291453C}"/>
              </a:ext>
            </a:extLst>
          </p:cNvPr>
          <p:cNvSpPr>
            <a:spLocks xmlns:a="http://schemas.openxmlformats.org/drawingml/2006/main" noGrp="1"/>
          </p:cNvSpPr>
          <p:nvPr/>
        </p:nvSpPr>
        <p:spPr>
          <a:xfrm xmlns:a="http://schemas.openxmlformats.org/drawingml/2006/main">
            <a:off x="6213393" y="2978586"/>
            <a:ext cx="415205" cy="415205"/>
          </a:xfrm>
          <a:prstGeom xmlns:a="http://schemas.openxmlformats.org/drawingml/2006/main" prst="ellipse">
            <a:avLst/>
          </a:prstGeom>
          <a:solidFill xmlns:a="http://schemas.openxmlformats.org/drawingml/2006/main">
            <a:srgbClr val="E5EEF2"/>
          </a:solidFill>
          <a:ln xmlns:a="http://schemas.openxmlformats.org/drawingml/2006/main" w="38100">
            <a:solidFill>
              <a:srgbClr val="142E42"/>
            </a:solidFill>
            <a:round/>
          </a:l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242" b="0">
                <a:solidFill>
                  <a:srgbClr val="142E42"/>
                </a:solidFill>
                <a:latin typeface="Arial"/>
                <a:ea typeface="Arial"/>
                <a:cs typeface="Arial"/>
              </a:rPr>
              <a:t>5</a:t>
            </a:r>
          </a:p>
        </p:txBody>
      </p:sp>
      <p:sp>
        <p:nvSpPr>
          <p:cNvPr id="27" name="source-diagram-dg26-58">
            <a:extLst xmlns:a="http://schemas.openxmlformats.org/drawingml/2006/main">
              <a:ext uri="{FF2B5EF4-FFF2-40B4-BE49-F238E27FC236}">
                <a16:creationId xmlns:a16="http://schemas.microsoft.com/office/drawing/2014/main" id="{D13212B7-33EF-4972-91C6-00FA7A85ED58}"/>
              </a:ext>
            </a:extLst>
          </p:cNvPr>
          <p:cNvSpPr>
            <a:spLocks xmlns:a="http://schemas.openxmlformats.org/drawingml/2006/main" noGrp="1"/>
          </p:cNvSpPr>
          <p:nvPr/>
        </p:nvSpPr>
        <p:spPr>
          <a:xfrm xmlns:a="http://schemas.openxmlformats.org/drawingml/2006/main">
            <a:off x="7375967" y="2009775"/>
            <a:ext cx="415205" cy="415205"/>
          </a:xfrm>
          <a:prstGeom xmlns:a="http://schemas.openxmlformats.org/drawingml/2006/main" prst="ellipse">
            <a:avLst/>
          </a:prstGeom>
          <a:solidFill xmlns:a="http://schemas.openxmlformats.org/drawingml/2006/main">
            <a:srgbClr val="E5EEF2"/>
          </a:solidFill>
          <a:ln xmlns:a="http://schemas.openxmlformats.org/drawingml/2006/main" w="38100">
            <a:solidFill>
              <a:srgbClr val="142E42"/>
            </a:solidFill>
            <a:round/>
          </a:l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242" b="0">
                <a:solidFill>
                  <a:srgbClr val="142E42"/>
                </a:solidFill>
                <a:latin typeface="Arial"/>
                <a:ea typeface="Arial"/>
                <a:cs typeface="Arial"/>
              </a:rPr>
              <a:t>12</a:t>
            </a:r>
          </a:p>
        </p:txBody>
      </p:sp>
      <p:cxnSp>
        <p:nvCxnSpPr>
          <p:cNvPr id="28" name="source-diagram-dg26-59">
            <a:extLst xmlns:a="http://schemas.openxmlformats.org/drawingml/2006/main">
              <a:ext uri="{FF2B5EF4-FFF2-40B4-BE49-F238E27FC236}">
                <a16:creationId xmlns:a16="http://schemas.microsoft.com/office/drawing/2014/main" id="{33C96C18-29D9-4EB0-8C32-CBB9840BA957}"/>
              </a:ext>
            </a:extLst>
          </p:cNvPr>
          <p:cNvCxnSpPr/>
          <p:nvPr/>
        </p:nvCxnSpPr>
        <p:spPr>
          <a:xfrm xmlns:a="http://schemas.openxmlformats.org/drawingml/2006/main" flipH="1">
            <a:off x="6420996" y="2385190"/>
            <a:ext cx="1015523" cy="572636"/>
          </a:xfrm>
          <a:prstGeom xmlns:a="http://schemas.openxmlformats.org/drawingml/2006/main" prst="straightConnector1">
            <a:avLst/>
          </a:prstGeom>
          <a:ln xmlns:a="http://schemas.openxmlformats.org/drawingml/2006/main" w="9525">
            <a:solidFill>
              <a:srgbClr val="142E42"/>
            </a:solidFill>
            <a:round/>
            <a:headEnd type="none" w="med" len="med"/>
            <a:tailEnd type="none" w="med" len="med"/>
          </a:ln>
        </p:spPr>
      </p:cxnSp>
      <p:cxnSp>
        <p:nvCxnSpPr>
          <p:cNvPr id="29" name="source-diagram-dg26-60">
            <a:extLst xmlns:a="http://schemas.openxmlformats.org/drawingml/2006/main">
              <a:ext uri="{FF2B5EF4-FFF2-40B4-BE49-F238E27FC236}">
                <a16:creationId xmlns:a16="http://schemas.microsoft.com/office/drawing/2014/main" id="{BF00D427-9027-4280-AF6E-9590331AA447}"/>
              </a:ext>
            </a:extLst>
          </p:cNvPr>
          <p:cNvCxnSpPr/>
          <p:nvPr/>
        </p:nvCxnSpPr>
        <p:spPr>
          <a:xfrm xmlns:a="http://schemas.openxmlformats.org/drawingml/2006/main">
            <a:off x="7730367" y="2364175"/>
            <a:ext cx="979701" cy="626200"/>
          </a:xfrm>
          <a:prstGeom xmlns:a="http://schemas.openxmlformats.org/drawingml/2006/main" prst="straightConnector1">
            <a:avLst/>
          </a:prstGeom>
          <a:ln xmlns:a="http://schemas.openxmlformats.org/drawingml/2006/main" w="9525">
            <a:solidFill>
              <a:srgbClr val="142E42"/>
            </a:solidFill>
            <a:round/>
            <a:headEnd type="none" w="med" len="med"/>
            <a:tailEnd type="none" w="med" len="med"/>
          </a:ln>
        </p:spPr>
      </p:cxnSp>
      <p:cxnSp>
        <p:nvCxnSpPr>
          <p:cNvPr id="30" name="source-diagram-dg26-62">
            <a:extLst xmlns:a="http://schemas.openxmlformats.org/drawingml/2006/main">
              <a:ext uri="{FF2B5EF4-FFF2-40B4-BE49-F238E27FC236}">
                <a16:creationId xmlns:a16="http://schemas.microsoft.com/office/drawing/2014/main" id="{BABB3ED3-EF83-4DF8-B074-244D346AA086}"/>
              </a:ext>
            </a:extLst>
          </p:cNvPr>
          <p:cNvCxnSpPr/>
          <p:nvPr/>
        </p:nvCxnSpPr>
        <p:spPr>
          <a:xfrm xmlns:a="http://schemas.openxmlformats.org/drawingml/2006/main" flipH="1">
            <a:off x="5839709" y="3354001"/>
            <a:ext cx="434236" cy="572636"/>
          </a:xfrm>
          <a:prstGeom xmlns:a="http://schemas.openxmlformats.org/drawingml/2006/main" prst="straightConnector1">
            <a:avLst/>
          </a:prstGeom>
          <a:ln xmlns:a="http://schemas.openxmlformats.org/drawingml/2006/main" w="9525">
            <a:solidFill>
              <a:srgbClr val="142E42"/>
            </a:solidFill>
            <a:round/>
            <a:headEnd type="none" w="med" len="med"/>
            <a:tailEnd type="none" w="med" len="med"/>
          </a:ln>
        </p:spPr>
      </p:cxnSp>
      <p:cxnSp>
        <p:nvCxnSpPr>
          <p:cNvPr id="31" name="source-diagram-dg26-63">
            <a:extLst xmlns:a="http://schemas.openxmlformats.org/drawingml/2006/main">
              <a:ext uri="{FF2B5EF4-FFF2-40B4-BE49-F238E27FC236}">
                <a16:creationId xmlns:a16="http://schemas.microsoft.com/office/drawing/2014/main" id="{1835D593-8EA1-4B37-AC45-A38750FAF662}"/>
              </a:ext>
            </a:extLst>
          </p:cNvPr>
          <p:cNvCxnSpPr/>
          <p:nvPr/>
        </p:nvCxnSpPr>
        <p:spPr>
          <a:xfrm xmlns:a="http://schemas.openxmlformats.org/drawingml/2006/main">
            <a:off x="6568048" y="3354001"/>
            <a:ext cx="434235" cy="572636"/>
          </a:xfrm>
          <a:prstGeom xmlns:a="http://schemas.openxmlformats.org/drawingml/2006/main" prst="straightConnector1">
            <a:avLst/>
          </a:prstGeom>
          <a:ln xmlns:a="http://schemas.openxmlformats.org/drawingml/2006/main" w="9525">
            <a:solidFill>
              <a:srgbClr val="142E42"/>
            </a:solidFill>
            <a:round/>
            <a:headEnd type="none" w="med" len="med"/>
            <a:tailEnd type="none" w="med" len="med"/>
          </a:ln>
        </p:spPr>
      </p:cxnSp>
      <p:sp>
        <p:nvSpPr>
          <p:cNvPr id="32" name="source-diagram-dg26-64">
            <a:extLst xmlns:a="http://schemas.openxmlformats.org/drawingml/2006/main">
              <a:ext uri="{FF2B5EF4-FFF2-40B4-BE49-F238E27FC236}">
                <a16:creationId xmlns:a16="http://schemas.microsoft.com/office/drawing/2014/main" id="{B5B3FE06-D08C-4ADB-818B-BD472977B74B}"/>
              </a:ext>
            </a:extLst>
          </p:cNvPr>
          <p:cNvSpPr>
            <a:spLocks xmlns:a="http://schemas.openxmlformats.org/drawingml/2006/main" noGrp="1"/>
          </p:cNvSpPr>
          <p:nvPr/>
        </p:nvSpPr>
        <p:spPr>
          <a:xfrm xmlns:a="http://schemas.openxmlformats.org/drawingml/2006/main">
            <a:off x="9161348" y="3898381"/>
            <a:ext cx="415205" cy="415205"/>
          </a:xfrm>
          <a:prstGeom xmlns:a="http://schemas.openxmlformats.org/drawingml/2006/main" prst="ellipse">
            <a:avLst/>
          </a:prstGeom>
          <a:solidFill xmlns:a="http://schemas.openxmlformats.org/drawingml/2006/main">
            <a:srgbClr val="E5EEF2"/>
          </a:solidFill>
          <a:ln xmlns:a="http://schemas.openxmlformats.org/drawingml/2006/main" w="38100">
            <a:solidFill>
              <a:srgbClr val="142E42"/>
            </a:solidFill>
            <a:round/>
          </a:l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242" b="0">
                <a:solidFill>
                  <a:srgbClr val="142E42"/>
                </a:solidFill>
                <a:latin typeface="Arial"/>
                <a:ea typeface="Arial"/>
                <a:cs typeface="Arial"/>
              </a:rPr>
              <a:t>30</a:t>
            </a:r>
          </a:p>
        </p:txBody>
      </p:sp>
      <p:cxnSp>
        <p:nvCxnSpPr>
          <p:cNvPr id="33" name="source-diagram-dg26-65">
            <a:extLst xmlns:a="http://schemas.openxmlformats.org/drawingml/2006/main">
              <a:ext uri="{FF2B5EF4-FFF2-40B4-BE49-F238E27FC236}">
                <a16:creationId xmlns:a16="http://schemas.microsoft.com/office/drawing/2014/main" id="{D68A787A-0A78-483C-9544-A663043A6504}"/>
              </a:ext>
            </a:extLst>
          </p:cNvPr>
          <p:cNvCxnSpPr/>
          <p:nvPr/>
        </p:nvCxnSpPr>
        <p:spPr>
          <a:xfrm xmlns:a="http://schemas.openxmlformats.org/drawingml/2006/main">
            <a:off x="9003662" y="3283969"/>
            <a:ext cx="365289" cy="614412"/>
          </a:xfrm>
          <a:prstGeom xmlns:a="http://schemas.openxmlformats.org/drawingml/2006/main" prst="straightConnector1">
            <a:avLst/>
          </a:prstGeom>
          <a:ln xmlns:a="http://schemas.openxmlformats.org/drawingml/2006/main" w="9525">
            <a:solidFill>
              <a:srgbClr val="142E42"/>
            </a:solidFill>
            <a:round/>
            <a:headEnd type="none" w="med" len="med"/>
            <a:tailEnd type="none" w="med" len="med"/>
          </a:ln>
        </p:spPr>
      </p:cxnSp>
      <p:sp>
        <p:nvSpPr>
          <p:cNvPr id="34" name="source-diagram-dg26-66">
            <a:extLst xmlns:a="http://schemas.openxmlformats.org/drawingml/2006/main">
              <a:ext uri="{FF2B5EF4-FFF2-40B4-BE49-F238E27FC236}">
                <a16:creationId xmlns:a16="http://schemas.microsoft.com/office/drawing/2014/main" id="{DBF41DA2-49ED-491C-8813-44DECEB49CA7}"/>
              </a:ext>
            </a:extLst>
          </p:cNvPr>
          <p:cNvSpPr>
            <a:spLocks xmlns:a="http://schemas.openxmlformats.org/drawingml/2006/main" noGrp="1"/>
          </p:cNvSpPr>
          <p:nvPr/>
        </p:nvSpPr>
        <p:spPr>
          <a:xfrm xmlns:a="http://schemas.openxmlformats.org/drawingml/2006/main">
            <a:off x="6504037" y="4916209"/>
            <a:ext cx="415205" cy="415205"/>
          </a:xfrm>
          <a:prstGeom xmlns:a="http://schemas.openxmlformats.org/drawingml/2006/main" prst="ellipse">
            <a:avLst/>
          </a:prstGeom>
          <a:solidFill xmlns:a="http://schemas.openxmlformats.org/drawingml/2006/main">
            <a:srgbClr val="E5EEF2"/>
          </a:solidFill>
          <a:ln xmlns:a="http://schemas.openxmlformats.org/drawingml/2006/main" w="38100">
            <a:solidFill>
              <a:srgbClr val="142E42"/>
            </a:solidFill>
            <a:round/>
          </a:l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242" b="0">
                <a:solidFill>
                  <a:srgbClr val="142E42"/>
                </a:solidFill>
                <a:latin typeface="Arial"/>
                <a:ea typeface="Arial"/>
                <a:cs typeface="Arial"/>
              </a:rPr>
              <a:t>7</a:t>
            </a:r>
          </a:p>
        </p:txBody>
      </p:sp>
      <p:cxnSp>
        <p:nvCxnSpPr>
          <p:cNvPr id="35" name="source-diagram-dg26-67">
            <a:extLst xmlns:a="http://schemas.openxmlformats.org/drawingml/2006/main">
              <a:ext uri="{FF2B5EF4-FFF2-40B4-BE49-F238E27FC236}">
                <a16:creationId xmlns:a16="http://schemas.microsoft.com/office/drawing/2014/main" id="{94B1D127-7819-4C2B-BCC9-913B3CC1EC91}"/>
              </a:ext>
            </a:extLst>
          </p:cNvPr>
          <p:cNvCxnSpPr/>
          <p:nvPr/>
        </p:nvCxnSpPr>
        <p:spPr>
          <a:xfrm xmlns:a="http://schemas.openxmlformats.org/drawingml/2006/main" flipH="1">
            <a:off x="6711639" y="4322813"/>
            <a:ext cx="143592" cy="572636"/>
          </a:xfrm>
          <a:prstGeom xmlns:a="http://schemas.openxmlformats.org/drawingml/2006/main" prst="straightConnector1">
            <a:avLst/>
          </a:prstGeom>
          <a:ln xmlns:a="http://schemas.openxmlformats.org/drawingml/2006/main" w="9525">
            <a:solidFill>
              <a:srgbClr val="142E42"/>
            </a:solidFill>
            <a:round/>
            <a:headEnd type="none" w="med" len="med"/>
            <a:tailEnd type="none" w="med" len="med"/>
          </a:ln>
        </p:spPr>
      </p:cxnSp>
      <p:sp>
        <p:nvSpPr>
          <p:cNvPr id="36" name="source-diagram-dg26-68">
            <a:extLst xmlns:a="http://schemas.openxmlformats.org/drawingml/2006/main">
              <a:ext uri="{FF2B5EF4-FFF2-40B4-BE49-F238E27FC236}">
                <a16:creationId xmlns:a16="http://schemas.microsoft.com/office/drawing/2014/main" id="{6BAD83BF-4FE0-4601-9BE1-DE2AA357A8C2}"/>
              </a:ext>
            </a:extLst>
          </p:cNvPr>
          <p:cNvSpPr>
            <a:spLocks xmlns:a="http://schemas.openxmlformats.org/drawingml/2006/main" noGrp="1"/>
          </p:cNvSpPr>
          <p:nvPr/>
        </p:nvSpPr>
        <p:spPr>
          <a:xfrm xmlns:a="http://schemas.openxmlformats.org/drawingml/2006/main">
            <a:off x="7062834" y="4928320"/>
            <a:ext cx="415205" cy="415205"/>
          </a:xfrm>
          <a:prstGeom xmlns:a="http://schemas.openxmlformats.org/drawingml/2006/main" prst="ellipse">
            <a:avLst/>
          </a:prstGeom>
          <a:solidFill xmlns:a="http://schemas.openxmlformats.org/drawingml/2006/main">
            <a:srgbClr val="E5EEF2"/>
          </a:solidFill>
          <a:ln xmlns:a="http://schemas.openxmlformats.org/drawingml/2006/main" w="38100">
            <a:solidFill>
              <a:srgbClr val="142E42"/>
            </a:solidFill>
            <a:round/>
          </a:l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242" b="0">
                <a:solidFill>
                  <a:srgbClr val="142E42"/>
                </a:solidFill>
                <a:latin typeface="Arial"/>
                <a:ea typeface="Arial"/>
                <a:cs typeface="Arial"/>
              </a:rPr>
              <a:t>10</a:t>
            </a:r>
          </a:p>
        </p:txBody>
      </p:sp>
      <p:cxnSp>
        <p:nvCxnSpPr>
          <p:cNvPr id="37" name="source-diagram-dg26-69">
            <a:extLst xmlns:a="http://schemas.openxmlformats.org/drawingml/2006/main">
              <a:ext uri="{FF2B5EF4-FFF2-40B4-BE49-F238E27FC236}">
                <a16:creationId xmlns:a16="http://schemas.microsoft.com/office/drawing/2014/main" id="{ABFFBC6E-4EAA-48F8-BD8E-B8AFA1A4EAF3}"/>
              </a:ext>
            </a:extLst>
          </p:cNvPr>
          <p:cNvCxnSpPr/>
          <p:nvPr/>
        </p:nvCxnSpPr>
        <p:spPr>
          <a:xfrm xmlns:a="http://schemas.openxmlformats.org/drawingml/2006/main">
            <a:off x="7126844" y="4334923"/>
            <a:ext cx="143592" cy="572637"/>
          </a:xfrm>
          <a:prstGeom xmlns:a="http://schemas.openxmlformats.org/drawingml/2006/main" prst="straightConnector1">
            <a:avLst/>
          </a:prstGeom>
          <a:ln xmlns:a="http://schemas.openxmlformats.org/drawingml/2006/main" w="9525">
            <a:solidFill>
              <a:srgbClr val="142E42"/>
            </a:solidFill>
            <a:round/>
            <a:headEnd type="none" w="med" len="med"/>
            <a:tailEnd type="none" w="med" len="med"/>
          </a:ln>
        </p:spPr>
      </p:cxnSp>
      <p:sp>
        <p:nvSpPr>
          <p:cNvPr id="39" name="local-java-DeletionDemo">
            <a:extLst xmlns:a="http://schemas.openxmlformats.org/drawingml/2006/main">
              <a:ext uri="{FF2B5EF4-FFF2-40B4-BE49-F238E27FC236}">
                <a16:creationId xmlns:a16="http://schemas.microsoft.com/office/drawing/2014/main" id="{0D3AF8E6-81C6-46CF-988F-091D2A859680}"/>
              </a:ext>
            </a:extLst>
          </p:cNvPr>
          <p:cNvSpPr>
            <a:spLocks xmlns:a="http://schemas.openxmlformats.org/drawingml/2006/main" noGrp="1"/>
          </p:cNvSpPr>
          <p:nvPr/>
        </p:nvSpPr>
        <p:spPr>
          <a:xfrm xmlns:a="http://schemas.openxmlformats.org/drawingml/2006/main">
            <a:off x="609600" y="6134100"/>
            <a:ext cx="357187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350" b="0">
                <a:solidFill>
                  <a:srgbClr val="007D89"/>
                </a:solidFill>
                <a:latin typeface="Arial"/>
                <a:ea typeface="Arial"/>
                <a:cs typeface="Arial"/>
              </a:defRPr>
            </a:defPPr>
            <a:lvl1pPr>
              <a:defRPr sz="1350" b="0">
                <a:solidFill>
                  <a:srgbClr val="007D89"/>
                </a:solidFill>
                <a:latin typeface="Arial"/>
                <a:ea typeface="Arial"/>
                <a:cs typeface="Arial"/>
              </a:defRPr>
            </a:lvl1pPr>
            <a:lvl2pPr>
              <a:defRPr sz="1350" b="0">
                <a:solidFill>
                  <a:srgbClr val="007D89"/>
                </a:solidFill>
                <a:latin typeface="Arial"/>
                <a:ea typeface="Arial"/>
                <a:cs typeface="Arial"/>
              </a:defRPr>
            </a:lvl2pPr>
            <a:lvl3pPr>
              <a:defRPr sz="1350" b="0">
                <a:solidFill>
                  <a:srgbClr val="007D89"/>
                </a:solidFill>
                <a:latin typeface="Arial"/>
                <a:ea typeface="Arial"/>
                <a:cs typeface="Arial"/>
              </a:defRPr>
            </a:lvl3pPr>
            <a:lvl4pPr>
              <a:defRPr sz="1350" b="0">
                <a:solidFill>
                  <a:srgbClr val="007D89"/>
                </a:solidFill>
                <a:latin typeface="Arial"/>
                <a:ea typeface="Arial"/>
                <a:cs typeface="Arial"/>
              </a:defRPr>
            </a:lvl4pPr>
            <a:lvl5pPr>
              <a:defRPr sz="1350" b="0">
                <a:solidFill>
                  <a:srgbClr val="007D89"/>
                </a:solidFill>
                <a:latin typeface="Arial"/>
                <a:ea typeface="Arial"/>
                <a:cs typeface="Arial"/>
              </a:defRPr>
            </a:lvl5pPr>
            <a:lvl6pPr>
              <a:defRPr sz="1350" b="0">
                <a:solidFill>
                  <a:srgbClr val="007D89"/>
                </a:solidFill>
                <a:latin typeface="Arial"/>
                <a:ea typeface="Arial"/>
                <a:cs typeface="Arial"/>
              </a:defRPr>
            </a:lvl6pPr>
            <a:lvl7pPr>
              <a:defRPr sz="1350" b="0">
                <a:solidFill>
                  <a:srgbClr val="007D89"/>
                </a:solidFill>
                <a:latin typeface="Arial"/>
                <a:ea typeface="Arial"/>
                <a:cs typeface="Arial"/>
              </a:defRPr>
            </a:lvl7pPr>
            <a:lvl8pPr>
              <a:defRPr sz="1350" b="0">
                <a:solidFill>
                  <a:srgbClr val="007D89"/>
                </a:solidFill>
                <a:latin typeface="Arial"/>
                <a:ea typeface="Arial"/>
                <a:cs typeface="Arial"/>
              </a:defRPr>
            </a:lvl8pPr>
            <a:lvl9pPr>
              <a:defRPr sz="1350" b="0">
                <a:solidFill>
                  <a:srgbClr val="007D89"/>
                </a:solidFill>
                <a:latin typeface="Arial"/>
                <a:ea typeface="Arial"/>
                <a:cs typeface="Arial"/>
              </a:defRPr>
            </a:lvl9pPr>
          </a:lstStyle>
          <a:p xmlns:a="http://schemas.openxmlformats.org/drawingml/2006/main">
            <a:pPr>
              <a:defRPr sz="1350" b="0">
                <a:solidFill>
                  <a:srgbClr val="007D89"/>
                </a:solidFill>
                <a:latin typeface="Arial"/>
                <a:ea typeface="Arial"/>
                <a:cs typeface="Arial"/>
              </a:defRPr>
            </a:pPr>
            <a:r>
              <a:rPr sz="1350" u="sng">
                <a:solidFill>
                  <a:srgbClr val="007D89"/>
                </a:solidFill>
                <a:latin typeface="Arial"/>
                <a:ea typeface="Arial"/>
                <a:cs typeface="Arial"/>
                <a:hlinkClick xmlns:r="http://schemas.openxmlformats.org/officeDocument/2006/relationships" r:id="R1eb195f565704b08"/>
              </a:rPr>
              <a:t>Java: DeletionDemo.java</a:t>
            </a:r>
          </a:p>
        </p:txBody>
      </p:sp>
    </p:spTree>
    <p:extLst>
      <p:ext uri="{BB962C8B-B14F-4D97-AF65-F5344CB8AC3E}">
        <p14:creationId xmlns:p14="http://schemas.microsoft.com/office/powerpoint/2010/main" val="1569209532"/>
      </p:ext>
    </p:extLst>
  </p:cSld>
</p:sld>
</file>

<file path=ppt/slides/slide28.xml><?xml version="1.0" encoding="utf-8"?>
<p:sld xmlns:p="http://schemas.openxmlformats.org/presentationml/2006/main">
  <p:cSld>
    <p:bg>
      <p:bgPr>
        <a:solidFill xmlns:a="http://schemas.openxmlformats.org/drawingml/2006/main">
          <a:srgbClr val="FAFCFD"/>
        </a:solidFill>
      </p:bgPr>
    </p:bg>
    <p:spTree>
      <p:nvGrpSpPr>
        <p:cNvPr id="1" name=""/>
        <p:cNvGrpSpPr/>
        <p:nvPr/>
      </p:nvGrpSpPr>
      <p:grpSpPr>
        <a:xfrm xmlns:a="http://schemas.openxmlformats.org/drawingml/2006/main"/>
      </p:grpSpPr>
      <p:sp>
        <p:nvSpPr>
          <p:cNvPr id="23" name="text-0">
            <a:extLst xmlns:a="http://schemas.openxmlformats.org/drawingml/2006/main">
              <a:ext uri="{FF2B5EF4-FFF2-40B4-BE49-F238E27FC236}">
                <a16:creationId xmlns:a16="http://schemas.microsoft.com/office/drawing/2014/main" id="{849893A6-494B-49D0-810F-878DEAF4BD29}"/>
              </a:ext>
            </a:extLst>
          </p:cNvPr>
          <p:cNvSpPr>
            <a:spLocks xmlns:a="http://schemas.openxmlformats.org/drawingml/2006/main" noGrp="1"/>
          </p:cNvSpPr>
          <p:nvPr/>
        </p:nvSpPr>
        <p:spPr>
          <a:xfrm xmlns:a="http://schemas.openxmlformats.org/drawingml/2006/main">
            <a:off x="609600" y="419100"/>
            <a:ext cx="10953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lgn="l">
              <a:defRPr sz="3150" b="1">
                <a:solidFill>
                  <a:srgbClr val="142E42"/>
                </a:solidFill>
                <a:latin typeface="Arial"/>
                <a:ea typeface="Arial"/>
                <a:cs typeface="Arial"/>
              </a:defRPr>
            </a:defPPr>
            <a:lvl1pPr algn="l">
              <a:buNone/>
              <a:defRPr sz="3150" b="1">
                <a:solidFill>
                  <a:srgbClr val="142E42"/>
                </a:solidFill>
                <a:latin typeface="Arial"/>
                <a:ea typeface="Arial"/>
                <a:cs typeface="Arial"/>
              </a:defRPr>
            </a:lvl1pPr>
            <a:lvl2pPr algn="l">
              <a:buNone/>
              <a:defRPr sz="3150" b="1">
                <a:solidFill>
                  <a:srgbClr val="142E42"/>
                </a:solidFill>
                <a:latin typeface="Arial"/>
                <a:ea typeface="Arial"/>
                <a:cs typeface="Arial"/>
              </a:defRPr>
            </a:lvl2pPr>
            <a:lvl3pPr algn="l">
              <a:buNone/>
              <a:defRPr sz="3150" b="1">
                <a:solidFill>
                  <a:srgbClr val="142E42"/>
                </a:solidFill>
                <a:latin typeface="Arial"/>
                <a:ea typeface="Arial"/>
                <a:cs typeface="Arial"/>
              </a:defRPr>
            </a:lvl3pPr>
            <a:lvl4pPr algn="l">
              <a:buNone/>
              <a:defRPr sz="3150" b="1">
                <a:solidFill>
                  <a:srgbClr val="142E42"/>
                </a:solidFill>
                <a:latin typeface="Arial"/>
                <a:ea typeface="Arial"/>
                <a:cs typeface="Arial"/>
              </a:defRPr>
            </a:lvl4pPr>
            <a:lvl5pPr algn="l">
              <a:buNone/>
              <a:defRPr sz="3150" b="1">
                <a:solidFill>
                  <a:srgbClr val="142E42"/>
                </a:solidFill>
                <a:latin typeface="Arial"/>
                <a:ea typeface="Arial"/>
                <a:cs typeface="Arial"/>
              </a:defRPr>
            </a:lvl5pPr>
            <a:lvl6pPr algn="l">
              <a:buNone/>
              <a:defRPr sz="3150" b="1">
                <a:solidFill>
                  <a:srgbClr val="142E42"/>
                </a:solidFill>
                <a:latin typeface="Arial"/>
                <a:ea typeface="Arial"/>
                <a:cs typeface="Arial"/>
              </a:defRPr>
            </a:lvl6pPr>
            <a:lvl7pPr algn="l">
              <a:buNone/>
              <a:defRPr sz="3150" b="1">
                <a:solidFill>
                  <a:srgbClr val="142E42"/>
                </a:solidFill>
                <a:latin typeface="Arial"/>
                <a:ea typeface="Arial"/>
                <a:cs typeface="Arial"/>
              </a:defRPr>
            </a:lvl7pPr>
            <a:lvl8pPr algn="l">
              <a:buNone/>
              <a:defRPr sz="3150" b="1">
                <a:solidFill>
                  <a:srgbClr val="142E42"/>
                </a:solidFill>
                <a:latin typeface="Arial"/>
                <a:ea typeface="Arial"/>
                <a:cs typeface="Arial"/>
              </a:defRPr>
            </a:lvl8pPr>
            <a:lvl9pPr algn="l">
              <a:buNone/>
              <a:defRPr sz="3150" b="1">
                <a:solidFill>
                  <a:srgbClr val="142E42"/>
                </a:solidFill>
                <a:latin typeface="Arial"/>
                <a:ea typeface="Arial"/>
                <a:cs typeface="Arial"/>
              </a:defRPr>
            </a:lvl9pPr>
          </a:lstStyle>
          <a:p xmlns:a="http://schemas.openxmlformats.org/drawingml/2006/main">
            <a:pPr algn="l">
              <a:buNone/>
              <a:defRPr sz="3150" b="1">
                <a:solidFill>
                  <a:srgbClr val="142E42"/>
                </a:solidFill>
                <a:latin typeface="Arial"/>
                <a:ea typeface="Arial"/>
                <a:cs typeface="Arial"/>
              </a:defRPr>
            </a:pPr>
            <a:r>
              <a:rPr sz="3150" b="1">
                <a:solidFill>
                  <a:srgbClr val="142E42"/>
                </a:solidFill>
                <a:latin typeface="Arial"/>
                <a:ea typeface="Arial"/>
                <a:cs typeface="Arial"/>
              </a:rPr>
              <a:t>Two children: deletion uses a neighboring key</a:t>
            </a:r>
          </a:p>
        </p:txBody>
      </p:sp>
      <p:sp>
        <p:nvSpPr>
          <p:cNvPr id="2" name="text-1">
            <a:extLst xmlns:a="http://schemas.openxmlformats.org/drawingml/2006/main">
              <a:ext uri="{FF2B5EF4-FFF2-40B4-BE49-F238E27FC236}">
                <a16:creationId xmlns:a16="http://schemas.microsoft.com/office/drawing/2014/main" id="{5A20CF6B-626A-4FF5-9B19-6B3863E6ADB9}"/>
              </a:ext>
            </a:extLst>
          </p:cNvPr>
          <p:cNvSpPr>
            <a:spLocks xmlns:a="http://schemas.openxmlformats.org/drawingml/2006/main" noGrp="1"/>
          </p:cNvSpPr>
          <p:nvPr/>
        </p:nvSpPr>
        <p:spPr>
          <a:xfrm xmlns:a="http://schemas.openxmlformats.org/drawingml/2006/main">
            <a:off x="11163300" y="6381750"/>
            <a:ext cx="476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lgn="l">
              <a:defRPr sz="1275" b="0">
                <a:solidFill>
                  <a:srgbClr val="4B6070"/>
                </a:solidFill>
                <a:latin typeface="Arial"/>
                <a:ea typeface="Arial"/>
                <a:cs typeface="Arial"/>
              </a:defRPr>
            </a:defPPr>
            <a:lvl1pPr algn="l">
              <a:buNone/>
              <a:defRPr sz="1275" b="0">
                <a:solidFill>
                  <a:srgbClr val="4B6070"/>
                </a:solidFill>
                <a:latin typeface="Arial"/>
                <a:ea typeface="Arial"/>
                <a:cs typeface="Arial"/>
              </a:defRPr>
            </a:lvl1pPr>
            <a:lvl2pPr algn="l">
              <a:buNone/>
              <a:defRPr sz="1275" b="0">
                <a:solidFill>
                  <a:srgbClr val="4B6070"/>
                </a:solidFill>
                <a:latin typeface="Arial"/>
                <a:ea typeface="Arial"/>
                <a:cs typeface="Arial"/>
              </a:defRPr>
            </a:lvl2pPr>
            <a:lvl3pPr algn="l">
              <a:buNone/>
              <a:defRPr sz="1275" b="0">
                <a:solidFill>
                  <a:srgbClr val="4B6070"/>
                </a:solidFill>
                <a:latin typeface="Arial"/>
                <a:ea typeface="Arial"/>
                <a:cs typeface="Arial"/>
              </a:defRPr>
            </a:lvl3pPr>
            <a:lvl4pPr algn="l">
              <a:buNone/>
              <a:defRPr sz="1275" b="0">
                <a:solidFill>
                  <a:srgbClr val="4B6070"/>
                </a:solidFill>
                <a:latin typeface="Arial"/>
                <a:ea typeface="Arial"/>
                <a:cs typeface="Arial"/>
              </a:defRPr>
            </a:lvl4pPr>
            <a:lvl5pPr algn="l">
              <a:buNone/>
              <a:defRPr sz="1275" b="0">
                <a:solidFill>
                  <a:srgbClr val="4B6070"/>
                </a:solidFill>
                <a:latin typeface="Arial"/>
                <a:ea typeface="Arial"/>
                <a:cs typeface="Arial"/>
              </a:defRPr>
            </a:lvl5pPr>
            <a:lvl6pPr algn="l">
              <a:buNone/>
              <a:defRPr sz="1275" b="0">
                <a:solidFill>
                  <a:srgbClr val="4B6070"/>
                </a:solidFill>
                <a:latin typeface="Arial"/>
                <a:ea typeface="Arial"/>
                <a:cs typeface="Arial"/>
              </a:defRPr>
            </a:lvl6pPr>
            <a:lvl7pPr algn="l">
              <a:buNone/>
              <a:defRPr sz="1275" b="0">
                <a:solidFill>
                  <a:srgbClr val="4B6070"/>
                </a:solidFill>
                <a:latin typeface="Arial"/>
                <a:ea typeface="Arial"/>
                <a:cs typeface="Arial"/>
              </a:defRPr>
            </a:lvl7pPr>
            <a:lvl8pPr algn="l">
              <a:buNone/>
              <a:defRPr sz="1275" b="0">
                <a:solidFill>
                  <a:srgbClr val="4B6070"/>
                </a:solidFill>
                <a:latin typeface="Arial"/>
                <a:ea typeface="Arial"/>
                <a:cs typeface="Arial"/>
              </a:defRPr>
            </a:lvl8pPr>
            <a:lvl9pPr algn="l">
              <a:buNone/>
              <a:defRPr sz="1275" b="0">
                <a:solidFill>
                  <a:srgbClr val="4B6070"/>
                </a:solidFill>
                <a:latin typeface="Arial"/>
                <a:ea typeface="Arial"/>
                <a:cs typeface="Arial"/>
              </a:defRPr>
            </a:lvl9pPr>
          </a:lstStyle>
          <a:p xmlns:a="http://schemas.openxmlformats.org/drawingml/2006/main">
            <a:pPr algn="l">
              <a:buNone/>
              <a:defRPr sz="1275" b="0">
                <a:solidFill>
                  <a:srgbClr val="4B6070"/>
                </a:solidFill>
                <a:latin typeface="Arial"/>
                <a:ea typeface="Arial"/>
                <a:cs typeface="Arial"/>
              </a:defRPr>
            </a:pPr>
            <a:r>
              <a:rPr sz="1275" b="0">
                <a:solidFill>
                  <a:srgbClr val="4B6070"/>
                </a:solidFill>
                <a:latin typeface="Arial"/>
                <a:ea typeface="Arial"/>
                <a:cs typeface="Arial"/>
              </a:rPr>
              <a:t>28</a:t>
            </a:r>
          </a:p>
        </p:txBody>
      </p:sp>
      <p:sp>
        <p:nvSpPr>
          <p:cNvPr id="3" name="text-2">
            <a:extLst xmlns:a="http://schemas.openxmlformats.org/drawingml/2006/main">
              <a:ext uri="{FF2B5EF4-FFF2-40B4-BE49-F238E27FC236}">
                <a16:creationId xmlns:a16="http://schemas.microsoft.com/office/drawing/2014/main" id="{63224B36-F729-4B72-8F9C-7FCC1D43C435}"/>
              </a:ext>
            </a:extLst>
          </p:cNvPr>
          <p:cNvSpPr>
            <a:spLocks xmlns:a="http://schemas.openxmlformats.org/drawingml/2006/main" noGrp="1"/>
          </p:cNvSpPr>
          <p:nvPr/>
        </p:nvSpPr>
        <p:spPr>
          <a:xfrm xmlns:a="http://schemas.openxmlformats.org/drawingml/2006/main">
            <a:off x="609600" y="1571625"/>
            <a:ext cx="6191250" cy="409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lgn="l">
              <a:defRPr sz="2100" b="0">
                <a:solidFill>
                  <a:srgbClr val="142E42"/>
                </a:solidFill>
                <a:latin typeface="Arial"/>
                <a:ea typeface="Arial"/>
                <a:cs typeface="Arial"/>
              </a:defRPr>
            </a:defPPr>
            <a:lvl1pPr algn="l">
              <a:buNone/>
              <a:defRPr sz="2100" b="0">
                <a:solidFill>
                  <a:srgbClr val="142E42"/>
                </a:solidFill>
                <a:latin typeface="Arial"/>
                <a:ea typeface="Arial"/>
                <a:cs typeface="Arial"/>
              </a:defRPr>
            </a:lvl1pPr>
            <a:lvl2pPr algn="l">
              <a:buNone/>
              <a:defRPr sz="2100" b="0">
                <a:solidFill>
                  <a:srgbClr val="142E42"/>
                </a:solidFill>
                <a:latin typeface="Arial"/>
                <a:ea typeface="Arial"/>
                <a:cs typeface="Arial"/>
              </a:defRPr>
            </a:lvl2pPr>
            <a:lvl3pPr algn="l">
              <a:buNone/>
              <a:defRPr sz="2100" b="0">
                <a:solidFill>
                  <a:srgbClr val="142E42"/>
                </a:solidFill>
                <a:latin typeface="Arial"/>
                <a:ea typeface="Arial"/>
                <a:cs typeface="Arial"/>
              </a:defRPr>
            </a:lvl3pPr>
            <a:lvl4pPr algn="l">
              <a:buNone/>
              <a:defRPr sz="2100" b="0">
                <a:solidFill>
                  <a:srgbClr val="142E42"/>
                </a:solidFill>
                <a:latin typeface="Arial"/>
                <a:ea typeface="Arial"/>
                <a:cs typeface="Arial"/>
              </a:defRPr>
            </a:lvl4pPr>
            <a:lvl5pPr algn="l">
              <a:buNone/>
              <a:defRPr sz="2100" b="0">
                <a:solidFill>
                  <a:srgbClr val="142E42"/>
                </a:solidFill>
                <a:latin typeface="Arial"/>
                <a:ea typeface="Arial"/>
                <a:cs typeface="Arial"/>
              </a:defRPr>
            </a:lvl5pPr>
            <a:lvl6pPr algn="l">
              <a:buNone/>
              <a:defRPr sz="2100" b="0">
                <a:solidFill>
                  <a:srgbClr val="142E42"/>
                </a:solidFill>
                <a:latin typeface="Arial"/>
                <a:ea typeface="Arial"/>
                <a:cs typeface="Arial"/>
              </a:defRPr>
            </a:lvl6pPr>
            <a:lvl7pPr algn="l">
              <a:buNone/>
              <a:defRPr sz="2100" b="0">
                <a:solidFill>
                  <a:srgbClr val="142E42"/>
                </a:solidFill>
                <a:latin typeface="Arial"/>
                <a:ea typeface="Arial"/>
                <a:cs typeface="Arial"/>
              </a:defRPr>
            </a:lvl7pPr>
            <a:lvl8pPr algn="l">
              <a:buNone/>
              <a:defRPr sz="2100" b="0">
                <a:solidFill>
                  <a:srgbClr val="142E42"/>
                </a:solidFill>
                <a:latin typeface="Arial"/>
                <a:ea typeface="Arial"/>
                <a:cs typeface="Arial"/>
              </a:defRPr>
            </a:lvl8pPr>
            <a:lvl9pPr algn="l">
              <a:buNone/>
              <a:defRPr sz="2100" b="0">
                <a:solidFill>
                  <a:srgbClr val="142E42"/>
                </a:solidFill>
                <a:latin typeface="Arial"/>
                <a:ea typeface="Arial"/>
                <a:cs typeface="Arial"/>
              </a:defRPr>
            </a:lvl9pPr>
          </a:lstStyle>
          <a:p xmlns:a="http://schemas.openxmlformats.org/drawingml/2006/main">
            <a:pPr algn="l">
              <a:buNone/>
              <a:defRPr sz="2100" b="0">
                <a:solidFill>
                  <a:srgbClr val="142E42"/>
                </a:solidFill>
                <a:latin typeface="Arial"/>
                <a:ea typeface="Arial"/>
                <a:cs typeface="Arial"/>
              </a:defRPr>
            </a:pPr>
            <a:r>
              <a:rPr sz="2100" b="0">
                <a:solidFill>
                  <a:srgbClr val="142E42"/>
                </a:solidFill>
                <a:latin typeface="Arial"/>
                <a:ea typeface="Arial"/>
                <a:cs typeface="Arial"/>
              </a:rPr>
              <a:t>Delete 12 using its successor.</a:t>
            </a:r>
          </a:p>
          <a:p xmlns:a="http://schemas.openxmlformats.org/drawingml/2006/main">
            <a:endParaRPr sz="2100" b="0">
              <a:solidFill>
                <a:srgbClr val="142E42"/>
              </a:solidFill>
              <a:latin typeface="Arial"/>
              <a:ea typeface="Arial"/>
              <a:cs typeface="Arial"/>
            </a:endParaRPr>
          </a:p>
          <a:p xmlns:a="http://schemas.openxmlformats.org/drawingml/2006/main">
            <a:pPr algn="l">
              <a:buNone/>
              <a:defRPr sz="2100" b="0">
                <a:solidFill>
                  <a:srgbClr val="142E42"/>
                </a:solidFill>
                <a:latin typeface="Arial"/>
                <a:ea typeface="Arial"/>
                <a:cs typeface="Arial"/>
              </a:defRPr>
            </a:pPr>
            <a:r>
              <a:rPr sz="2100" b="0">
                <a:solidFill>
                  <a:srgbClr val="142E42"/>
                </a:solidFill>
                <a:latin typeface="Arial"/>
                <a:ea typeface="Arial"/>
                <a:cs typeface="Arial"/>
              </a:rPr>
              <a:t>1. Find the minimum in the right</a:t>
            </a:r>
          </a:p>
          <a:p xmlns:a="http://schemas.openxmlformats.org/drawingml/2006/main">
            <a:pPr algn="l">
              <a:buNone/>
              <a:defRPr sz="2100" b="0">
                <a:solidFill>
                  <a:srgbClr val="142E42"/>
                </a:solidFill>
                <a:latin typeface="Arial"/>
                <a:ea typeface="Arial"/>
                <a:cs typeface="Arial"/>
              </a:defRPr>
            </a:pPr>
            <a:r>
              <a:rPr sz="2100" b="0">
                <a:solidFill>
                  <a:srgbClr val="142E42"/>
                </a:solidFill>
                <a:latin typeface="Arial"/>
                <a:ea typeface="Arial"/>
                <a:cs typeface="Arial"/>
              </a:rPr>
              <a:t>   subtree: key 15.</a:t>
            </a:r>
          </a:p>
          <a:p xmlns:a="http://schemas.openxmlformats.org/drawingml/2006/main">
            <a:pPr algn="l">
              <a:buNone/>
              <a:defRPr sz="2100" b="0">
                <a:solidFill>
                  <a:srgbClr val="142E42"/>
                </a:solidFill>
                <a:latin typeface="Arial"/>
                <a:ea typeface="Arial"/>
                <a:cs typeface="Arial"/>
              </a:defRPr>
            </a:pPr>
            <a:r>
              <a:rPr sz="2100" b="0">
                <a:solidFill>
                  <a:srgbClr val="142E42"/>
                </a:solidFill>
                <a:latin typeface="Arial"/>
                <a:ea typeface="Arial"/>
                <a:cs typeface="Arial"/>
              </a:rPr>
              <a:t>2. Copy 15 into the root.</a:t>
            </a:r>
          </a:p>
          <a:p xmlns:a="http://schemas.openxmlformats.org/drawingml/2006/main">
            <a:pPr algn="l">
              <a:buNone/>
              <a:defRPr sz="2100" b="0">
                <a:solidFill>
                  <a:srgbClr val="142E42"/>
                </a:solidFill>
                <a:latin typeface="Arial"/>
                <a:ea typeface="Arial"/>
                <a:cs typeface="Arial"/>
              </a:defRPr>
            </a:pPr>
            <a:r>
              <a:rPr sz="2100" b="0">
                <a:solidFill>
                  <a:srgbClr val="142E42"/>
                </a:solidFill>
                <a:latin typeface="Arial"/>
                <a:ea typeface="Arial"/>
                <a:cs typeface="Arial"/>
              </a:rPr>
              <a:t>3. Remove the original node 15,</a:t>
            </a:r>
          </a:p>
          <a:p xmlns:a="http://schemas.openxmlformats.org/drawingml/2006/main">
            <a:pPr algn="l">
              <a:buNone/>
              <a:defRPr sz="2100" b="0">
                <a:solidFill>
                  <a:srgbClr val="142E42"/>
                </a:solidFill>
                <a:latin typeface="Arial"/>
                <a:ea typeface="Arial"/>
                <a:cs typeface="Arial"/>
              </a:defRPr>
            </a:pPr>
            <a:r>
              <a:rPr sz="2100" b="0">
                <a:solidFill>
                  <a:srgbClr val="142E42"/>
                </a:solidFill>
                <a:latin typeface="Arial"/>
                <a:ea typeface="Arial"/>
                <a:cs typeface="Arial"/>
              </a:rPr>
              <a:t>   reconnecting its child 20.</a:t>
            </a:r>
          </a:p>
          <a:p xmlns:a="http://schemas.openxmlformats.org/drawingml/2006/main">
            <a:endParaRPr sz="2100" b="0">
              <a:solidFill>
                <a:srgbClr val="142E42"/>
              </a:solidFill>
              <a:latin typeface="Arial"/>
              <a:ea typeface="Arial"/>
              <a:cs typeface="Arial"/>
            </a:endParaRPr>
          </a:p>
          <a:p xmlns:a="http://schemas.openxmlformats.org/drawingml/2006/main">
            <a:pPr algn="l">
              <a:buNone/>
              <a:defRPr sz="2100" b="0">
                <a:solidFill>
                  <a:srgbClr val="142E42"/>
                </a:solidFill>
                <a:latin typeface="Arial"/>
                <a:ea typeface="Arial"/>
                <a:cs typeface="Arial"/>
              </a:defRPr>
            </a:pPr>
            <a:r>
              <a:rPr sz="2100" b="0">
                <a:solidFill>
                  <a:srgbClr val="142E42"/>
                </a:solidFill>
                <a:latin typeface="Arial"/>
                <a:ea typeface="Arial"/>
                <a:cs typeface="Arial"/>
              </a:rPr>
              <a:t>The predecessor is an equally</a:t>
            </a:r>
          </a:p>
          <a:p xmlns:a="http://schemas.openxmlformats.org/drawingml/2006/main">
            <a:pPr algn="l">
              <a:buNone/>
              <a:defRPr sz="2100" b="0">
                <a:solidFill>
                  <a:srgbClr val="142E42"/>
                </a:solidFill>
                <a:latin typeface="Arial"/>
                <a:ea typeface="Arial"/>
                <a:cs typeface="Arial"/>
              </a:defRPr>
            </a:pPr>
            <a:r>
              <a:rPr sz="2100" b="0">
                <a:solidFill>
                  <a:srgbClr val="142E42"/>
                </a:solidFill>
                <a:latin typeface="Arial"/>
                <a:ea typeface="Arial"/>
                <a:cs typeface="Arial"/>
              </a:rPr>
              <a:t>valid alternative.</a:t>
            </a:r>
          </a:p>
        </p:txBody>
      </p:sp>
      <p:sp>
        <p:nvSpPr>
          <p:cNvPr id="4" name="source-diagram-dg27-9">
            <a:extLst xmlns:a="http://schemas.openxmlformats.org/drawingml/2006/main">
              <a:ext uri="{FF2B5EF4-FFF2-40B4-BE49-F238E27FC236}">
                <a16:creationId xmlns:a16="http://schemas.microsoft.com/office/drawing/2014/main" id="{F62719C6-42B9-4309-881C-F8A52C06A62F}"/>
              </a:ext>
            </a:extLst>
          </p:cNvPr>
          <p:cNvSpPr>
            <a:spLocks xmlns:a="http://schemas.openxmlformats.org/drawingml/2006/main" noGrp="1"/>
          </p:cNvSpPr>
          <p:nvPr/>
        </p:nvSpPr>
        <p:spPr>
          <a:xfrm xmlns:a="http://schemas.openxmlformats.org/drawingml/2006/main">
            <a:off x="9809604" y="3896772"/>
            <a:ext cx="399505" cy="498246"/>
          </a:xfrm>
          <a:prstGeom xmlns:a="http://schemas.openxmlformats.org/drawingml/2006/main" prst="ellipse">
            <a:avLst/>
          </a:prstGeom>
          <a:solidFill xmlns:a="http://schemas.openxmlformats.org/drawingml/2006/main">
            <a:srgbClr val="007C83"/>
          </a:solidFill>
          <a:ln xmlns:a="http://schemas.openxmlformats.org/drawingml/2006/main" w="38100">
            <a:solidFill>
              <a:srgbClr val="142E42"/>
            </a:solidFill>
            <a:round/>
          </a:l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195" b="0">
                <a:solidFill>
                  <a:srgbClr val="FFFFFF"/>
                </a:solidFill>
                <a:latin typeface="Arial"/>
                <a:ea typeface="Arial"/>
                <a:cs typeface="Arial"/>
              </a:rPr>
              <a:t>20</a:t>
            </a:r>
          </a:p>
        </p:txBody>
      </p:sp>
      <p:sp>
        <p:nvSpPr>
          <p:cNvPr id="5" name="source-diagram-dg27-10">
            <a:extLst xmlns:a="http://schemas.openxmlformats.org/drawingml/2006/main">
              <a:ext uri="{FF2B5EF4-FFF2-40B4-BE49-F238E27FC236}">
                <a16:creationId xmlns:a16="http://schemas.microsoft.com/office/drawing/2014/main" id="{2567BE03-53D1-4EFC-BF61-319BBF18C597}"/>
              </a:ext>
            </a:extLst>
          </p:cNvPr>
          <p:cNvSpPr>
            <a:spLocks xmlns:a="http://schemas.openxmlformats.org/drawingml/2006/main" noGrp="1"/>
          </p:cNvSpPr>
          <p:nvPr/>
        </p:nvSpPr>
        <p:spPr>
          <a:xfrm xmlns:a="http://schemas.openxmlformats.org/drawingml/2006/main">
            <a:off x="8592777" y="3896772"/>
            <a:ext cx="399505" cy="498246"/>
          </a:xfrm>
          <a:prstGeom xmlns:a="http://schemas.openxmlformats.org/drawingml/2006/main" prst="ellipse">
            <a:avLst/>
          </a:prstGeom>
          <a:solidFill xmlns:a="http://schemas.openxmlformats.org/drawingml/2006/main">
            <a:srgbClr val="E5EEF2"/>
          </a:solidFill>
          <a:ln xmlns:a="http://schemas.openxmlformats.org/drawingml/2006/main" w="38100">
            <a:solidFill>
              <a:srgbClr val="142E42"/>
            </a:solidFill>
            <a:round/>
          </a:l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195" b="0">
                <a:solidFill>
                  <a:srgbClr val="142E42"/>
                </a:solidFill>
                <a:latin typeface="Arial"/>
                <a:ea typeface="Arial"/>
                <a:cs typeface="Arial"/>
              </a:rPr>
              <a:t>9</a:t>
            </a:r>
          </a:p>
        </p:txBody>
      </p:sp>
      <p:sp>
        <p:nvSpPr>
          <p:cNvPr id="6" name="source-diagram-dg27-11">
            <a:extLst xmlns:a="http://schemas.openxmlformats.org/drawingml/2006/main">
              <a:ext uri="{FF2B5EF4-FFF2-40B4-BE49-F238E27FC236}">
                <a16:creationId xmlns:a16="http://schemas.microsoft.com/office/drawing/2014/main" id="{DC55B831-7718-40A3-BA4F-1E8250BCAD60}"/>
              </a:ext>
            </a:extLst>
          </p:cNvPr>
          <p:cNvSpPr>
            <a:spLocks xmlns:a="http://schemas.openxmlformats.org/drawingml/2006/main" noGrp="1"/>
          </p:cNvSpPr>
          <p:nvPr/>
        </p:nvSpPr>
        <p:spPr>
          <a:xfrm xmlns:a="http://schemas.openxmlformats.org/drawingml/2006/main">
            <a:off x="7572375" y="3896772"/>
            <a:ext cx="399505" cy="498246"/>
          </a:xfrm>
          <a:prstGeom xmlns:a="http://schemas.openxmlformats.org/drawingml/2006/main" prst="ellipse">
            <a:avLst/>
          </a:prstGeom>
          <a:solidFill xmlns:a="http://schemas.openxmlformats.org/drawingml/2006/main">
            <a:srgbClr val="E5EEF2"/>
          </a:solidFill>
          <a:ln xmlns:a="http://schemas.openxmlformats.org/drawingml/2006/main" w="38100">
            <a:solidFill>
              <a:srgbClr val="142E42"/>
            </a:solidFill>
            <a:round/>
          </a:l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195" b="0">
                <a:solidFill>
                  <a:srgbClr val="142E42"/>
                </a:solidFill>
                <a:latin typeface="Arial"/>
                <a:ea typeface="Arial"/>
                <a:cs typeface="Arial"/>
              </a:rPr>
              <a:t>2</a:t>
            </a:r>
          </a:p>
        </p:txBody>
      </p:sp>
      <p:sp>
        <p:nvSpPr>
          <p:cNvPr id="7" name="source-diagram-dg27-12">
            <a:extLst xmlns:a="http://schemas.openxmlformats.org/drawingml/2006/main">
              <a:ext uri="{FF2B5EF4-FFF2-40B4-BE49-F238E27FC236}">
                <a16:creationId xmlns:a16="http://schemas.microsoft.com/office/drawing/2014/main" id="{9EC5A00A-53EB-4E99-B11F-FDF990A628BB}"/>
              </a:ext>
            </a:extLst>
          </p:cNvPr>
          <p:cNvSpPr>
            <a:spLocks xmlns:a="http://schemas.openxmlformats.org/drawingml/2006/main" noGrp="1"/>
          </p:cNvSpPr>
          <p:nvPr/>
        </p:nvSpPr>
        <p:spPr>
          <a:xfrm xmlns:a="http://schemas.openxmlformats.org/drawingml/2006/main">
            <a:off x="9250297" y="2734199"/>
            <a:ext cx="399505" cy="498246"/>
          </a:xfrm>
          <a:prstGeom xmlns:a="http://schemas.openxmlformats.org/drawingml/2006/main" prst="ellipse">
            <a:avLst/>
          </a:prstGeom>
          <a:solidFill xmlns:a="http://schemas.openxmlformats.org/drawingml/2006/main">
            <a:srgbClr val="007C83"/>
          </a:solidFill>
          <a:ln xmlns:a="http://schemas.openxmlformats.org/drawingml/2006/main" w="38100">
            <a:solidFill>
              <a:srgbClr val="142E42"/>
            </a:solidFill>
            <a:round/>
          </a:l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195" b="0">
                <a:solidFill>
                  <a:srgbClr val="FFFFFF"/>
                </a:solidFill>
                <a:latin typeface="Arial"/>
                <a:ea typeface="Arial"/>
                <a:cs typeface="Arial"/>
              </a:rPr>
              <a:t>15</a:t>
            </a:r>
          </a:p>
        </p:txBody>
      </p:sp>
      <p:sp>
        <p:nvSpPr>
          <p:cNvPr id="8" name="source-diagram-dg27-13">
            <a:extLst xmlns:a="http://schemas.openxmlformats.org/drawingml/2006/main">
              <a:ext uri="{FF2B5EF4-FFF2-40B4-BE49-F238E27FC236}">
                <a16:creationId xmlns:a16="http://schemas.microsoft.com/office/drawing/2014/main" id="{C2D074B4-8767-47E4-B269-88365596B3CF}"/>
              </a:ext>
            </a:extLst>
          </p:cNvPr>
          <p:cNvSpPr>
            <a:spLocks xmlns:a="http://schemas.openxmlformats.org/drawingml/2006/main" noGrp="1"/>
          </p:cNvSpPr>
          <p:nvPr/>
        </p:nvSpPr>
        <p:spPr>
          <a:xfrm xmlns:a="http://schemas.openxmlformats.org/drawingml/2006/main">
            <a:off x="8033470" y="2734199"/>
            <a:ext cx="399505" cy="498246"/>
          </a:xfrm>
          <a:prstGeom xmlns:a="http://schemas.openxmlformats.org/drawingml/2006/main" prst="ellipse">
            <a:avLst/>
          </a:prstGeom>
          <a:solidFill xmlns:a="http://schemas.openxmlformats.org/drawingml/2006/main">
            <a:srgbClr val="E5EEF2"/>
          </a:solidFill>
          <a:ln xmlns:a="http://schemas.openxmlformats.org/drawingml/2006/main" w="38100">
            <a:solidFill>
              <a:srgbClr val="142E42"/>
            </a:solidFill>
            <a:round/>
          </a:l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195" b="0">
                <a:solidFill>
                  <a:srgbClr val="142E42"/>
                </a:solidFill>
                <a:latin typeface="Arial"/>
                <a:ea typeface="Arial"/>
                <a:cs typeface="Arial"/>
              </a:rPr>
              <a:t>5</a:t>
            </a:r>
          </a:p>
        </p:txBody>
      </p:sp>
      <p:sp>
        <p:nvSpPr>
          <p:cNvPr id="9" name="source-diagram-dg27-14">
            <a:extLst xmlns:a="http://schemas.openxmlformats.org/drawingml/2006/main">
              <a:ext uri="{FF2B5EF4-FFF2-40B4-BE49-F238E27FC236}">
                <a16:creationId xmlns:a16="http://schemas.microsoft.com/office/drawing/2014/main" id="{D1FE3577-6037-4F40-9DBE-DE9DEBE7D726}"/>
              </a:ext>
            </a:extLst>
          </p:cNvPr>
          <p:cNvSpPr>
            <a:spLocks xmlns:a="http://schemas.openxmlformats.org/drawingml/2006/main" noGrp="1"/>
          </p:cNvSpPr>
          <p:nvPr/>
        </p:nvSpPr>
        <p:spPr>
          <a:xfrm xmlns:a="http://schemas.openxmlformats.org/drawingml/2006/main">
            <a:off x="8611088" y="1571625"/>
            <a:ext cx="399505" cy="498246"/>
          </a:xfrm>
          <a:prstGeom xmlns:a="http://schemas.openxmlformats.org/drawingml/2006/main" prst="ellipse">
            <a:avLst/>
          </a:prstGeom>
          <a:solidFill xmlns:a="http://schemas.openxmlformats.org/drawingml/2006/main">
            <a:srgbClr val="007C83"/>
          </a:solidFill>
          <a:ln xmlns:a="http://schemas.openxmlformats.org/drawingml/2006/main" w="38100">
            <a:solidFill>
              <a:srgbClr val="142E42"/>
            </a:solidFill>
            <a:round/>
          </a:l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195" b="0">
                <a:solidFill>
                  <a:srgbClr val="FFFFFF"/>
                </a:solidFill>
                <a:latin typeface="Arial"/>
                <a:ea typeface="Arial"/>
                <a:cs typeface="Arial"/>
              </a:rPr>
              <a:t>12</a:t>
            </a:r>
          </a:p>
        </p:txBody>
      </p:sp>
      <p:cxnSp>
        <p:nvCxnSpPr>
          <p:cNvPr id="10" name="source-diagram-dg27-15">
            <a:extLst xmlns:a="http://schemas.openxmlformats.org/drawingml/2006/main">
              <a:ext uri="{FF2B5EF4-FFF2-40B4-BE49-F238E27FC236}">
                <a16:creationId xmlns:a16="http://schemas.microsoft.com/office/drawing/2014/main" id="{D21ADF0B-0E74-4910-9E5A-E0D37755F8F7}"/>
              </a:ext>
            </a:extLst>
          </p:cNvPr>
          <p:cNvCxnSpPr/>
          <p:nvPr/>
        </p:nvCxnSpPr>
        <p:spPr>
          <a:xfrm xmlns:a="http://schemas.openxmlformats.org/drawingml/2006/main" rot="5400000">
            <a:off x="8155819" y="2093440"/>
            <a:ext cx="591180" cy="544224"/>
          </a:xfrm>
          <a:prstGeom xmlns:a="http://schemas.openxmlformats.org/drawingml/2006/main" prst="straightConnector1">
            <a:avLst/>
          </a:prstGeom>
          <a:ln xmlns:a="http://schemas.openxmlformats.org/drawingml/2006/main" w="9525">
            <a:solidFill>
              <a:srgbClr val="142E42"/>
            </a:solidFill>
            <a:round/>
            <a:headEnd type="none" w="med" len="med"/>
            <a:tailEnd type="none" w="med" len="med"/>
          </a:ln>
        </p:spPr>
      </p:cxnSp>
      <p:cxnSp>
        <p:nvCxnSpPr>
          <p:cNvPr id="11" name="source-diagram-dg27-16">
            <a:extLst xmlns:a="http://schemas.openxmlformats.org/drawingml/2006/main">
              <a:ext uri="{FF2B5EF4-FFF2-40B4-BE49-F238E27FC236}">
                <a16:creationId xmlns:a16="http://schemas.microsoft.com/office/drawing/2014/main" id="{5EEC45DE-F027-4D87-AD04-49A8650D59E4}"/>
              </a:ext>
            </a:extLst>
          </p:cNvPr>
          <p:cNvCxnSpPr/>
          <p:nvPr/>
        </p:nvCxnSpPr>
        <p:spPr>
          <a:xfrm xmlns:a="http://schemas.openxmlformats.org/drawingml/2006/main" rot="16200000" flipH="1">
            <a:off x="8905479" y="2055034"/>
            <a:ext cx="591180" cy="621037"/>
          </a:xfrm>
          <a:prstGeom xmlns:a="http://schemas.openxmlformats.org/drawingml/2006/main" prst="straightConnector1">
            <a:avLst/>
          </a:prstGeom>
          <a:ln xmlns:a="http://schemas.openxmlformats.org/drawingml/2006/main" w="9525">
            <a:solidFill>
              <a:srgbClr val="142E42"/>
            </a:solidFill>
            <a:round/>
            <a:headEnd type="none" w="med" len="med"/>
            <a:tailEnd type="none" w="med" len="med"/>
          </a:ln>
        </p:spPr>
      </p:cxnSp>
      <p:cxnSp>
        <p:nvCxnSpPr>
          <p:cNvPr id="12" name="source-diagram-dg27-17">
            <a:extLst xmlns:a="http://schemas.openxmlformats.org/drawingml/2006/main">
              <a:ext uri="{FF2B5EF4-FFF2-40B4-BE49-F238E27FC236}">
                <a16:creationId xmlns:a16="http://schemas.microsoft.com/office/drawing/2014/main" id="{C19E6581-B5C2-40C7-B85A-9532CB919C77}"/>
              </a:ext>
            </a:extLst>
          </p:cNvPr>
          <p:cNvCxnSpPr/>
          <p:nvPr/>
        </p:nvCxnSpPr>
        <p:spPr>
          <a:xfrm xmlns:a="http://schemas.openxmlformats.org/drawingml/2006/main">
            <a:off x="9591541" y="3184697"/>
            <a:ext cx="417815" cy="687164"/>
          </a:xfrm>
          <a:prstGeom xmlns:a="http://schemas.openxmlformats.org/drawingml/2006/main" prst="straightConnector1">
            <a:avLst/>
          </a:prstGeom>
          <a:ln xmlns:a="http://schemas.openxmlformats.org/drawingml/2006/main" w="9525">
            <a:solidFill>
              <a:srgbClr val="142E42"/>
            </a:solidFill>
            <a:round/>
            <a:headEnd type="none" w="med" len="med"/>
            <a:tailEnd type="none" w="med" len="med"/>
          </a:ln>
        </p:spPr>
      </p:cxnSp>
      <p:cxnSp>
        <p:nvCxnSpPr>
          <p:cNvPr id="13" name="source-diagram-dg27-18">
            <a:extLst xmlns:a="http://schemas.openxmlformats.org/drawingml/2006/main">
              <a:ext uri="{FF2B5EF4-FFF2-40B4-BE49-F238E27FC236}">
                <a16:creationId xmlns:a16="http://schemas.microsoft.com/office/drawing/2014/main" id="{2BB932F5-693D-4467-B38A-889452F48E20}"/>
              </a:ext>
            </a:extLst>
          </p:cNvPr>
          <p:cNvCxnSpPr/>
          <p:nvPr/>
        </p:nvCxnSpPr>
        <p:spPr>
          <a:xfrm xmlns:a="http://schemas.openxmlformats.org/drawingml/2006/main" rot="5400000">
            <a:off x="7636463" y="3328676"/>
            <a:ext cx="591180" cy="398901"/>
          </a:xfrm>
          <a:prstGeom xmlns:a="http://schemas.openxmlformats.org/drawingml/2006/main" prst="straightConnector1">
            <a:avLst/>
          </a:prstGeom>
          <a:ln xmlns:a="http://schemas.openxmlformats.org/drawingml/2006/main" w="9525">
            <a:solidFill>
              <a:srgbClr val="142E42"/>
            </a:solidFill>
            <a:round/>
            <a:headEnd type="none" w="med" len="med"/>
            <a:tailEnd type="none" w="med" len="med"/>
          </a:ln>
        </p:spPr>
      </p:cxnSp>
      <p:cxnSp>
        <p:nvCxnSpPr>
          <p:cNvPr id="14" name="source-diagram-dg27-19">
            <a:extLst xmlns:a="http://schemas.openxmlformats.org/drawingml/2006/main">
              <a:ext uri="{FF2B5EF4-FFF2-40B4-BE49-F238E27FC236}">
                <a16:creationId xmlns:a16="http://schemas.microsoft.com/office/drawing/2014/main" id="{BC720D7E-8260-4B01-A2DD-9597FA8B3206}"/>
              </a:ext>
            </a:extLst>
          </p:cNvPr>
          <p:cNvCxnSpPr/>
          <p:nvPr/>
        </p:nvCxnSpPr>
        <p:spPr>
          <a:xfrm xmlns:a="http://schemas.openxmlformats.org/drawingml/2006/main">
            <a:off x="8374715" y="3184697"/>
            <a:ext cx="417815" cy="687164"/>
          </a:xfrm>
          <a:prstGeom xmlns:a="http://schemas.openxmlformats.org/drawingml/2006/main" prst="straightConnector1">
            <a:avLst/>
          </a:prstGeom>
          <a:ln xmlns:a="http://schemas.openxmlformats.org/drawingml/2006/main" w="9525">
            <a:solidFill>
              <a:srgbClr val="142E42"/>
            </a:solidFill>
            <a:round/>
            <a:headEnd type="none" w="med" len="med"/>
            <a:tailEnd type="none" w="med" len="med"/>
          </a:ln>
        </p:spPr>
      </p:cxnSp>
      <p:sp>
        <p:nvSpPr>
          <p:cNvPr id="15" name="source-diagram-dg27-20">
            <a:extLst xmlns:a="http://schemas.openxmlformats.org/drawingml/2006/main">
              <a:ext uri="{FF2B5EF4-FFF2-40B4-BE49-F238E27FC236}">
                <a16:creationId xmlns:a16="http://schemas.microsoft.com/office/drawing/2014/main" id="{253C63BB-6E59-4FCF-93C5-A2DC9E5CC886}"/>
              </a:ext>
            </a:extLst>
          </p:cNvPr>
          <p:cNvSpPr>
            <a:spLocks xmlns:a="http://schemas.openxmlformats.org/drawingml/2006/main" noGrp="1"/>
          </p:cNvSpPr>
          <p:nvPr/>
        </p:nvSpPr>
        <p:spPr>
          <a:xfrm xmlns:a="http://schemas.openxmlformats.org/drawingml/2006/main">
            <a:off x="10089258" y="5059347"/>
            <a:ext cx="399505" cy="498246"/>
          </a:xfrm>
          <a:prstGeom xmlns:a="http://schemas.openxmlformats.org/drawingml/2006/main" prst="ellipse">
            <a:avLst/>
          </a:prstGeom>
          <a:solidFill xmlns:a="http://schemas.openxmlformats.org/drawingml/2006/main">
            <a:srgbClr val="E5EEF2"/>
          </a:solidFill>
          <a:ln xmlns:a="http://schemas.openxmlformats.org/drawingml/2006/main" w="38100">
            <a:solidFill>
              <a:srgbClr val="142E42"/>
            </a:solidFill>
            <a:round/>
          </a:l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195" b="0">
                <a:solidFill>
                  <a:srgbClr val="142E42"/>
                </a:solidFill>
                <a:latin typeface="Arial"/>
                <a:ea typeface="Arial"/>
                <a:cs typeface="Arial"/>
              </a:rPr>
              <a:t>30</a:t>
            </a:r>
          </a:p>
        </p:txBody>
      </p:sp>
      <p:cxnSp>
        <p:nvCxnSpPr>
          <p:cNvPr id="16" name="source-diagram-dg27-21">
            <a:extLst xmlns:a="http://schemas.openxmlformats.org/drawingml/2006/main">
              <a:ext uri="{FF2B5EF4-FFF2-40B4-BE49-F238E27FC236}">
                <a16:creationId xmlns:a16="http://schemas.microsoft.com/office/drawing/2014/main" id="{2AA97AA1-FAA3-4D65-B0B2-572AC479AC47}"/>
              </a:ext>
            </a:extLst>
          </p:cNvPr>
          <p:cNvCxnSpPr/>
          <p:nvPr/>
        </p:nvCxnSpPr>
        <p:spPr>
          <a:xfrm xmlns:a="http://schemas.openxmlformats.org/drawingml/2006/main">
            <a:off x="10150848" y="4347270"/>
            <a:ext cx="138162" cy="687164"/>
          </a:xfrm>
          <a:prstGeom xmlns:a="http://schemas.openxmlformats.org/drawingml/2006/main" prst="straightConnector1">
            <a:avLst/>
          </a:prstGeom>
          <a:ln xmlns:a="http://schemas.openxmlformats.org/drawingml/2006/main" w="9525">
            <a:solidFill>
              <a:srgbClr val="142E42"/>
            </a:solidFill>
            <a:round/>
            <a:headEnd type="none" w="med" len="med"/>
            <a:tailEnd type="none" w="med" len="med"/>
          </a:ln>
        </p:spPr>
      </p:cxnSp>
      <p:sp>
        <p:nvSpPr>
          <p:cNvPr id="17" name="source-diagram-dg27-22">
            <a:extLst xmlns:a="http://schemas.openxmlformats.org/drawingml/2006/main">
              <a:ext uri="{FF2B5EF4-FFF2-40B4-BE49-F238E27FC236}">
                <a16:creationId xmlns:a16="http://schemas.microsoft.com/office/drawing/2014/main" id="{D8B88EEB-FAE2-4582-BDF1-B4D9F7C88079}"/>
              </a:ext>
            </a:extLst>
          </p:cNvPr>
          <p:cNvSpPr>
            <a:spLocks xmlns:a="http://schemas.openxmlformats.org/drawingml/2006/main" noGrp="1"/>
          </p:cNvSpPr>
          <p:nvPr/>
        </p:nvSpPr>
        <p:spPr>
          <a:xfrm xmlns:a="http://schemas.openxmlformats.org/drawingml/2006/main">
            <a:off x="8313124" y="5059347"/>
            <a:ext cx="399505" cy="498246"/>
          </a:xfrm>
          <a:prstGeom xmlns:a="http://schemas.openxmlformats.org/drawingml/2006/main" prst="ellipse">
            <a:avLst/>
          </a:prstGeom>
          <a:solidFill xmlns:a="http://schemas.openxmlformats.org/drawingml/2006/main">
            <a:srgbClr val="E5EEF2"/>
          </a:solidFill>
          <a:ln xmlns:a="http://schemas.openxmlformats.org/drawingml/2006/main" w="38100">
            <a:solidFill>
              <a:srgbClr val="142E42"/>
            </a:solidFill>
            <a:round/>
          </a:l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195" b="0">
                <a:solidFill>
                  <a:srgbClr val="142E42"/>
                </a:solidFill>
                <a:latin typeface="Arial"/>
                <a:ea typeface="Arial"/>
                <a:cs typeface="Arial"/>
              </a:rPr>
              <a:t>7</a:t>
            </a:r>
          </a:p>
        </p:txBody>
      </p:sp>
      <p:cxnSp>
        <p:nvCxnSpPr>
          <p:cNvPr id="18" name="source-diagram-dg27-23">
            <a:extLst xmlns:a="http://schemas.openxmlformats.org/drawingml/2006/main">
              <a:ext uri="{FF2B5EF4-FFF2-40B4-BE49-F238E27FC236}">
                <a16:creationId xmlns:a16="http://schemas.microsoft.com/office/drawing/2014/main" id="{D205DE87-00B9-4E0B-ABB6-25614918C24D}"/>
              </a:ext>
            </a:extLst>
          </p:cNvPr>
          <p:cNvCxnSpPr/>
          <p:nvPr/>
        </p:nvCxnSpPr>
        <p:spPr>
          <a:xfrm xmlns:a="http://schemas.openxmlformats.org/drawingml/2006/main" flipH="1">
            <a:off x="8512876" y="4347270"/>
            <a:ext cx="138163" cy="687164"/>
          </a:xfrm>
          <a:prstGeom xmlns:a="http://schemas.openxmlformats.org/drawingml/2006/main" prst="straightConnector1">
            <a:avLst/>
          </a:prstGeom>
          <a:ln xmlns:a="http://schemas.openxmlformats.org/drawingml/2006/main" w="9525">
            <a:solidFill>
              <a:srgbClr val="142E42"/>
            </a:solidFill>
            <a:round/>
            <a:headEnd type="none" w="med" len="med"/>
            <a:tailEnd type="none" w="med" len="med"/>
          </a:ln>
        </p:spPr>
      </p:cxnSp>
      <p:sp>
        <p:nvSpPr>
          <p:cNvPr id="19" name="source-diagram-dg27-24">
            <a:extLst xmlns:a="http://schemas.openxmlformats.org/drawingml/2006/main">
              <a:ext uri="{FF2B5EF4-FFF2-40B4-BE49-F238E27FC236}">
                <a16:creationId xmlns:a16="http://schemas.microsoft.com/office/drawing/2014/main" id="{9CDD99C4-8213-4398-9DE9-1E7CE9A9C277}"/>
              </a:ext>
            </a:extLst>
          </p:cNvPr>
          <p:cNvSpPr>
            <a:spLocks xmlns:a="http://schemas.openxmlformats.org/drawingml/2006/main" noGrp="1"/>
          </p:cNvSpPr>
          <p:nvPr/>
        </p:nvSpPr>
        <p:spPr>
          <a:xfrm xmlns:a="http://schemas.openxmlformats.org/drawingml/2006/main">
            <a:off x="9529950" y="5048967"/>
            <a:ext cx="399505" cy="498246"/>
          </a:xfrm>
          <a:prstGeom xmlns:a="http://schemas.openxmlformats.org/drawingml/2006/main" prst="ellipse">
            <a:avLst/>
          </a:prstGeom>
          <a:solidFill xmlns:a="http://schemas.openxmlformats.org/drawingml/2006/main">
            <a:srgbClr val="E5EEF2"/>
          </a:solidFill>
          <a:ln xmlns:a="http://schemas.openxmlformats.org/drawingml/2006/main" w="38100">
            <a:solidFill>
              <a:srgbClr val="142E42"/>
            </a:solidFill>
            <a:round/>
          </a:l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195" b="0">
                <a:solidFill>
                  <a:srgbClr val="142E42"/>
                </a:solidFill>
                <a:latin typeface="Arial"/>
                <a:ea typeface="Arial"/>
                <a:cs typeface="Arial"/>
              </a:rPr>
              <a:t>17</a:t>
            </a:r>
          </a:p>
        </p:txBody>
      </p:sp>
      <p:cxnSp>
        <p:nvCxnSpPr>
          <p:cNvPr id="20" name="source-diagram-dg27-25">
            <a:extLst xmlns:a="http://schemas.openxmlformats.org/drawingml/2006/main">
              <a:ext uri="{FF2B5EF4-FFF2-40B4-BE49-F238E27FC236}">
                <a16:creationId xmlns:a16="http://schemas.microsoft.com/office/drawing/2014/main" id="{2007CDB5-2CA5-48E9-980A-B18001EAED6D}"/>
              </a:ext>
            </a:extLst>
          </p:cNvPr>
          <p:cNvCxnSpPr/>
          <p:nvPr/>
        </p:nvCxnSpPr>
        <p:spPr>
          <a:xfrm xmlns:a="http://schemas.openxmlformats.org/drawingml/2006/main" flipH="1">
            <a:off x="9729703" y="4347270"/>
            <a:ext cx="138163" cy="676784"/>
          </a:xfrm>
          <a:prstGeom xmlns:a="http://schemas.openxmlformats.org/drawingml/2006/main" prst="straightConnector1">
            <a:avLst/>
          </a:prstGeom>
          <a:ln xmlns:a="http://schemas.openxmlformats.org/drawingml/2006/main" w="9525">
            <a:solidFill>
              <a:srgbClr val="142E42"/>
            </a:solidFill>
            <a:round/>
            <a:headEnd type="none" w="med" len="med"/>
            <a:tailEnd type="none" w="med" len="med"/>
          </a:ln>
        </p:spPr>
      </p:cxnSp>
      <p:sp>
        <p:nvSpPr>
          <p:cNvPr id="21" name="source-diagram-dg27-26">
            <a:extLst xmlns:a="http://schemas.openxmlformats.org/drawingml/2006/main">
              <a:ext uri="{FF2B5EF4-FFF2-40B4-BE49-F238E27FC236}">
                <a16:creationId xmlns:a16="http://schemas.microsoft.com/office/drawing/2014/main" id="{99EF9087-4EEF-44CD-80C3-9E7ADE0CAF8A}"/>
              </a:ext>
            </a:extLst>
          </p:cNvPr>
          <p:cNvSpPr>
            <a:spLocks xmlns:a="http://schemas.openxmlformats.org/drawingml/2006/main" noGrp="1"/>
          </p:cNvSpPr>
          <p:nvPr/>
        </p:nvSpPr>
        <p:spPr>
          <a:xfrm xmlns:a="http://schemas.openxmlformats.org/drawingml/2006/main">
            <a:off x="8850792" y="5073879"/>
            <a:ext cx="399505" cy="498246"/>
          </a:xfrm>
          <a:prstGeom xmlns:a="http://schemas.openxmlformats.org/drawingml/2006/main" prst="ellipse">
            <a:avLst/>
          </a:prstGeom>
          <a:solidFill xmlns:a="http://schemas.openxmlformats.org/drawingml/2006/main">
            <a:srgbClr val="E5EEF2"/>
          </a:solidFill>
          <a:ln xmlns:a="http://schemas.openxmlformats.org/drawingml/2006/main" w="38100">
            <a:solidFill>
              <a:srgbClr val="142E42"/>
            </a:solidFill>
            <a:round/>
          </a:l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195" b="0">
                <a:solidFill>
                  <a:srgbClr val="142E42"/>
                </a:solidFill>
                <a:latin typeface="Arial"/>
                <a:ea typeface="Arial"/>
                <a:cs typeface="Arial"/>
              </a:rPr>
              <a:t>10</a:t>
            </a:r>
          </a:p>
        </p:txBody>
      </p:sp>
      <p:cxnSp>
        <p:nvCxnSpPr>
          <p:cNvPr id="22" name="source-diagram-dg27-27">
            <a:extLst xmlns:a="http://schemas.openxmlformats.org/drawingml/2006/main">
              <a:ext uri="{FF2B5EF4-FFF2-40B4-BE49-F238E27FC236}">
                <a16:creationId xmlns:a16="http://schemas.microsoft.com/office/drawing/2014/main" id="{64CDFB1F-55D4-472E-AC86-E4709F7669BF}"/>
              </a:ext>
            </a:extLst>
          </p:cNvPr>
          <p:cNvCxnSpPr/>
          <p:nvPr/>
        </p:nvCxnSpPr>
        <p:spPr>
          <a:xfrm xmlns:a="http://schemas.openxmlformats.org/drawingml/2006/main">
            <a:off x="8912381" y="4361803"/>
            <a:ext cx="138163" cy="687165"/>
          </a:xfrm>
          <a:prstGeom xmlns:a="http://schemas.openxmlformats.org/drawingml/2006/main" prst="straightConnector1">
            <a:avLst/>
          </a:prstGeom>
          <a:ln xmlns:a="http://schemas.openxmlformats.org/drawingml/2006/main" w="9525">
            <a:solidFill>
              <a:srgbClr val="142E42"/>
            </a:solidFill>
            <a:round/>
            <a:headEnd type="none" w="med" len="med"/>
            <a:tailEnd type="none" w="med" len="med"/>
          </a:ln>
        </p:spPr>
      </p:cxnSp>
      <p:sp>
        <p:nvSpPr>
          <p:cNvPr id="24" name="local-java-DeletionDemo">
            <a:extLst xmlns:a="http://schemas.openxmlformats.org/drawingml/2006/main">
              <a:ext uri="{FF2B5EF4-FFF2-40B4-BE49-F238E27FC236}">
                <a16:creationId xmlns:a16="http://schemas.microsoft.com/office/drawing/2014/main" id="{88D6C1B7-9A09-4E81-9072-7548FA58102D}"/>
              </a:ext>
            </a:extLst>
          </p:cNvPr>
          <p:cNvSpPr>
            <a:spLocks xmlns:a="http://schemas.openxmlformats.org/drawingml/2006/main" noGrp="1"/>
          </p:cNvSpPr>
          <p:nvPr/>
        </p:nvSpPr>
        <p:spPr>
          <a:xfrm xmlns:a="http://schemas.openxmlformats.org/drawingml/2006/main">
            <a:off x="609600" y="6134100"/>
            <a:ext cx="357187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350" b="0">
                <a:solidFill>
                  <a:srgbClr val="007D89"/>
                </a:solidFill>
                <a:latin typeface="Arial"/>
                <a:ea typeface="Arial"/>
                <a:cs typeface="Arial"/>
              </a:defRPr>
            </a:defPPr>
            <a:lvl1pPr>
              <a:defRPr sz="1350" b="0">
                <a:solidFill>
                  <a:srgbClr val="007D89"/>
                </a:solidFill>
                <a:latin typeface="Arial"/>
                <a:ea typeface="Arial"/>
                <a:cs typeface="Arial"/>
              </a:defRPr>
            </a:lvl1pPr>
            <a:lvl2pPr>
              <a:defRPr sz="1350" b="0">
                <a:solidFill>
                  <a:srgbClr val="007D89"/>
                </a:solidFill>
                <a:latin typeface="Arial"/>
                <a:ea typeface="Arial"/>
                <a:cs typeface="Arial"/>
              </a:defRPr>
            </a:lvl2pPr>
            <a:lvl3pPr>
              <a:defRPr sz="1350" b="0">
                <a:solidFill>
                  <a:srgbClr val="007D89"/>
                </a:solidFill>
                <a:latin typeface="Arial"/>
                <a:ea typeface="Arial"/>
                <a:cs typeface="Arial"/>
              </a:defRPr>
            </a:lvl3pPr>
            <a:lvl4pPr>
              <a:defRPr sz="1350" b="0">
                <a:solidFill>
                  <a:srgbClr val="007D89"/>
                </a:solidFill>
                <a:latin typeface="Arial"/>
                <a:ea typeface="Arial"/>
                <a:cs typeface="Arial"/>
              </a:defRPr>
            </a:lvl4pPr>
            <a:lvl5pPr>
              <a:defRPr sz="1350" b="0">
                <a:solidFill>
                  <a:srgbClr val="007D89"/>
                </a:solidFill>
                <a:latin typeface="Arial"/>
                <a:ea typeface="Arial"/>
                <a:cs typeface="Arial"/>
              </a:defRPr>
            </a:lvl5pPr>
            <a:lvl6pPr>
              <a:defRPr sz="1350" b="0">
                <a:solidFill>
                  <a:srgbClr val="007D89"/>
                </a:solidFill>
                <a:latin typeface="Arial"/>
                <a:ea typeface="Arial"/>
                <a:cs typeface="Arial"/>
              </a:defRPr>
            </a:lvl6pPr>
            <a:lvl7pPr>
              <a:defRPr sz="1350" b="0">
                <a:solidFill>
                  <a:srgbClr val="007D89"/>
                </a:solidFill>
                <a:latin typeface="Arial"/>
                <a:ea typeface="Arial"/>
                <a:cs typeface="Arial"/>
              </a:defRPr>
            </a:lvl7pPr>
            <a:lvl8pPr>
              <a:defRPr sz="1350" b="0">
                <a:solidFill>
                  <a:srgbClr val="007D89"/>
                </a:solidFill>
                <a:latin typeface="Arial"/>
                <a:ea typeface="Arial"/>
                <a:cs typeface="Arial"/>
              </a:defRPr>
            </a:lvl8pPr>
            <a:lvl9pPr>
              <a:defRPr sz="1350" b="0">
                <a:solidFill>
                  <a:srgbClr val="007D89"/>
                </a:solidFill>
                <a:latin typeface="Arial"/>
                <a:ea typeface="Arial"/>
                <a:cs typeface="Arial"/>
              </a:defRPr>
            </a:lvl9pPr>
          </a:lstStyle>
          <a:p xmlns:a="http://schemas.openxmlformats.org/drawingml/2006/main">
            <a:pPr>
              <a:defRPr sz="1350" b="0">
                <a:solidFill>
                  <a:srgbClr val="007D89"/>
                </a:solidFill>
                <a:latin typeface="Arial"/>
                <a:ea typeface="Arial"/>
                <a:cs typeface="Arial"/>
              </a:defRPr>
            </a:pPr>
            <a:r>
              <a:rPr sz="1350" u="sng">
                <a:solidFill>
                  <a:srgbClr val="007D89"/>
                </a:solidFill>
                <a:latin typeface="Arial"/>
                <a:ea typeface="Arial"/>
                <a:cs typeface="Arial"/>
                <a:hlinkClick xmlns:r="http://schemas.openxmlformats.org/officeDocument/2006/relationships" r:id="R9fceeeb0b00d4dbb"/>
              </a:rPr>
              <a:t>Java: DeletionDemo.java</a:t>
            </a:r>
          </a:p>
        </p:txBody>
      </p:sp>
    </p:spTree>
    <p:extLst>
      <p:ext uri="{BB962C8B-B14F-4D97-AF65-F5344CB8AC3E}">
        <p14:creationId xmlns:p14="http://schemas.microsoft.com/office/powerpoint/2010/main" val="567759327"/>
      </p:ext>
    </p:extLst>
  </p:cSld>
</p:sld>
</file>

<file path=ppt/slides/slide29.xml><?xml version="1.0" encoding="utf-8"?>
<p:sld xmlns:p="http://schemas.openxmlformats.org/presentationml/2006/main">
  <p:cSld>
    <p:bg>
      <p:bgPr>
        <a:solidFill xmlns:a="http://schemas.openxmlformats.org/drawingml/2006/main">
          <a:srgbClr val="FAFCFD"/>
        </a:solidFill>
      </p:bgPr>
    </p:bg>
    <p:spTree>
      <p:nvGrpSpPr>
        <p:cNvPr id="1" name=""/>
        <p:cNvGrpSpPr/>
        <p:nvPr/>
      </p:nvGrpSpPr>
      <p:grpSpPr>
        <a:xfrm xmlns:a="http://schemas.openxmlformats.org/drawingml/2006/main"/>
      </p:grpSpPr>
      <p:sp>
        <p:nvSpPr>
          <p:cNvPr id="5" name="text-0">
            <a:extLst xmlns:a="http://schemas.openxmlformats.org/drawingml/2006/main">
              <a:ext uri="{FF2B5EF4-FFF2-40B4-BE49-F238E27FC236}">
                <a16:creationId xmlns:a16="http://schemas.microsoft.com/office/drawing/2014/main" id="{4E50E3BB-E6E5-4D8D-99F0-3AFE820338C6}"/>
              </a:ext>
            </a:extLst>
          </p:cNvPr>
          <p:cNvSpPr>
            <a:spLocks xmlns:a="http://schemas.openxmlformats.org/drawingml/2006/main" noGrp="1"/>
          </p:cNvSpPr>
          <p:nvPr/>
        </p:nvSpPr>
        <p:spPr>
          <a:xfrm xmlns:a="http://schemas.openxmlformats.org/drawingml/2006/main">
            <a:off x="609600" y="419100"/>
            <a:ext cx="10953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lgn="l">
              <a:defRPr sz="3150" b="1">
                <a:solidFill>
                  <a:srgbClr val="142E42"/>
                </a:solidFill>
                <a:latin typeface="Arial"/>
                <a:ea typeface="Arial"/>
                <a:cs typeface="Arial"/>
              </a:defRPr>
            </a:defPPr>
            <a:lvl1pPr algn="l">
              <a:buNone/>
              <a:defRPr sz="3150" b="1">
                <a:solidFill>
                  <a:srgbClr val="142E42"/>
                </a:solidFill>
                <a:latin typeface="Arial"/>
                <a:ea typeface="Arial"/>
                <a:cs typeface="Arial"/>
              </a:defRPr>
            </a:lvl1pPr>
            <a:lvl2pPr algn="l">
              <a:buNone/>
              <a:defRPr sz="3150" b="1">
                <a:solidFill>
                  <a:srgbClr val="142E42"/>
                </a:solidFill>
                <a:latin typeface="Arial"/>
                <a:ea typeface="Arial"/>
                <a:cs typeface="Arial"/>
              </a:defRPr>
            </a:lvl2pPr>
            <a:lvl3pPr algn="l">
              <a:buNone/>
              <a:defRPr sz="3150" b="1">
                <a:solidFill>
                  <a:srgbClr val="142E42"/>
                </a:solidFill>
                <a:latin typeface="Arial"/>
                <a:ea typeface="Arial"/>
                <a:cs typeface="Arial"/>
              </a:defRPr>
            </a:lvl3pPr>
            <a:lvl4pPr algn="l">
              <a:buNone/>
              <a:defRPr sz="3150" b="1">
                <a:solidFill>
                  <a:srgbClr val="142E42"/>
                </a:solidFill>
                <a:latin typeface="Arial"/>
                <a:ea typeface="Arial"/>
                <a:cs typeface="Arial"/>
              </a:defRPr>
            </a:lvl4pPr>
            <a:lvl5pPr algn="l">
              <a:buNone/>
              <a:defRPr sz="3150" b="1">
                <a:solidFill>
                  <a:srgbClr val="142E42"/>
                </a:solidFill>
                <a:latin typeface="Arial"/>
                <a:ea typeface="Arial"/>
                <a:cs typeface="Arial"/>
              </a:defRPr>
            </a:lvl5pPr>
            <a:lvl6pPr algn="l">
              <a:buNone/>
              <a:defRPr sz="3150" b="1">
                <a:solidFill>
                  <a:srgbClr val="142E42"/>
                </a:solidFill>
                <a:latin typeface="Arial"/>
                <a:ea typeface="Arial"/>
                <a:cs typeface="Arial"/>
              </a:defRPr>
            </a:lvl6pPr>
            <a:lvl7pPr algn="l">
              <a:buNone/>
              <a:defRPr sz="3150" b="1">
                <a:solidFill>
                  <a:srgbClr val="142E42"/>
                </a:solidFill>
                <a:latin typeface="Arial"/>
                <a:ea typeface="Arial"/>
                <a:cs typeface="Arial"/>
              </a:defRPr>
            </a:lvl7pPr>
            <a:lvl8pPr algn="l">
              <a:buNone/>
              <a:defRPr sz="3150" b="1">
                <a:solidFill>
                  <a:srgbClr val="142E42"/>
                </a:solidFill>
                <a:latin typeface="Arial"/>
                <a:ea typeface="Arial"/>
                <a:cs typeface="Arial"/>
              </a:defRPr>
            </a:lvl8pPr>
            <a:lvl9pPr algn="l">
              <a:buNone/>
              <a:defRPr sz="3150" b="1">
                <a:solidFill>
                  <a:srgbClr val="142E42"/>
                </a:solidFill>
                <a:latin typeface="Arial"/>
                <a:ea typeface="Arial"/>
                <a:cs typeface="Arial"/>
              </a:defRPr>
            </a:lvl9pPr>
          </a:lstStyle>
          <a:p xmlns:a="http://schemas.openxmlformats.org/drawingml/2006/main">
            <a:pPr algn="l">
              <a:buNone/>
              <a:defRPr sz="3150" b="1">
                <a:solidFill>
                  <a:srgbClr val="142E42"/>
                </a:solidFill>
                <a:latin typeface="Arial"/>
                <a:ea typeface="Arial"/>
                <a:cs typeface="Arial"/>
              </a:defRPr>
            </a:pPr>
            <a:r>
              <a:rPr sz="3150" b="1">
                <a:solidFill>
                  <a:srgbClr val="142E42"/>
                </a:solidFill>
                <a:latin typeface="Arial"/>
                <a:ea typeface="Arial"/>
                <a:cs typeface="Arial"/>
              </a:rPr>
              <a:t>Recursive deletion preserves the BST rule</a:t>
            </a:r>
          </a:p>
        </p:txBody>
      </p:sp>
      <p:sp>
        <p:nvSpPr>
          <p:cNvPr id="2" name="text-1">
            <a:extLst xmlns:a="http://schemas.openxmlformats.org/drawingml/2006/main">
              <a:ext uri="{FF2B5EF4-FFF2-40B4-BE49-F238E27FC236}">
                <a16:creationId xmlns:a16="http://schemas.microsoft.com/office/drawing/2014/main" id="{6FB1757A-0237-4C76-B89D-CBA0EE607BC5}"/>
              </a:ext>
            </a:extLst>
          </p:cNvPr>
          <p:cNvSpPr>
            <a:spLocks xmlns:a="http://schemas.openxmlformats.org/drawingml/2006/main" noGrp="1"/>
          </p:cNvSpPr>
          <p:nvPr/>
        </p:nvSpPr>
        <p:spPr>
          <a:xfrm xmlns:a="http://schemas.openxmlformats.org/drawingml/2006/main">
            <a:off x="11163300" y="6381750"/>
            <a:ext cx="476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lgn="l">
              <a:defRPr sz="1275" b="0">
                <a:solidFill>
                  <a:srgbClr val="4B6070"/>
                </a:solidFill>
                <a:latin typeface="Arial"/>
                <a:ea typeface="Arial"/>
                <a:cs typeface="Arial"/>
              </a:defRPr>
            </a:defPPr>
            <a:lvl1pPr algn="l">
              <a:buNone/>
              <a:defRPr sz="1275" b="0">
                <a:solidFill>
                  <a:srgbClr val="4B6070"/>
                </a:solidFill>
                <a:latin typeface="Arial"/>
                <a:ea typeface="Arial"/>
                <a:cs typeface="Arial"/>
              </a:defRPr>
            </a:lvl1pPr>
            <a:lvl2pPr algn="l">
              <a:buNone/>
              <a:defRPr sz="1275" b="0">
                <a:solidFill>
                  <a:srgbClr val="4B6070"/>
                </a:solidFill>
                <a:latin typeface="Arial"/>
                <a:ea typeface="Arial"/>
                <a:cs typeface="Arial"/>
              </a:defRPr>
            </a:lvl2pPr>
            <a:lvl3pPr algn="l">
              <a:buNone/>
              <a:defRPr sz="1275" b="0">
                <a:solidFill>
                  <a:srgbClr val="4B6070"/>
                </a:solidFill>
                <a:latin typeface="Arial"/>
                <a:ea typeface="Arial"/>
                <a:cs typeface="Arial"/>
              </a:defRPr>
            </a:lvl3pPr>
            <a:lvl4pPr algn="l">
              <a:buNone/>
              <a:defRPr sz="1275" b="0">
                <a:solidFill>
                  <a:srgbClr val="4B6070"/>
                </a:solidFill>
                <a:latin typeface="Arial"/>
                <a:ea typeface="Arial"/>
                <a:cs typeface="Arial"/>
              </a:defRPr>
            </a:lvl4pPr>
            <a:lvl5pPr algn="l">
              <a:buNone/>
              <a:defRPr sz="1275" b="0">
                <a:solidFill>
                  <a:srgbClr val="4B6070"/>
                </a:solidFill>
                <a:latin typeface="Arial"/>
                <a:ea typeface="Arial"/>
                <a:cs typeface="Arial"/>
              </a:defRPr>
            </a:lvl5pPr>
            <a:lvl6pPr algn="l">
              <a:buNone/>
              <a:defRPr sz="1275" b="0">
                <a:solidFill>
                  <a:srgbClr val="4B6070"/>
                </a:solidFill>
                <a:latin typeface="Arial"/>
                <a:ea typeface="Arial"/>
                <a:cs typeface="Arial"/>
              </a:defRPr>
            </a:lvl6pPr>
            <a:lvl7pPr algn="l">
              <a:buNone/>
              <a:defRPr sz="1275" b="0">
                <a:solidFill>
                  <a:srgbClr val="4B6070"/>
                </a:solidFill>
                <a:latin typeface="Arial"/>
                <a:ea typeface="Arial"/>
                <a:cs typeface="Arial"/>
              </a:defRPr>
            </a:lvl7pPr>
            <a:lvl8pPr algn="l">
              <a:buNone/>
              <a:defRPr sz="1275" b="0">
                <a:solidFill>
                  <a:srgbClr val="4B6070"/>
                </a:solidFill>
                <a:latin typeface="Arial"/>
                <a:ea typeface="Arial"/>
                <a:cs typeface="Arial"/>
              </a:defRPr>
            </a:lvl8pPr>
            <a:lvl9pPr algn="l">
              <a:buNone/>
              <a:defRPr sz="1275" b="0">
                <a:solidFill>
                  <a:srgbClr val="4B6070"/>
                </a:solidFill>
                <a:latin typeface="Arial"/>
                <a:ea typeface="Arial"/>
                <a:cs typeface="Arial"/>
              </a:defRPr>
            </a:lvl9pPr>
          </a:lstStyle>
          <a:p xmlns:a="http://schemas.openxmlformats.org/drawingml/2006/main">
            <a:pPr algn="l">
              <a:buNone/>
              <a:defRPr sz="1275" b="0">
                <a:solidFill>
                  <a:srgbClr val="4B6070"/>
                </a:solidFill>
                <a:latin typeface="Arial"/>
                <a:ea typeface="Arial"/>
                <a:cs typeface="Arial"/>
              </a:defRPr>
            </a:pPr>
            <a:r>
              <a:rPr sz="1275" b="0">
                <a:solidFill>
                  <a:srgbClr val="4B6070"/>
                </a:solidFill>
                <a:latin typeface="Arial"/>
                <a:ea typeface="Arial"/>
                <a:cs typeface="Arial"/>
              </a:rPr>
              <a:t>29</a:t>
            </a:r>
          </a:p>
        </p:txBody>
      </p:sp>
      <p:sp>
        <p:nvSpPr>
          <p:cNvPr id="3" name="text-2">
            <a:extLst xmlns:a="http://schemas.openxmlformats.org/drawingml/2006/main">
              <a:ext uri="{FF2B5EF4-FFF2-40B4-BE49-F238E27FC236}">
                <a16:creationId xmlns:a16="http://schemas.microsoft.com/office/drawing/2014/main" id="{4BCC5CA5-09EC-4DB8-9F96-E90C41EBDEF4}"/>
              </a:ext>
            </a:extLst>
          </p:cNvPr>
          <p:cNvSpPr>
            <a:spLocks xmlns:a="http://schemas.openxmlformats.org/drawingml/2006/main" noGrp="1"/>
          </p:cNvSpPr>
          <p:nvPr/>
        </p:nvSpPr>
        <p:spPr>
          <a:xfrm xmlns:a="http://schemas.openxmlformats.org/drawingml/2006/main">
            <a:off x="609600" y="1562100"/>
            <a:ext cx="10953750" cy="419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lgn="l">
              <a:defRPr sz="1950" b="0">
                <a:solidFill>
                  <a:srgbClr val="142E42"/>
                </a:solidFill>
                <a:latin typeface="Consolas"/>
                <a:ea typeface="Consolas"/>
                <a:cs typeface="Consolas"/>
              </a:defRPr>
            </a:defPPr>
            <a:lvl1pPr algn="l">
              <a:buNone/>
              <a:defRPr sz="1950" b="0">
                <a:solidFill>
                  <a:srgbClr val="142E42"/>
                </a:solidFill>
                <a:latin typeface="Consolas"/>
                <a:ea typeface="Consolas"/>
                <a:cs typeface="Consolas"/>
              </a:defRPr>
            </a:lvl1pPr>
            <a:lvl2pPr algn="l">
              <a:buNone/>
              <a:defRPr sz="1950" b="0">
                <a:solidFill>
                  <a:srgbClr val="142E42"/>
                </a:solidFill>
                <a:latin typeface="Consolas"/>
                <a:ea typeface="Consolas"/>
                <a:cs typeface="Consolas"/>
              </a:defRPr>
            </a:lvl2pPr>
            <a:lvl3pPr algn="l">
              <a:buNone/>
              <a:defRPr sz="1950" b="0">
                <a:solidFill>
                  <a:srgbClr val="142E42"/>
                </a:solidFill>
                <a:latin typeface="Consolas"/>
                <a:ea typeface="Consolas"/>
                <a:cs typeface="Consolas"/>
              </a:defRPr>
            </a:lvl3pPr>
            <a:lvl4pPr algn="l">
              <a:buNone/>
              <a:defRPr sz="1950" b="0">
                <a:solidFill>
                  <a:srgbClr val="142E42"/>
                </a:solidFill>
                <a:latin typeface="Consolas"/>
                <a:ea typeface="Consolas"/>
                <a:cs typeface="Consolas"/>
              </a:defRPr>
            </a:lvl4pPr>
            <a:lvl5pPr algn="l">
              <a:buNone/>
              <a:defRPr sz="1950" b="0">
                <a:solidFill>
                  <a:srgbClr val="142E42"/>
                </a:solidFill>
                <a:latin typeface="Consolas"/>
                <a:ea typeface="Consolas"/>
                <a:cs typeface="Consolas"/>
              </a:defRPr>
            </a:lvl5pPr>
            <a:lvl6pPr algn="l">
              <a:buNone/>
              <a:defRPr sz="1950" b="0">
                <a:solidFill>
                  <a:srgbClr val="142E42"/>
                </a:solidFill>
                <a:latin typeface="Consolas"/>
                <a:ea typeface="Consolas"/>
                <a:cs typeface="Consolas"/>
              </a:defRPr>
            </a:lvl6pPr>
            <a:lvl7pPr algn="l">
              <a:buNone/>
              <a:defRPr sz="1950" b="0">
                <a:solidFill>
                  <a:srgbClr val="142E42"/>
                </a:solidFill>
                <a:latin typeface="Consolas"/>
                <a:ea typeface="Consolas"/>
                <a:cs typeface="Consolas"/>
              </a:defRPr>
            </a:lvl7pPr>
            <a:lvl8pPr algn="l">
              <a:buNone/>
              <a:defRPr sz="1950" b="0">
                <a:solidFill>
                  <a:srgbClr val="142E42"/>
                </a:solidFill>
                <a:latin typeface="Consolas"/>
                <a:ea typeface="Consolas"/>
                <a:cs typeface="Consolas"/>
              </a:defRPr>
            </a:lvl8pPr>
            <a:lvl9pPr algn="l">
              <a:buNone/>
              <a:defRPr sz="1950" b="0">
                <a:solidFill>
                  <a:srgbClr val="142E42"/>
                </a:solidFill>
                <a:latin typeface="Consolas"/>
                <a:ea typeface="Consolas"/>
                <a:cs typeface="Consolas"/>
              </a:defRPr>
            </a:lvl9pPr>
          </a:lstStyle>
          <a:p xmlns:a="http://schemas.openxmlformats.org/drawingml/2006/main">
            <a:pPr algn="l">
              <a:buNone/>
              <a:defRPr sz="1950" b="0">
                <a:solidFill>
                  <a:srgbClr val="142E42"/>
                </a:solidFill>
                <a:latin typeface="Consolas"/>
                <a:ea typeface="Consolas"/>
                <a:cs typeface="Consolas"/>
              </a:defRPr>
            </a:pPr>
            <a:r>
              <a:rPr sz="1950" b="0">
                <a:solidFill>
                  <a:srgbClr val="142E42"/>
                </a:solidFill>
                <a:latin typeface="Consolas"/>
                <a:ea typeface="Consolas"/>
                <a:cs typeface="Consolas"/>
              </a:rPr>
              <a:t>private Node&lt;E&gt; delete(Node&lt;E&gt; x, E key) {</a:t>
            </a:r>
          </a:p>
          <a:p xmlns:a="http://schemas.openxmlformats.org/drawingml/2006/main">
            <a:pPr algn="l">
              <a:buNone/>
              <a:defRPr sz="1950" b="0">
                <a:solidFill>
                  <a:srgbClr val="142E42"/>
                </a:solidFill>
                <a:latin typeface="Consolas"/>
                <a:ea typeface="Consolas"/>
                <a:cs typeface="Consolas"/>
              </a:defRPr>
            </a:pPr>
            <a:r>
              <a:rPr sz="1950" b="0">
                <a:solidFill>
                  <a:srgbClr val="142E42"/>
                </a:solidFill>
                <a:latin typeface="Consolas"/>
                <a:ea typeface="Consolas"/>
                <a:cs typeface="Consolas"/>
              </a:rPr>
              <a:t>    if (x == null) return null;</a:t>
            </a:r>
          </a:p>
          <a:p xmlns:a="http://schemas.openxmlformats.org/drawingml/2006/main">
            <a:pPr algn="l">
              <a:buNone/>
              <a:defRPr sz="1950" b="0">
                <a:solidFill>
                  <a:srgbClr val="142E42"/>
                </a:solidFill>
                <a:latin typeface="Consolas"/>
                <a:ea typeface="Consolas"/>
                <a:cs typeface="Consolas"/>
              </a:defRPr>
            </a:pPr>
            <a:r>
              <a:rPr sz="1950" b="0">
                <a:solidFill>
                  <a:srgbClr val="142E42"/>
                </a:solidFill>
                <a:latin typeface="Consolas"/>
                <a:ea typeface="Consolas"/>
                <a:cs typeface="Consolas"/>
              </a:rPr>
              <a:t>    int </a:t>
            </a:r>
            <a:r>
              <a:rPr sz="1950" b="0">
                <a:solidFill>
                  <a:srgbClr val="142E42"/>
                </a:solidFill>
                <a:latin typeface="Consolas"/>
                <a:ea typeface="Consolas"/>
                <a:cs typeface="Consolas"/>
              </a:rPr>
              <a:t>cmp</a:t>
            </a:r>
            <a:r>
              <a:rPr sz="1950" b="0">
                <a:solidFill>
                  <a:srgbClr val="142E42"/>
                </a:solidFill>
                <a:latin typeface="Consolas"/>
                <a:ea typeface="Consolas"/>
                <a:cs typeface="Consolas"/>
              </a:rPr>
              <a:t> = </a:t>
            </a:r>
            <a:r>
              <a:rPr sz="1950" b="0">
                <a:solidFill>
                  <a:srgbClr val="142E42"/>
                </a:solidFill>
                <a:latin typeface="Consolas"/>
                <a:ea typeface="Consolas"/>
                <a:cs typeface="Consolas"/>
              </a:rPr>
              <a:t>key.compareTo</a:t>
            </a:r>
            <a:r>
              <a:rPr sz="1950" b="0">
                <a:solidFill>
                  <a:srgbClr val="142E42"/>
                </a:solidFill>
                <a:latin typeface="Consolas"/>
                <a:ea typeface="Consolas"/>
                <a:cs typeface="Consolas"/>
              </a:rPr>
              <a:t>(</a:t>
            </a:r>
            <a:r>
              <a:rPr sz="1950" b="0">
                <a:solidFill>
                  <a:srgbClr val="142E42"/>
                </a:solidFill>
                <a:latin typeface="Consolas"/>
                <a:ea typeface="Consolas"/>
                <a:cs typeface="Consolas"/>
              </a:rPr>
              <a:t>x.key</a:t>
            </a:r>
            <a:r>
              <a:rPr sz="1950" b="0">
                <a:solidFill>
                  <a:srgbClr val="142E42"/>
                </a:solidFill>
                <a:latin typeface="Consolas"/>
                <a:ea typeface="Consolas"/>
                <a:cs typeface="Consolas"/>
              </a:rPr>
              <a:t>);</a:t>
            </a:r>
          </a:p>
          <a:p xmlns:a="http://schemas.openxmlformats.org/drawingml/2006/main">
            <a:pPr algn="l">
              <a:buNone/>
              <a:defRPr sz="1950" b="0">
                <a:solidFill>
                  <a:srgbClr val="142E42"/>
                </a:solidFill>
                <a:latin typeface="Consolas"/>
                <a:ea typeface="Consolas"/>
                <a:cs typeface="Consolas"/>
              </a:defRPr>
            </a:pPr>
            <a:r>
              <a:rPr sz="1950" b="0">
                <a:solidFill>
                  <a:srgbClr val="142E42"/>
                </a:solidFill>
                <a:latin typeface="Consolas"/>
                <a:ea typeface="Consolas"/>
                <a:cs typeface="Consolas"/>
              </a:rPr>
              <a:t>    if (</a:t>
            </a:r>
            <a:r>
              <a:rPr sz="1950" b="0">
                <a:solidFill>
                  <a:srgbClr val="142E42"/>
                </a:solidFill>
                <a:latin typeface="Consolas"/>
                <a:ea typeface="Consolas"/>
                <a:cs typeface="Consolas"/>
              </a:rPr>
              <a:t>cmp</a:t>
            </a:r>
            <a:r>
              <a:rPr sz="1950" b="0">
                <a:solidFill>
                  <a:srgbClr val="142E42"/>
                </a:solidFill>
                <a:latin typeface="Consolas"/>
                <a:ea typeface="Consolas"/>
                <a:cs typeface="Consolas"/>
              </a:rPr>
              <a:t> &lt; 0) </a:t>
            </a:r>
            <a:r>
              <a:rPr sz="1950" b="0">
                <a:solidFill>
                  <a:srgbClr val="142E42"/>
                </a:solidFill>
                <a:latin typeface="Consolas"/>
                <a:ea typeface="Consolas"/>
                <a:cs typeface="Consolas"/>
              </a:rPr>
              <a:t>x.left</a:t>
            </a:r>
            <a:r>
              <a:rPr sz="1950" b="0">
                <a:solidFill>
                  <a:srgbClr val="142E42"/>
                </a:solidFill>
                <a:latin typeface="Consolas"/>
                <a:ea typeface="Consolas"/>
                <a:cs typeface="Consolas"/>
              </a:rPr>
              <a:t> = delete(</a:t>
            </a:r>
            <a:r>
              <a:rPr sz="1950" b="0">
                <a:solidFill>
                  <a:srgbClr val="142E42"/>
                </a:solidFill>
                <a:latin typeface="Consolas"/>
                <a:ea typeface="Consolas"/>
                <a:cs typeface="Consolas"/>
              </a:rPr>
              <a:t>x.left</a:t>
            </a:r>
            <a:r>
              <a:rPr sz="1950" b="0">
                <a:solidFill>
                  <a:srgbClr val="142E42"/>
                </a:solidFill>
                <a:latin typeface="Consolas"/>
                <a:ea typeface="Consolas"/>
                <a:cs typeface="Consolas"/>
              </a:rPr>
              <a:t>, key);</a:t>
            </a:r>
          </a:p>
          <a:p xmlns:a="http://schemas.openxmlformats.org/drawingml/2006/main">
            <a:pPr algn="l">
              <a:buNone/>
              <a:defRPr sz="1950" b="0">
                <a:solidFill>
                  <a:srgbClr val="142E42"/>
                </a:solidFill>
                <a:latin typeface="Consolas"/>
                <a:ea typeface="Consolas"/>
                <a:cs typeface="Consolas"/>
              </a:defRPr>
            </a:pPr>
            <a:r>
              <a:rPr sz="1950" b="0">
                <a:solidFill>
                  <a:srgbClr val="142E42"/>
                </a:solidFill>
                <a:latin typeface="Consolas"/>
                <a:ea typeface="Consolas"/>
                <a:cs typeface="Consolas"/>
              </a:rPr>
              <a:t>    else if (</a:t>
            </a:r>
            <a:r>
              <a:rPr sz="1950" b="0">
                <a:solidFill>
                  <a:srgbClr val="142E42"/>
                </a:solidFill>
                <a:latin typeface="Consolas"/>
                <a:ea typeface="Consolas"/>
                <a:cs typeface="Consolas"/>
              </a:rPr>
              <a:t>cmp</a:t>
            </a:r>
            <a:r>
              <a:rPr sz="1950" b="0">
                <a:solidFill>
                  <a:srgbClr val="142E42"/>
                </a:solidFill>
                <a:latin typeface="Consolas"/>
                <a:ea typeface="Consolas"/>
                <a:cs typeface="Consolas"/>
              </a:rPr>
              <a:t> &gt; 0) </a:t>
            </a:r>
            <a:r>
              <a:rPr sz="1950" b="0">
                <a:solidFill>
                  <a:srgbClr val="142E42"/>
                </a:solidFill>
                <a:latin typeface="Consolas"/>
                <a:ea typeface="Consolas"/>
                <a:cs typeface="Consolas"/>
              </a:rPr>
              <a:t>x.right</a:t>
            </a:r>
            <a:r>
              <a:rPr sz="1950" b="0">
                <a:solidFill>
                  <a:srgbClr val="142E42"/>
                </a:solidFill>
                <a:latin typeface="Consolas"/>
                <a:ea typeface="Consolas"/>
                <a:cs typeface="Consolas"/>
              </a:rPr>
              <a:t> = delete(</a:t>
            </a:r>
            <a:r>
              <a:rPr sz="1950" b="0">
                <a:solidFill>
                  <a:srgbClr val="142E42"/>
                </a:solidFill>
                <a:latin typeface="Consolas"/>
                <a:ea typeface="Consolas"/>
                <a:cs typeface="Consolas"/>
              </a:rPr>
              <a:t>x.right</a:t>
            </a:r>
            <a:r>
              <a:rPr sz="1950" b="0">
                <a:solidFill>
                  <a:srgbClr val="142E42"/>
                </a:solidFill>
                <a:latin typeface="Consolas"/>
                <a:ea typeface="Consolas"/>
                <a:cs typeface="Consolas"/>
              </a:rPr>
              <a:t>, key);</a:t>
            </a:r>
          </a:p>
          <a:p xmlns:a="http://schemas.openxmlformats.org/drawingml/2006/main">
            <a:pPr algn="l">
              <a:buNone/>
              <a:defRPr sz="1950" b="0">
                <a:solidFill>
                  <a:srgbClr val="142E42"/>
                </a:solidFill>
                <a:latin typeface="Consolas"/>
                <a:ea typeface="Consolas"/>
                <a:cs typeface="Consolas"/>
              </a:defRPr>
            </a:pPr>
            <a:r>
              <a:rPr sz="1950" b="0">
                <a:solidFill>
                  <a:srgbClr val="142E42"/>
                </a:solidFill>
                <a:latin typeface="Consolas"/>
                <a:ea typeface="Consolas"/>
                <a:cs typeface="Consolas"/>
              </a:rPr>
              <a:t>    else {</a:t>
            </a:r>
          </a:p>
          <a:p xmlns:a="http://schemas.openxmlformats.org/drawingml/2006/main">
            <a:pPr algn="l">
              <a:buNone/>
              <a:defRPr sz="1950" b="0">
                <a:solidFill>
                  <a:srgbClr val="142E42"/>
                </a:solidFill>
                <a:latin typeface="Consolas"/>
                <a:ea typeface="Consolas"/>
                <a:cs typeface="Consolas"/>
              </a:defRPr>
            </a:pPr>
            <a:r>
              <a:rPr sz="1950" b="0">
                <a:solidFill>
                  <a:srgbClr val="142E42"/>
                </a:solidFill>
                <a:latin typeface="Consolas"/>
                <a:ea typeface="Consolas"/>
                <a:cs typeface="Consolas"/>
              </a:rPr>
              <a:t>        if (</a:t>
            </a:r>
            <a:r>
              <a:rPr sz="1950" b="0">
                <a:solidFill>
                  <a:srgbClr val="142E42"/>
                </a:solidFill>
                <a:latin typeface="Consolas"/>
                <a:ea typeface="Consolas"/>
                <a:cs typeface="Consolas"/>
              </a:rPr>
              <a:t>x.left</a:t>
            </a:r>
            <a:r>
              <a:rPr sz="1950" b="0">
                <a:solidFill>
                  <a:srgbClr val="142E42"/>
                </a:solidFill>
                <a:latin typeface="Consolas"/>
                <a:ea typeface="Consolas"/>
                <a:cs typeface="Consolas"/>
              </a:rPr>
              <a:t> == null) return </a:t>
            </a:r>
            <a:r>
              <a:rPr sz="1950" b="0">
                <a:solidFill>
                  <a:srgbClr val="142E42"/>
                </a:solidFill>
                <a:latin typeface="Consolas"/>
                <a:ea typeface="Consolas"/>
                <a:cs typeface="Consolas"/>
              </a:rPr>
              <a:t>x.right</a:t>
            </a:r>
            <a:r>
              <a:rPr sz="1950" b="0">
                <a:solidFill>
                  <a:srgbClr val="142E42"/>
                </a:solidFill>
                <a:latin typeface="Consolas"/>
                <a:ea typeface="Consolas"/>
                <a:cs typeface="Consolas"/>
              </a:rPr>
              <a:t>;</a:t>
            </a:r>
          </a:p>
          <a:p xmlns:a="http://schemas.openxmlformats.org/drawingml/2006/main">
            <a:pPr algn="l">
              <a:buNone/>
              <a:defRPr sz="1950" b="0">
                <a:solidFill>
                  <a:srgbClr val="142E42"/>
                </a:solidFill>
                <a:latin typeface="Consolas"/>
                <a:ea typeface="Consolas"/>
                <a:cs typeface="Consolas"/>
              </a:defRPr>
            </a:pPr>
            <a:r>
              <a:rPr sz="1950" b="0">
                <a:solidFill>
                  <a:srgbClr val="142E42"/>
                </a:solidFill>
                <a:latin typeface="Consolas"/>
                <a:ea typeface="Consolas"/>
                <a:cs typeface="Consolas"/>
              </a:rPr>
              <a:t>        if (</a:t>
            </a:r>
            <a:r>
              <a:rPr sz="1950" b="0">
                <a:solidFill>
                  <a:srgbClr val="142E42"/>
                </a:solidFill>
                <a:latin typeface="Consolas"/>
                <a:ea typeface="Consolas"/>
                <a:cs typeface="Consolas"/>
              </a:rPr>
              <a:t>x.right</a:t>
            </a:r>
            <a:r>
              <a:rPr sz="1950" b="0">
                <a:solidFill>
                  <a:srgbClr val="142E42"/>
                </a:solidFill>
                <a:latin typeface="Consolas"/>
                <a:ea typeface="Consolas"/>
                <a:cs typeface="Consolas"/>
              </a:rPr>
              <a:t> == null) return </a:t>
            </a:r>
            <a:r>
              <a:rPr sz="1950" b="0">
                <a:solidFill>
                  <a:srgbClr val="142E42"/>
                </a:solidFill>
                <a:latin typeface="Consolas"/>
                <a:ea typeface="Consolas"/>
                <a:cs typeface="Consolas"/>
              </a:rPr>
              <a:t>x.left</a:t>
            </a:r>
            <a:r>
              <a:rPr sz="1950" b="0">
                <a:solidFill>
                  <a:srgbClr val="142E42"/>
                </a:solidFill>
                <a:latin typeface="Consolas"/>
                <a:ea typeface="Consolas"/>
                <a:cs typeface="Consolas"/>
              </a:rPr>
              <a:t>;</a:t>
            </a:r>
          </a:p>
          <a:p xmlns:a="http://schemas.openxmlformats.org/drawingml/2006/main">
            <a:pPr algn="l">
              <a:buNone/>
              <a:defRPr sz="1950" b="0">
                <a:solidFill>
                  <a:srgbClr val="142E42"/>
                </a:solidFill>
                <a:latin typeface="Consolas"/>
                <a:ea typeface="Consolas"/>
                <a:cs typeface="Consolas"/>
              </a:defRPr>
            </a:pPr>
            <a:r>
              <a:rPr sz="1950" b="0">
                <a:solidFill>
                  <a:srgbClr val="142E42"/>
                </a:solidFill>
                <a:latin typeface="Consolas"/>
                <a:ea typeface="Consolas"/>
                <a:cs typeface="Consolas"/>
              </a:rPr>
              <a:t>        </a:t>
            </a:r>
            <a:r>
              <a:rPr sz="1950" b="0">
                <a:solidFill>
                  <a:srgbClr val="142E42"/>
                </a:solidFill>
                <a:latin typeface="Consolas"/>
                <a:ea typeface="Consolas"/>
                <a:cs typeface="Consolas"/>
              </a:rPr>
              <a:t>x.key</a:t>
            </a:r>
            <a:r>
              <a:rPr sz="1950" b="0">
                <a:solidFill>
                  <a:srgbClr val="142E42"/>
                </a:solidFill>
                <a:latin typeface="Consolas"/>
                <a:ea typeface="Consolas"/>
                <a:cs typeface="Consolas"/>
              </a:rPr>
              <a:t> = min(</a:t>
            </a:r>
            <a:r>
              <a:rPr sz="1950" b="0">
                <a:solidFill>
                  <a:srgbClr val="142E42"/>
                </a:solidFill>
                <a:latin typeface="Consolas"/>
                <a:ea typeface="Consolas"/>
                <a:cs typeface="Consolas"/>
              </a:rPr>
              <a:t>x.right</a:t>
            </a:r>
            <a:r>
              <a:rPr sz="1950" b="0">
                <a:solidFill>
                  <a:srgbClr val="142E42"/>
                </a:solidFill>
                <a:latin typeface="Consolas"/>
                <a:ea typeface="Consolas"/>
                <a:cs typeface="Consolas"/>
              </a:rPr>
              <a:t>).key;</a:t>
            </a:r>
          </a:p>
          <a:p xmlns:a="http://schemas.openxmlformats.org/drawingml/2006/main">
            <a:pPr algn="l">
              <a:buNone/>
              <a:defRPr sz="1950" b="0">
                <a:solidFill>
                  <a:srgbClr val="142E42"/>
                </a:solidFill>
                <a:latin typeface="Consolas"/>
                <a:ea typeface="Consolas"/>
                <a:cs typeface="Consolas"/>
              </a:defRPr>
            </a:pPr>
            <a:r>
              <a:rPr sz="1950" b="0">
                <a:solidFill>
                  <a:srgbClr val="142E42"/>
                </a:solidFill>
                <a:latin typeface="Consolas"/>
                <a:ea typeface="Consolas"/>
                <a:cs typeface="Consolas"/>
              </a:rPr>
              <a:t>        </a:t>
            </a:r>
            <a:r>
              <a:rPr sz="1950" b="0">
                <a:solidFill>
                  <a:srgbClr val="142E42"/>
                </a:solidFill>
                <a:latin typeface="Consolas"/>
                <a:ea typeface="Consolas"/>
                <a:cs typeface="Consolas"/>
              </a:rPr>
              <a:t>x.right</a:t>
            </a:r>
            <a:r>
              <a:rPr sz="1950" b="0">
                <a:solidFill>
                  <a:srgbClr val="142E42"/>
                </a:solidFill>
                <a:latin typeface="Consolas"/>
                <a:ea typeface="Consolas"/>
                <a:cs typeface="Consolas"/>
              </a:rPr>
              <a:t> = </a:t>
            </a:r>
            <a:r>
              <a:rPr sz="1950" b="0">
                <a:solidFill>
                  <a:srgbClr val="142E42"/>
                </a:solidFill>
                <a:latin typeface="Consolas"/>
                <a:ea typeface="Consolas"/>
                <a:cs typeface="Consolas"/>
              </a:rPr>
              <a:t>deleteMin</a:t>
            </a:r>
            <a:r>
              <a:rPr sz="1950" b="0">
                <a:solidFill>
                  <a:srgbClr val="142E42"/>
                </a:solidFill>
                <a:latin typeface="Consolas"/>
                <a:ea typeface="Consolas"/>
                <a:cs typeface="Consolas"/>
              </a:rPr>
              <a:t>(</a:t>
            </a:r>
            <a:r>
              <a:rPr sz="1950" b="0">
                <a:solidFill>
                  <a:srgbClr val="142E42"/>
                </a:solidFill>
                <a:latin typeface="Consolas"/>
                <a:ea typeface="Consolas"/>
                <a:cs typeface="Consolas"/>
              </a:rPr>
              <a:t>x.right</a:t>
            </a:r>
            <a:r>
              <a:rPr sz="1950" b="0">
                <a:solidFill>
                  <a:srgbClr val="142E42"/>
                </a:solidFill>
                <a:latin typeface="Consolas"/>
                <a:ea typeface="Consolas"/>
                <a:cs typeface="Consolas"/>
              </a:rPr>
              <a:t>);</a:t>
            </a:r>
          </a:p>
          <a:p xmlns:a="http://schemas.openxmlformats.org/drawingml/2006/main">
            <a:pPr algn="l">
              <a:buNone/>
              <a:defRPr sz="1950" b="0">
                <a:solidFill>
                  <a:srgbClr val="142E42"/>
                </a:solidFill>
                <a:latin typeface="Consolas"/>
                <a:ea typeface="Consolas"/>
                <a:cs typeface="Consolas"/>
              </a:defRPr>
            </a:pPr>
            <a:r>
              <a:rPr sz="1950" b="0">
                <a:solidFill>
                  <a:srgbClr val="142E42"/>
                </a:solidFill>
                <a:latin typeface="Consolas"/>
                <a:ea typeface="Consolas"/>
                <a:cs typeface="Consolas"/>
              </a:rPr>
              <a:t>    }</a:t>
            </a:r>
          </a:p>
          <a:p xmlns:a="http://schemas.openxmlformats.org/drawingml/2006/main">
            <a:pPr algn="l">
              <a:buNone/>
              <a:defRPr sz="1950" b="0">
                <a:solidFill>
                  <a:srgbClr val="142E42"/>
                </a:solidFill>
                <a:latin typeface="Consolas"/>
                <a:ea typeface="Consolas"/>
                <a:cs typeface="Consolas"/>
              </a:defRPr>
            </a:pPr>
            <a:r>
              <a:rPr sz="1950" b="0">
                <a:solidFill>
                  <a:srgbClr val="142E42"/>
                </a:solidFill>
                <a:latin typeface="Consolas"/>
                <a:ea typeface="Consolas"/>
                <a:cs typeface="Consolas"/>
              </a:rPr>
              <a:t>    return x;</a:t>
            </a:r>
          </a:p>
          <a:p xmlns:a="http://schemas.openxmlformats.org/drawingml/2006/main">
            <a:pPr algn="l">
              <a:buNone/>
              <a:defRPr sz="1950" b="0">
                <a:solidFill>
                  <a:srgbClr val="142E42"/>
                </a:solidFill>
                <a:latin typeface="Consolas"/>
                <a:ea typeface="Consolas"/>
                <a:cs typeface="Consolas"/>
              </a:defRPr>
            </a:pPr>
            <a:r>
              <a:rPr sz="1950" b="0">
                <a:solidFill>
                  <a:srgbClr val="142E42"/>
                </a:solidFill>
                <a:latin typeface="Consolas"/>
                <a:ea typeface="Consolas"/>
                <a:cs typeface="Consolas"/>
              </a:rPr>
              <a:t>}</a:t>
            </a:r>
          </a:p>
        </p:txBody>
      </p:sp>
      <p:sp>
        <p:nvSpPr>
          <p:cNvPr id="4" name="text-3">
            <a:extLst xmlns:a="http://schemas.openxmlformats.org/drawingml/2006/main">
              <a:ext uri="{FF2B5EF4-FFF2-40B4-BE49-F238E27FC236}">
                <a16:creationId xmlns:a16="http://schemas.microsoft.com/office/drawing/2014/main" id="{67E955C7-F447-4282-8DEF-89966715CCC2}"/>
              </a:ext>
            </a:extLst>
          </p:cNvPr>
          <p:cNvSpPr>
            <a:spLocks xmlns:a="http://schemas.openxmlformats.org/drawingml/2006/main" noGrp="1"/>
          </p:cNvSpPr>
          <p:nvPr/>
        </p:nvSpPr>
        <p:spPr>
          <a:xfrm xmlns:a="http://schemas.openxmlformats.org/drawingml/2006/main">
            <a:off x="609600" y="5800725"/>
            <a:ext cx="104775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lgn="l">
              <a:defRPr sz="1800" b="1">
                <a:solidFill>
                  <a:srgbClr val="007C83"/>
                </a:solidFill>
                <a:latin typeface="Arial"/>
                <a:ea typeface="Arial"/>
                <a:cs typeface="Arial"/>
              </a:defRPr>
            </a:defPPr>
            <a:lvl1pPr algn="l">
              <a:buNone/>
              <a:defRPr sz="1800" b="1">
                <a:solidFill>
                  <a:srgbClr val="007C83"/>
                </a:solidFill>
                <a:latin typeface="Arial"/>
                <a:ea typeface="Arial"/>
                <a:cs typeface="Arial"/>
              </a:defRPr>
            </a:lvl1pPr>
            <a:lvl2pPr algn="l">
              <a:buNone/>
              <a:defRPr sz="1800" b="1">
                <a:solidFill>
                  <a:srgbClr val="007C83"/>
                </a:solidFill>
                <a:latin typeface="Arial"/>
                <a:ea typeface="Arial"/>
                <a:cs typeface="Arial"/>
              </a:defRPr>
            </a:lvl2pPr>
            <a:lvl3pPr algn="l">
              <a:buNone/>
              <a:defRPr sz="1800" b="1">
                <a:solidFill>
                  <a:srgbClr val="007C83"/>
                </a:solidFill>
                <a:latin typeface="Arial"/>
                <a:ea typeface="Arial"/>
                <a:cs typeface="Arial"/>
              </a:defRPr>
            </a:lvl3pPr>
            <a:lvl4pPr algn="l">
              <a:buNone/>
              <a:defRPr sz="1800" b="1">
                <a:solidFill>
                  <a:srgbClr val="007C83"/>
                </a:solidFill>
                <a:latin typeface="Arial"/>
                <a:ea typeface="Arial"/>
                <a:cs typeface="Arial"/>
              </a:defRPr>
            </a:lvl4pPr>
            <a:lvl5pPr algn="l">
              <a:buNone/>
              <a:defRPr sz="1800" b="1">
                <a:solidFill>
                  <a:srgbClr val="007C83"/>
                </a:solidFill>
                <a:latin typeface="Arial"/>
                <a:ea typeface="Arial"/>
                <a:cs typeface="Arial"/>
              </a:defRPr>
            </a:lvl5pPr>
            <a:lvl6pPr algn="l">
              <a:buNone/>
              <a:defRPr sz="1800" b="1">
                <a:solidFill>
                  <a:srgbClr val="007C83"/>
                </a:solidFill>
                <a:latin typeface="Arial"/>
                <a:ea typeface="Arial"/>
                <a:cs typeface="Arial"/>
              </a:defRPr>
            </a:lvl6pPr>
            <a:lvl7pPr algn="l">
              <a:buNone/>
              <a:defRPr sz="1800" b="1">
                <a:solidFill>
                  <a:srgbClr val="007C83"/>
                </a:solidFill>
                <a:latin typeface="Arial"/>
                <a:ea typeface="Arial"/>
                <a:cs typeface="Arial"/>
              </a:defRPr>
            </a:lvl7pPr>
            <a:lvl8pPr algn="l">
              <a:buNone/>
              <a:defRPr sz="1800" b="1">
                <a:solidFill>
                  <a:srgbClr val="007C83"/>
                </a:solidFill>
                <a:latin typeface="Arial"/>
                <a:ea typeface="Arial"/>
                <a:cs typeface="Arial"/>
              </a:defRPr>
            </a:lvl8pPr>
            <a:lvl9pPr algn="l">
              <a:buNone/>
              <a:defRPr sz="1800" b="1">
                <a:solidFill>
                  <a:srgbClr val="007C83"/>
                </a:solidFill>
                <a:latin typeface="Arial"/>
                <a:ea typeface="Arial"/>
                <a:cs typeface="Arial"/>
              </a:defRPr>
            </a:lvl9pPr>
          </a:lstStyle>
          <a:p xmlns:a="http://schemas.openxmlformats.org/drawingml/2006/main">
            <a:pPr algn="l">
              <a:buNone/>
              <a:defRPr sz="1800" b="1">
                <a:solidFill>
                  <a:srgbClr val="007C83"/>
                </a:solidFill>
                <a:latin typeface="Arial"/>
                <a:ea typeface="Arial"/>
                <a:cs typeface="Arial"/>
              </a:defRPr>
            </a:pPr>
            <a:r>
              <a:rPr sz="1800" b="1">
                <a:solidFill>
                  <a:srgbClr val="007C83"/>
                </a:solidFill>
                <a:latin typeface="Arial"/>
                <a:ea typeface="Arial"/>
                <a:cs typeface="Arial"/>
              </a:rPr>
              <a:t>Each call reconnects the returned subtree root to its parent.</a:t>
            </a:r>
          </a:p>
        </p:txBody>
      </p:sp>
      <p:sp>
        <p:nvSpPr>
          <p:cNvPr id="6" name="local-java-BST">
            <a:extLst xmlns:a="http://schemas.openxmlformats.org/drawingml/2006/main">
              <a:ext uri="{FF2B5EF4-FFF2-40B4-BE49-F238E27FC236}">
                <a16:creationId xmlns:a16="http://schemas.microsoft.com/office/drawing/2014/main" id="{53D5295C-8BB0-45DF-9958-81AFCE87E695}"/>
              </a:ext>
            </a:extLst>
          </p:cNvPr>
          <p:cNvSpPr>
            <a:spLocks xmlns:a="http://schemas.openxmlformats.org/drawingml/2006/main" noGrp="1"/>
          </p:cNvSpPr>
          <p:nvPr/>
        </p:nvSpPr>
        <p:spPr>
          <a:xfrm xmlns:a="http://schemas.openxmlformats.org/drawingml/2006/main">
            <a:off x="609600" y="6134100"/>
            <a:ext cx="357187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350" b="0">
                <a:solidFill>
                  <a:srgbClr val="007D89"/>
                </a:solidFill>
                <a:latin typeface="Arial"/>
                <a:ea typeface="Arial"/>
                <a:cs typeface="Arial"/>
              </a:defRPr>
            </a:defPPr>
            <a:lvl1pPr>
              <a:defRPr sz="1350" b="0">
                <a:solidFill>
                  <a:srgbClr val="007D89"/>
                </a:solidFill>
                <a:latin typeface="Arial"/>
                <a:ea typeface="Arial"/>
                <a:cs typeface="Arial"/>
              </a:defRPr>
            </a:lvl1pPr>
            <a:lvl2pPr>
              <a:defRPr sz="1350" b="0">
                <a:solidFill>
                  <a:srgbClr val="007D89"/>
                </a:solidFill>
                <a:latin typeface="Arial"/>
                <a:ea typeface="Arial"/>
                <a:cs typeface="Arial"/>
              </a:defRPr>
            </a:lvl2pPr>
            <a:lvl3pPr>
              <a:defRPr sz="1350" b="0">
                <a:solidFill>
                  <a:srgbClr val="007D89"/>
                </a:solidFill>
                <a:latin typeface="Arial"/>
                <a:ea typeface="Arial"/>
                <a:cs typeface="Arial"/>
              </a:defRPr>
            </a:lvl3pPr>
            <a:lvl4pPr>
              <a:defRPr sz="1350" b="0">
                <a:solidFill>
                  <a:srgbClr val="007D89"/>
                </a:solidFill>
                <a:latin typeface="Arial"/>
                <a:ea typeface="Arial"/>
                <a:cs typeface="Arial"/>
              </a:defRPr>
            </a:lvl4pPr>
            <a:lvl5pPr>
              <a:defRPr sz="1350" b="0">
                <a:solidFill>
                  <a:srgbClr val="007D89"/>
                </a:solidFill>
                <a:latin typeface="Arial"/>
                <a:ea typeface="Arial"/>
                <a:cs typeface="Arial"/>
              </a:defRPr>
            </a:lvl5pPr>
            <a:lvl6pPr>
              <a:defRPr sz="1350" b="0">
                <a:solidFill>
                  <a:srgbClr val="007D89"/>
                </a:solidFill>
                <a:latin typeface="Arial"/>
                <a:ea typeface="Arial"/>
                <a:cs typeface="Arial"/>
              </a:defRPr>
            </a:lvl6pPr>
            <a:lvl7pPr>
              <a:defRPr sz="1350" b="0">
                <a:solidFill>
                  <a:srgbClr val="007D89"/>
                </a:solidFill>
                <a:latin typeface="Arial"/>
                <a:ea typeface="Arial"/>
                <a:cs typeface="Arial"/>
              </a:defRPr>
            </a:lvl7pPr>
            <a:lvl8pPr>
              <a:defRPr sz="1350" b="0">
                <a:solidFill>
                  <a:srgbClr val="007D89"/>
                </a:solidFill>
                <a:latin typeface="Arial"/>
                <a:ea typeface="Arial"/>
                <a:cs typeface="Arial"/>
              </a:defRPr>
            </a:lvl8pPr>
            <a:lvl9pPr>
              <a:defRPr sz="1350" b="0">
                <a:solidFill>
                  <a:srgbClr val="007D89"/>
                </a:solidFill>
                <a:latin typeface="Arial"/>
                <a:ea typeface="Arial"/>
                <a:cs typeface="Arial"/>
              </a:defRPr>
            </a:lvl9pPr>
          </a:lstStyle>
          <a:p xmlns:a="http://schemas.openxmlformats.org/drawingml/2006/main">
            <a:pPr>
              <a:defRPr sz="1350" b="0">
                <a:solidFill>
                  <a:srgbClr val="007D89"/>
                </a:solidFill>
                <a:latin typeface="Arial"/>
                <a:ea typeface="Arial"/>
                <a:cs typeface="Arial"/>
              </a:defRPr>
            </a:pPr>
            <a:r>
              <a:rPr sz="1350" u="sng">
                <a:solidFill>
                  <a:srgbClr val="007D89"/>
                </a:solidFill>
                <a:latin typeface="Arial"/>
                <a:ea typeface="Arial"/>
                <a:cs typeface="Arial"/>
                <a:hlinkClick xmlns:r="http://schemas.openxmlformats.org/officeDocument/2006/relationships" r:id="R3f7b9d9724cb4850"/>
              </a:rPr>
              <a:t>Java: BST.java</a:t>
            </a:r>
          </a:p>
        </p:txBody>
      </p:sp>
      <p:sp>
        <p:nvSpPr>
          <p:cNvPr id="7" name="local-java-DeletionDemo">
            <a:extLst xmlns:a="http://schemas.openxmlformats.org/drawingml/2006/main">
              <a:ext uri="{FF2B5EF4-FFF2-40B4-BE49-F238E27FC236}">
                <a16:creationId xmlns:a16="http://schemas.microsoft.com/office/drawing/2014/main" id="{9BAF18A9-19C9-46F2-A0D7-3FB15A21F222}"/>
              </a:ext>
            </a:extLst>
          </p:cNvPr>
          <p:cNvSpPr>
            <a:spLocks xmlns:a="http://schemas.openxmlformats.org/drawingml/2006/main" noGrp="1"/>
          </p:cNvSpPr>
          <p:nvPr/>
        </p:nvSpPr>
        <p:spPr>
          <a:xfrm xmlns:a="http://schemas.openxmlformats.org/drawingml/2006/main">
            <a:off x="4229100" y="6134100"/>
            <a:ext cx="357187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350" b="0">
                <a:solidFill>
                  <a:srgbClr val="007D89"/>
                </a:solidFill>
                <a:latin typeface="Arial"/>
                <a:ea typeface="Arial"/>
                <a:cs typeface="Arial"/>
              </a:defRPr>
            </a:defPPr>
            <a:lvl1pPr>
              <a:defRPr sz="1350" b="0">
                <a:solidFill>
                  <a:srgbClr val="007D89"/>
                </a:solidFill>
                <a:latin typeface="Arial"/>
                <a:ea typeface="Arial"/>
                <a:cs typeface="Arial"/>
              </a:defRPr>
            </a:lvl1pPr>
            <a:lvl2pPr>
              <a:defRPr sz="1350" b="0">
                <a:solidFill>
                  <a:srgbClr val="007D89"/>
                </a:solidFill>
                <a:latin typeface="Arial"/>
                <a:ea typeface="Arial"/>
                <a:cs typeface="Arial"/>
              </a:defRPr>
            </a:lvl2pPr>
            <a:lvl3pPr>
              <a:defRPr sz="1350" b="0">
                <a:solidFill>
                  <a:srgbClr val="007D89"/>
                </a:solidFill>
                <a:latin typeface="Arial"/>
                <a:ea typeface="Arial"/>
                <a:cs typeface="Arial"/>
              </a:defRPr>
            </a:lvl3pPr>
            <a:lvl4pPr>
              <a:defRPr sz="1350" b="0">
                <a:solidFill>
                  <a:srgbClr val="007D89"/>
                </a:solidFill>
                <a:latin typeface="Arial"/>
                <a:ea typeface="Arial"/>
                <a:cs typeface="Arial"/>
              </a:defRPr>
            </a:lvl4pPr>
            <a:lvl5pPr>
              <a:defRPr sz="1350" b="0">
                <a:solidFill>
                  <a:srgbClr val="007D89"/>
                </a:solidFill>
                <a:latin typeface="Arial"/>
                <a:ea typeface="Arial"/>
                <a:cs typeface="Arial"/>
              </a:defRPr>
            </a:lvl5pPr>
            <a:lvl6pPr>
              <a:defRPr sz="1350" b="0">
                <a:solidFill>
                  <a:srgbClr val="007D89"/>
                </a:solidFill>
                <a:latin typeface="Arial"/>
                <a:ea typeface="Arial"/>
                <a:cs typeface="Arial"/>
              </a:defRPr>
            </a:lvl6pPr>
            <a:lvl7pPr>
              <a:defRPr sz="1350" b="0">
                <a:solidFill>
                  <a:srgbClr val="007D89"/>
                </a:solidFill>
                <a:latin typeface="Arial"/>
                <a:ea typeface="Arial"/>
                <a:cs typeface="Arial"/>
              </a:defRPr>
            </a:lvl7pPr>
            <a:lvl8pPr>
              <a:defRPr sz="1350" b="0">
                <a:solidFill>
                  <a:srgbClr val="007D89"/>
                </a:solidFill>
                <a:latin typeface="Arial"/>
                <a:ea typeface="Arial"/>
                <a:cs typeface="Arial"/>
              </a:defRPr>
            </a:lvl8pPr>
            <a:lvl9pPr>
              <a:defRPr sz="1350" b="0">
                <a:solidFill>
                  <a:srgbClr val="007D89"/>
                </a:solidFill>
                <a:latin typeface="Arial"/>
                <a:ea typeface="Arial"/>
                <a:cs typeface="Arial"/>
              </a:defRPr>
            </a:lvl9pPr>
          </a:lstStyle>
          <a:p xmlns:a="http://schemas.openxmlformats.org/drawingml/2006/main">
            <a:pPr>
              <a:defRPr sz="1350" b="0">
                <a:solidFill>
                  <a:srgbClr val="007D89"/>
                </a:solidFill>
                <a:latin typeface="Arial"/>
                <a:ea typeface="Arial"/>
                <a:cs typeface="Arial"/>
              </a:defRPr>
            </a:pPr>
            <a:r>
              <a:rPr sz="1350" u="sng">
                <a:solidFill>
                  <a:srgbClr val="007D89"/>
                </a:solidFill>
                <a:latin typeface="Arial"/>
                <a:ea typeface="Arial"/>
                <a:cs typeface="Arial"/>
                <a:hlinkClick xmlns:r="http://schemas.openxmlformats.org/officeDocument/2006/relationships" r:id="R0fa6ddf5b1334b7c"/>
              </a:rPr>
              <a:t>Java: DeletionDemo.java</a:t>
            </a:r>
          </a:p>
        </p:txBody>
      </p:sp>
    </p:spTree>
    <p:extLst>
      <p:ext uri="{BB962C8B-B14F-4D97-AF65-F5344CB8AC3E}">
        <p14:creationId xmlns:p14="http://schemas.microsoft.com/office/powerpoint/2010/main" val="2117206275"/>
      </p:ext>
    </p:extLst>
  </p:cSld>
</p:sld>
</file>

<file path=ppt/slides/slide30.xml><?xml version="1.0" encoding="utf-8"?>
<p:sld xmlns:p="http://schemas.openxmlformats.org/presentationml/2006/main">
  <p:cSld>
    <p:bg>
      <p:bgPr>
        <a:solidFill xmlns:a="http://schemas.openxmlformats.org/drawingml/2006/main">
          <a:srgbClr val="FAFCFD"/>
        </a:solidFill>
      </p:bgPr>
    </p:bg>
    <p:spTree>
      <p:nvGrpSpPr>
        <p:cNvPr id="1" name=""/>
        <p:cNvGrpSpPr/>
        <p:nvPr/>
      </p:nvGrpSpPr>
      <p:grpSpPr>
        <a:xfrm xmlns:a="http://schemas.openxmlformats.org/drawingml/2006/main"/>
      </p:grpSpPr>
      <p:sp>
        <p:nvSpPr>
          <p:cNvPr id="5" name="text-0">
            <a:extLst xmlns:a="http://schemas.openxmlformats.org/drawingml/2006/main">
              <a:ext uri="{FF2B5EF4-FFF2-40B4-BE49-F238E27FC236}">
                <a16:creationId xmlns:a16="http://schemas.microsoft.com/office/drawing/2014/main" id="{6E182518-B4AD-4EA2-A208-DF7F24F5B84F}"/>
              </a:ext>
            </a:extLst>
          </p:cNvPr>
          <p:cNvSpPr>
            <a:spLocks xmlns:a="http://schemas.openxmlformats.org/drawingml/2006/main" noGrp="1"/>
          </p:cNvSpPr>
          <p:nvPr/>
        </p:nvSpPr>
        <p:spPr>
          <a:xfrm xmlns:a="http://schemas.openxmlformats.org/drawingml/2006/main">
            <a:off x="609600" y="419100"/>
            <a:ext cx="10953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lgn="l">
              <a:defRPr sz="3150" b="1">
                <a:solidFill>
                  <a:srgbClr val="142E42"/>
                </a:solidFill>
                <a:latin typeface="Arial"/>
                <a:ea typeface="Arial"/>
                <a:cs typeface="Arial"/>
              </a:defRPr>
            </a:defPPr>
            <a:lvl1pPr algn="l">
              <a:buNone/>
              <a:defRPr sz="3150" b="1">
                <a:solidFill>
                  <a:srgbClr val="142E42"/>
                </a:solidFill>
                <a:latin typeface="Arial"/>
                <a:ea typeface="Arial"/>
                <a:cs typeface="Arial"/>
              </a:defRPr>
            </a:lvl1pPr>
            <a:lvl2pPr algn="l">
              <a:buNone/>
              <a:defRPr sz="3150" b="1">
                <a:solidFill>
                  <a:srgbClr val="142E42"/>
                </a:solidFill>
                <a:latin typeface="Arial"/>
                <a:ea typeface="Arial"/>
                <a:cs typeface="Arial"/>
              </a:defRPr>
            </a:lvl2pPr>
            <a:lvl3pPr algn="l">
              <a:buNone/>
              <a:defRPr sz="3150" b="1">
                <a:solidFill>
                  <a:srgbClr val="142E42"/>
                </a:solidFill>
                <a:latin typeface="Arial"/>
                <a:ea typeface="Arial"/>
                <a:cs typeface="Arial"/>
              </a:defRPr>
            </a:lvl3pPr>
            <a:lvl4pPr algn="l">
              <a:buNone/>
              <a:defRPr sz="3150" b="1">
                <a:solidFill>
                  <a:srgbClr val="142E42"/>
                </a:solidFill>
                <a:latin typeface="Arial"/>
                <a:ea typeface="Arial"/>
                <a:cs typeface="Arial"/>
              </a:defRPr>
            </a:lvl4pPr>
            <a:lvl5pPr algn="l">
              <a:buNone/>
              <a:defRPr sz="3150" b="1">
                <a:solidFill>
                  <a:srgbClr val="142E42"/>
                </a:solidFill>
                <a:latin typeface="Arial"/>
                <a:ea typeface="Arial"/>
                <a:cs typeface="Arial"/>
              </a:defRPr>
            </a:lvl5pPr>
            <a:lvl6pPr algn="l">
              <a:buNone/>
              <a:defRPr sz="3150" b="1">
                <a:solidFill>
                  <a:srgbClr val="142E42"/>
                </a:solidFill>
                <a:latin typeface="Arial"/>
                <a:ea typeface="Arial"/>
                <a:cs typeface="Arial"/>
              </a:defRPr>
            </a:lvl6pPr>
            <a:lvl7pPr algn="l">
              <a:buNone/>
              <a:defRPr sz="3150" b="1">
                <a:solidFill>
                  <a:srgbClr val="142E42"/>
                </a:solidFill>
                <a:latin typeface="Arial"/>
                <a:ea typeface="Arial"/>
                <a:cs typeface="Arial"/>
              </a:defRPr>
            </a:lvl7pPr>
            <a:lvl8pPr algn="l">
              <a:buNone/>
              <a:defRPr sz="3150" b="1">
                <a:solidFill>
                  <a:srgbClr val="142E42"/>
                </a:solidFill>
                <a:latin typeface="Arial"/>
                <a:ea typeface="Arial"/>
                <a:cs typeface="Arial"/>
              </a:defRPr>
            </a:lvl8pPr>
            <a:lvl9pPr algn="l">
              <a:buNone/>
              <a:defRPr sz="3150" b="1">
                <a:solidFill>
                  <a:srgbClr val="142E42"/>
                </a:solidFill>
                <a:latin typeface="Arial"/>
                <a:ea typeface="Arial"/>
                <a:cs typeface="Arial"/>
              </a:defRPr>
            </a:lvl9pPr>
          </a:lstStyle>
          <a:p xmlns:a="http://schemas.openxmlformats.org/drawingml/2006/main">
            <a:pPr algn="l">
              <a:buNone/>
              <a:defRPr sz="3150" b="1">
                <a:solidFill>
                  <a:srgbClr val="142E42"/>
                </a:solidFill>
                <a:latin typeface="Arial"/>
                <a:ea typeface="Arial"/>
                <a:cs typeface="Arial"/>
              </a:defRPr>
            </a:pPr>
            <a:r>
              <a:rPr sz="3150" b="1">
                <a:solidFill>
                  <a:srgbClr val="142E42"/>
                </a:solidFill>
                <a:latin typeface="Arial"/>
                <a:ea typeface="Arial"/>
                <a:cs typeface="Arial"/>
              </a:rPr>
              <a:t>Successor helpers</a:t>
            </a:r>
          </a:p>
        </p:txBody>
      </p:sp>
      <p:sp>
        <p:nvSpPr>
          <p:cNvPr id="2" name="text-1">
            <a:extLst xmlns:a="http://schemas.openxmlformats.org/drawingml/2006/main">
              <a:ext uri="{FF2B5EF4-FFF2-40B4-BE49-F238E27FC236}">
                <a16:creationId xmlns:a16="http://schemas.microsoft.com/office/drawing/2014/main" id="{78BE9020-7054-494B-9937-B0179B74687C}"/>
              </a:ext>
            </a:extLst>
          </p:cNvPr>
          <p:cNvSpPr>
            <a:spLocks xmlns:a="http://schemas.openxmlformats.org/drawingml/2006/main" noGrp="1"/>
          </p:cNvSpPr>
          <p:nvPr/>
        </p:nvSpPr>
        <p:spPr>
          <a:xfrm xmlns:a="http://schemas.openxmlformats.org/drawingml/2006/main">
            <a:off x="11163300" y="6381750"/>
            <a:ext cx="476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lgn="l">
              <a:defRPr sz="1275" b="0">
                <a:solidFill>
                  <a:srgbClr val="4B6070"/>
                </a:solidFill>
                <a:latin typeface="Arial"/>
                <a:ea typeface="Arial"/>
                <a:cs typeface="Arial"/>
              </a:defRPr>
            </a:defPPr>
            <a:lvl1pPr algn="l">
              <a:buNone/>
              <a:defRPr sz="1275" b="0">
                <a:solidFill>
                  <a:srgbClr val="4B6070"/>
                </a:solidFill>
                <a:latin typeface="Arial"/>
                <a:ea typeface="Arial"/>
                <a:cs typeface="Arial"/>
              </a:defRPr>
            </a:lvl1pPr>
            <a:lvl2pPr algn="l">
              <a:buNone/>
              <a:defRPr sz="1275" b="0">
                <a:solidFill>
                  <a:srgbClr val="4B6070"/>
                </a:solidFill>
                <a:latin typeface="Arial"/>
                <a:ea typeface="Arial"/>
                <a:cs typeface="Arial"/>
              </a:defRPr>
            </a:lvl2pPr>
            <a:lvl3pPr algn="l">
              <a:buNone/>
              <a:defRPr sz="1275" b="0">
                <a:solidFill>
                  <a:srgbClr val="4B6070"/>
                </a:solidFill>
                <a:latin typeface="Arial"/>
                <a:ea typeface="Arial"/>
                <a:cs typeface="Arial"/>
              </a:defRPr>
            </a:lvl3pPr>
            <a:lvl4pPr algn="l">
              <a:buNone/>
              <a:defRPr sz="1275" b="0">
                <a:solidFill>
                  <a:srgbClr val="4B6070"/>
                </a:solidFill>
                <a:latin typeface="Arial"/>
                <a:ea typeface="Arial"/>
                <a:cs typeface="Arial"/>
              </a:defRPr>
            </a:lvl4pPr>
            <a:lvl5pPr algn="l">
              <a:buNone/>
              <a:defRPr sz="1275" b="0">
                <a:solidFill>
                  <a:srgbClr val="4B6070"/>
                </a:solidFill>
                <a:latin typeface="Arial"/>
                <a:ea typeface="Arial"/>
                <a:cs typeface="Arial"/>
              </a:defRPr>
            </a:lvl5pPr>
            <a:lvl6pPr algn="l">
              <a:buNone/>
              <a:defRPr sz="1275" b="0">
                <a:solidFill>
                  <a:srgbClr val="4B6070"/>
                </a:solidFill>
                <a:latin typeface="Arial"/>
                <a:ea typeface="Arial"/>
                <a:cs typeface="Arial"/>
              </a:defRPr>
            </a:lvl6pPr>
            <a:lvl7pPr algn="l">
              <a:buNone/>
              <a:defRPr sz="1275" b="0">
                <a:solidFill>
                  <a:srgbClr val="4B6070"/>
                </a:solidFill>
                <a:latin typeface="Arial"/>
                <a:ea typeface="Arial"/>
                <a:cs typeface="Arial"/>
              </a:defRPr>
            </a:lvl7pPr>
            <a:lvl8pPr algn="l">
              <a:buNone/>
              <a:defRPr sz="1275" b="0">
                <a:solidFill>
                  <a:srgbClr val="4B6070"/>
                </a:solidFill>
                <a:latin typeface="Arial"/>
                <a:ea typeface="Arial"/>
                <a:cs typeface="Arial"/>
              </a:defRPr>
            </a:lvl8pPr>
            <a:lvl9pPr algn="l">
              <a:buNone/>
              <a:defRPr sz="1275" b="0">
                <a:solidFill>
                  <a:srgbClr val="4B6070"/>
                </a:solidFill>
                <a:latin typeface="Arial"/>
                <a:ea typeface="Arial"/>
                <a:cs typeface="Arial"/>
              </a:defRPr>
            </a:lvl9pPr>
          </a:lstStyle>
          <a:p xmlns:a="http://schemas.openxmlformats.org/drawingml/2006/main">
            <a:pPr algn="l">
              <a:buNone/>
              <a:defRPr sz="1275" b="0">
                <a:solidFill>
                  <a:srgbClr val="4B6070"/>
                </a:solidFill>
                <a:latin typeface="Arial"/>
                <a:ea typeface="Arial"/>
                <a:cs typeface="Arial"/>
              </a:defRPr>
            </a:pPr>
            <a:r>
              <a:rPr sz="1275" b="0">
                <a:solidFill>
                  <a:srgbClr val="4B6070"/>
                </a:solidFill>
                <a:latin typeface="Arial"/>
                <a:ea typeface="Arial"/>
                <a:cs typeface="Arial"/>
              </a:rPr>
              <a:t>30</a:t>
            </a:r>
          </a:p>
        </p:txBody>
      </p:sp>
      <p:sp>
        <p:nvSpPr>
          <p:cNvPr id="3" name="text-2">
            <a:extLst xmlns:a="http://schemas.openxmlformats.org/drawingml/2006/main">
              <a:ext uri="{FF2B5EF4-FFF2-40B4-BE49-F238E27FC236}">
                <a16:creationId xmlns:a16="http://schemas.microsoft.com/office/drawing/2014/main" id="{3C4EB71C-C56A-4109-8034-247FADA5F473}"/>
              </a:ext>
            </a:extLst>
          </p:cNvPr>
          <p:cNvSpPr>
            <a:spLocks xmlns:a="http://schemas.openxmlformats.org/drawingml/2006/main" noGrp="1"/>
          </p:cNvSpPr>
          <p:nvPr/>
        </p:nvSpPr>
        <p:spPr>
          <a:xfrm xmlns:a="http://schemas.openxmlformats.org/drawingml/2006/main">
            <a:off x="609600" y="1619250"/>
            <a:ext cx="10953750" cy="3429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lgn="l">
              <a:defRPr sz="2100" b="0">
                <a:solidFill>
                  <a:srgbClr val="142E42"/>
                </a:solidFill>
                <a:latin typeface="Consolas"/>
                <a:ea typeface="Consolas"/>
                <a:cs typeface="Consolas"/>
              </a:defRPr>
            </a:defPPr>
            <a:lvl1pPr algn="l">
              <a:buNone/>
              <a:defRPr sz="2100" b="0">
                <a:solidFill>
                  <a:srgbClr val="142E42"/>
                </a:solidFill>
                <a:latin typeface="Consolas"/>
                <a:ea typeface="Consolas"/>
                <a:cs typeface="Consolas"/>
              </a:defRPr>
            </a:lvl1pPr>
            <a:lvl2pPr algn="l">
              <a:buNone/>
              <a:defRPr sz="2100" b="0">
                <a:solidFill>
                  <a:srgbClr val="142E42"/>
                </a:solidFill>
                <a:latin typeface="Consolas"/>
                <a:ea typeface="Consolas"/>
                <a:cs typeface="Consolas"/>
              </a:defRPr>
            </a:lvl2pPr>
            <a:lvl3pPr algn="l">
              <a:buNone/>
              <a:defRPr sz="2100" b="0">
                <a:solidFill>
                  <a:srgbClr val="142E42"/>
                </a:solidFill>
                <a:latin typeface="Consolas"/>
                <a:ea typeface="Consolas"/>
                <a:cs typeface="Consolas"/>
              </a:defRPr>
            </a:lvl3pPr>
            <a:lvl4pPr algn="l">
              <a:buNone/>
              <a:defRPr sz="2100" b="0">
                <a:solidFill>
                  <a:srgbClr val="142E42"/>
                </a:solidFill>
                <a:latin typeface="Consolas"/>
                <a:ea typeface="Consolas"/>
                <a:cs typeface="Consolas"/>
              </a:defRPr>
            </a:lvl4pPr>
            <a:lvl5pPr algn="l">
              <a:buNone/>
              <a:defRPr sz="2100" b="0">
                <a:solidFill>
                  <a:srgbClr val="142E42"/>
                </a:solidFill>
                <a:latin typeface="Consolas"/>
                <a:ea typeface="Consolas"/>
                <a:cs typeface="Consolas"/>
              </a:defRPr>
            </a:lvl5pPr>
            <a:lvl6pPr algn="l">
              <a:buNone/>
              <a:defRPr sz="2100" b="0">
                <a:solidFill>
                  <a:srgbClr val="142E42"/>
                </a:solidFill>
                <a:latin typeface="Consolas"/>
                <a:ea typeface="Consolas"/>
                <a:cs typeface="Consolas"/>
              </a:defRPr>
            </a:lvl6pPr>
            <a:lvl7pPr algn="l">
              <a:buNone/>
              <a:defRPr sz="2100" b="0">
                <a:solidFill>
                  <a:srgbClr val="142E42"/>
                </a:solidFill>
                <a:latin typeface="Consolas"/>
                <a:ea typeface="Consolas"/>
                <a:cs typeface="Consolas"/>
              </a:defRPr>
            </a:lvl7pPr>
            <a:lvl8pPr algn="l">
              <a:buNone/>
              <a:defRPr sz="2100" b="0">
                <a:solidFill>
                  <a:srgbClr val="142E42"/>
                </a:solidFill>
                <a:latin typeface="Consolas"/>
                <a:ea typeface="Consolas"/>
                <a:cs typeface="Consolas"/>
              </a:defRPr>
            </a:lvl8pPr>
            <a:lvl9pPr algn="l">
              <a:buNone/>
              <a:defRPr sz="2100" b="0">
                <a:solidFill>
                  <a:srgbClr val="142E42"/>
                </a:solidFill>
                <a:latin typeface="Consolas"/>
                <a:ea typeface="Consolas"/>
                <a:cs typeface="Consolas"/>
              </a:defRPr>
            </a:lvl9pPr>
          </a:lstStyle>
          <a:p xmlns:a="http://schemas.openxmlformats.org/drawingml/2006/main">
            <a:pPr algn="l">
              <a:buNone/>
              <a:defRPr sz="2100" b="0">
                <a:solidFill>
                  <a:srgbClr val="142E42"/>
                </a:solidFill>
                <a:latin typeface="Consolas"/>
                <a:ea typeface="Consolas"/>
                <a:cs typeface="Consolas"/>
              </a:defRPr>
            </a:pPr>
            <a:r>
              <a:rPr sz="2100" b="0">
                <a:solidFill>
                  <a:srgbClr val="142E42"/>
                </a:solidFill>
                <a:latin typeface="Consolas"/>
                <a:ea typeface="Consolas"/>
                <a:cs typeface="Consolas"/>
              </a:rPr>
              <a:t>private Node&lt;E&gt; min(Node&lt;E&gt; x) {</a:t>
            </a:r>
          </a:p>
          <a:p xmlns:a="http://schemas.openxmlformats.org/drawingml/2006/main">
            <a:pPr algn="l">
              <a:buNone/>
              <a:defRPr sz="2100" b="0">
                <a:solidFill>
                  <a:srgbClr val="142E42"/>
                </a:solidFill>
                <a:latin typeface="Consolas"/>
                <a:ea typeface="Consolas"/>
                <a:cs typeface="Consolas"/>
              </a:defRPr>
            </a:pPr>
            <a:r>
              <a:rPr sz="2100" b="0">
                <a:solidFill>
                  <a:srgbClr val="142E42"/>
                </a:solidFill>
                <a:latin typeface="Consolas"/>
                <a:ea typeface="Consolas"/>
                <a:cs typeface="Consolas"/>
              </a:rPr>
              <a:t>    while (</a:t>
            </a:r>
            <a:r>
              <a:rPr sz="2100" b="0">
                <a:solidFill>
                  <a:srgbClr val="142E42"/>
                </a:solidFill>
                <a:latin typeface="Consolas"/>
                <a:ea typeface="Consolas"/>
                <a:cs typeface="Consolas"/>
              </a:rPr>
              <a:t>x.left</a:t>
            </a:r>
            <a:r>
              <a:rPr sz="2100" b="0">
                <a:solidFill>
                  <a:srgbClr val="142E42"/>
                </a:solidFill>
                <a:latin typeface="Consolas"/>
                <a:ea typeface="Consolas"/>
                <a:cs typeface="Consolas"/>
              </a:rPr>
              <a:t> != null) x = </a:t>
            </a:r>
            <a:r>
              <a:rPr sz="2100" b="0">
                <a:solidFill>
                  <a:srgbClr val="142E42"/>
                </a:solidFill>
                <a:latin typeface="Consolas"/>
                <a:ea typeface="Consolas"/>
                <a:cs typeface="Consolas"/>
              </a:rPr>
              <a:t>x.left</a:t>
            </a:r>
            <a:r>
              <a:rPr sz="2100" b="0">
                <a:solidFill>
                  <a:srgbClr val="142E42"/>
                </a:solidFill>
                <a:latin typeface="Consolas"/>
                <a:ea typeface="Consolas"/>
                <a:cs typeface="Consolas"/>
              </a:rPr>
              <a:t>;</a:t>
            </a:r>
          </a:p>
          <a:p xmlns:a="http://schemas.openxmlformats.org/drawingml/2006/main">
            <a:pPr algn="l">
              <a:buNone/>
              <a:defRPr sz="2100" b="0">
                <a:solidFill>
                  <a:srgbClr val="142E42"/>
                </a:solidFill>
                <a:latin typeface="Consolas"/>
                <a:ea typeface="Consolas"/>
                <a:cs typeface="Consolas"/>
              </a:defRPr>
            </a:pPr>
            <a:r>
              <a:rPr sz="2100" b="0">
                <a:solidFill>
                  <a:srgbClr val="142E42"/>
                </a:solidFill>
                <a:latin typeface="Consolas"/>
                <a:ea typeface="Consolas"/>
                <a:cs typeface="Consolas"/>
              </a:rPr>
              <a:t>    return x;</a:t>
            </a:r>
          </a:p>
          <a:p xmlns:a="http://schemas.openxmlformats.org/drawingml/2006/main">
            <a:pPr algn="l">
              <a:buNone/>
              <a:defRPr sz="2100" b="0">
                <a:solidFill>
                  <a:srgbClr val="142E42"/>
                </a:solidFill>
                <a:latin typeface="Consolas"/>
                <a:ea typeface="Consolas"/>
                <a:cs typeface="Consolas"/>
              </a:defRPr>
            </a:pPr>
            <a:r>
              <a:rPr sz="2100" b="0">
                <a:solidFill>
                  <a:srgbClr val="142E42"/>
                </a:solidFill>
                <a:latin typeface="Consolas"/>
                <a:ea typeface="Consolas"/>
                <a:cs typeface="Consolas"/>
              </a:rPr>
              <a:t>}</a:t>
            </a:r>
          </a:p>
          <a:p xmlns:a="http://schemas.openxmlformats.org/drawingml/2006/main">
            <a:endParaRPr sz="2100" b="0">
              <a:solidFill>
                <a:srgbClr val="142E42"/>
              </a:solidFill>
              <a:latin typeface="Consolas"/>
              <a:ea typeface="Consolas"/>
              <a:cs typeface="Consolas"/>
            </a:endParaRPr>
          </a:p>
          <a:p xmlns:a="http://schemas.openxmlformats.org/drawingml/2006/main">
            <a:pPr algn="l">
              <a:buNone/>
              <a:defRPr sz="2100" b="0">
                <a:solidFill>
                  <a:srgbClr val="142E42"/>
                </a:solidFill>
                <a:latin typeface="Consolas"/>
                <a:ea typeface="Consolas"/>
                <a:cs typeface="Consolas"/>
              </a:defRPr>
            </a:pPr>
            <a:r>
              <a:rPr sz="2100" b="0">
                <a:solidFill>
                  <a:srgbClr val="142E42"/>
                </a:solidFill>
                <a:latin typeface="Consolas"/>
                <a:ea typeface="Consolas"/>
                <a:cs typeface="Consolas"/>
              </a:rPr>
              <a:t>private Node&lt;E&gt; </a:t>
            </a:r>
            <a:r>
              <a:rPr sz="2100" b="0">
                <a:solidFill>
                  <a:srgbClr val="142E42"/>
                </a:solidFill>
                <a:latin typeface="Consolas"/>
                <a:ea typeface="Consolas"/>
                <a:cs typeface="Consolas"/>
              </a:rPr>
              <a:t>deleteMin</a:t>
            </a:r>
            <a:r>
              <a:rPr sz="2100" b="0">
                <a:solidFill>
                  <a:srgbClr val="142E42"/>
                </a:solidFill>
                <a:latin typeface="Consolas"/>
                <a:ea typeface="Consolas"/>
                <a:cs typeface="Consolas"/>
              </a:rPr>
              <a:t>(Node&lt;E&gt; x) {</a:t>
            </a:r>
          </a:p>
          <a:p xmlns:a="http://schemas.openxmlformats.org/drawingml/2006/main">
            <a:pPr algn="l">
              <a:buNone/>
              <a:defRPr sz="2100" b="0">
                <a:solidFill>
                  <a:srgbClr val="142E42"/>
                </a:solidFill>
                <a:latin typeface="Consolas"/>
                <a:ea typeface="Consolas"/>
                <a:cs typeface="Consolas"/>
              </a:defRPr>
            </a:pPr>
            <a:r>
              <a:rPr sz="2100" b="0">
                <a:solidFill>
                  <a:srgbClr val="142E42"/>
                </a:solidFill>
                <a:latin typeface="Consolas"/>
                <a:ea typeface="Consolas"/>
                <a:cs typeface="Consolas"/>
              </a:rPr>
              <a:t>    if (</a:t>
            </a:r>
            <a:r>
              <a:rPr sz="2100" b="0">
                <a:solidFill>
                  <a:srgbClr val="142E42"/>
                </a:solidFill>
                <a:latin typeface="Consolas"/>
                <a:ea typeface="Consolas"/>
                <a:cs typeface="Consolas"/>
              </a:rPr>
              <a:t>x.left</a:t>
            </a:r>
            <a:r>
              <a:rPr sz="2100" b="0">
                <a:solidFill>
                  <a:srgbClr val="142E42"/>
                </a:solidFill>
                <a:latin typeface="Consolas"/>
                <a:ea typeface="Consolas"/>
                <a:cs typeface="Consolas"/>
              </a:rPr>
              <a:t> == null) return </a:t>
            </a:r>
            <a:r>
              <a:rPr sz="2100" b="0">
                <a:solidFill>
                  <a:srgbClr val="142E42"/>
                </a:solidFill>
                <a:latin typeface="Consolas"/>
                <a:ea typeface="Consolas"/>
                <a:cs typeface="Consolas"/>
              </a:rPr>
              <a:t>x.right</a:t>
            </a:r>
            <a:r>
              <a:rPr sz="2100" b="0">
                <a:solidFill>
                  <a:srgbClr val="142E42"/>
                </a:solidFill>
                <a:latin typeface="Consolas"/>
                <a:ea typeface="Consolas"/>
                <a:cs typeface="Consolas"/>
              </a:rPr>
              <a:t>;</a:t>
            </a:r>
          </a:p>
          <a:p xmlns:a="http://schemas.openxmlformats.org/drawingml/2006/main">
            <a:pPr algn="l">
              <a:buNone/>
              <a:defRPr sz="2100" b="0">
                <a:solidFill>
                  <a:srgbClr val="142E42"/>
                </a:solidFill>
                <a:latin typeface="Consolas"/>
                <a:ea typeface="Consolas"/>
                <a:cs typeface="Consolas"/>
              </a:defRPr>
            </a:pPr>
            <a:r>
              <a:rPr sz="2100" b="0">
                <a:solidFill>
                  <a:srgbClr val="142E42"/>
                </a:solidFill>
                <a:latin typeface="Consolas"/>
                <a:ea typeface="Consolas"/>
                <a:cs typeface="Consolas"/>
              </a:rPr>
              <a:t>    </a:t>
            </a:r>
            <a:r>
              <a:rPr sz="2100" b="0">
                <a:solidFill>
                  <a:srgbClr val="142E42"/>
                </a:solidFill>
                <a:latin typeface="Consolas"/>
                <a:ea typeface="Consolas"/>
                <a:cs typeface="Consolas"/>
              </a:rPr>
              <a:t>x.left</a:t>
            </a:r>
            <a:r>
              <a:rPr sz="2100" b="0">
                <a:solidFill>
                  <a:srgbClr val="142E42"/>
                </a:solidFill>
                <a:latin typeface="Consolas"/>
                <a:ea typeface="Consolas"/>
                <a:cs typeface="Consolas"/>
              </a:rPr>
              <a:t> = </a:t>
            </a:r>
            <a:r>
              <a:rPr sz="2100" b="0">
                <a:solidFill>
                  <a:srgbClr val="142E42"/>
                </a:solidFill>
                <a:latin typeface="Consolas"/>
                <a:ea typeface="Consolas"/>
                <a:cs typeface="Consolas"/>
              </a:rPr>
              <a:t>deleteMin</a:t>
            </a:r>
            <a:r>
              <a:rPr sz="2100" b="0">
                <a:solidFill>
                  <a:srgbClr val="142E42"/>
                </a:solidFill>
                <a:latin typeface="Consolas"/>
                <a:ea typeface="Consolas"/>
                <a:cs typeface="Consolas"/>
              </a:rPr>
              <a:t>(</a:t>
            </a:r>
            <a:r>
              <a:rPr sz="2100" b="0">
                <a:solidFill>
                  <a:srgbClr val="142E42"/>
                </a:solidFill>
                <a:latin typeface="Consolas"/>
                <a:ea typeface="Consolas"/>
                <a:cs typeface="Consolas"/>
              </a:rPr>
              <a:t>x.left</a:t>
            </a:r>
            <a:r>
              <a:rPr sz="2100" b="0">
                <a:solidFill>
                  <a:srgbClr val="142E42"/>
                </a:solidFill>
                <a:latin typeface="Consolas"/>
                <a:ea typeface="Consolas"/>
                <a:cs typeface="Consolas"/>
              </a:rPr>
              <a:t>);</a:t>
            </a:r>
          </a:p>
          <a:p xmlns:a="http://schemas.openxmlformats.org/drawingml/2006/main">
            <a:pPr algn="l">
              <a:buNone/>
              <a:defRPr sz="2100" b="0">
                <a:solidFill>
                  <a:srgbClr val="142E42"/>
                </a:solidFill>
                <a:latin typeface="Consolas"/>
                <a:ea typeface="Consolas"/>
                <a:cs typeface="Consolas"/>
              </a:defRPr>
            </a:pPr>
            <a:r>
              <a:rPr sz="2100" b="0">
                <a:solidFill>
                  <a:srgbClr val="142E42"/>
                </a:solidFill>
                <a:latin typeface="Consolas"/>
                <a:ea typeface="Consolas"/>
                <a:cs typeface="Consolas"/>
              </a:rPr>
              <a:t>    return x;</a:t>
            </a:r>
          </a:p>
          <a:p xmlns:a="http://schemas.openxmlformats.org/drawingml/2006/main">
            <a:pPr algn="l">
              <a:buNone/>
              <a:defRPr sz="2100" b="0">
                <a:solidFill>
                  <a:srgbClr val="142E42"/>
                </a:solidFill>
                <a:latin typeface="Consolas"/>
                <a:ea typeface="Consolas"/>
                <a:cs typeface="Consolas"/>
              </a:defRPr>
            </a:pPr>
            <a:r>
              <a:rPr sz="2100" b="0">
                <a:solidFill>
                  <a:srgbClr val="142E42"/>
                </a:solidFill>
                <a:latin typeface="Consolas"/>
                <a:ea typeface="Consolas"/>
                <a:cs typeface="Consolas"/>
              </a:rPr>
              <a:t>}</a:t>
            </a:r>
          </a:p>
        </p:txBody>
      </p:sp>
      <p:sp>
        <p:nvSpPr>
          <p:cNvPr id="4" name="text-3">
            <a:extLst xmlns:a="http://schemas.openxmlformats.org/drawingml/2006/main">
              <a:ext uri="{FF2B5EF4-FFF2-40B4-BE49-F238E27FC236}">
                <a16:creationId xmlns:a16="http://schemas.microsoft.com/office/drawing/2014/main" id="{F2924342-AB1E-4B50-B02E-17BEED68FE9B}"/>
              </a:ext>
            </a:extLst>
          </p:cNvPr>
          <p:cNvSpPr>
            <a:spLocks xmlns:a="http://schemas.openxmlformats.org/drawingml/2006/main" noGrp="1"/>
          </p:cNvSpPr>
          <p:nvPr/>
        </p:nvSpPr>
        <p:spPr>
          <a:xfrm xmlns:a="http://schemas.openxmlformats.org/drawingml/2006/main">
            <a:off x="609600" y="5800725"/>
            <a:ext cx="104775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lgn="l">
              <a:defRPr sz="1800" b="1">
                <a:solidFill>
                  <a:srgbClr val="007C83"/>
                </a:solidFill>
                <a:latin typeface="Arial"/>
                <a:ea typeface="Arial"/>
                <a:cs typeface="Arial"/>
              </a:defRPr>
            </a:defPPr>
            <a:lvl1pPr algn="l">
              <a:buNone/>
              <a:defRPr sz="1800" b="1">
                <a:solidFill>
                  <a:srgbClr val="007C83"/>
                </a:solidFill>
                <a:latin typeface="Arial"/>
                <a:ea typeface="Arial"/>
                <a:cs typeface="Arial"/>
              </a:defRPr>
            </a:lvl1pPr>
            <a:lvl2pPr algn="l">
              <a:buNone/>
              <a:defRPr sz="1800" b="1">
                <a:solidFill>
                  <a:srgbClr val="007C83"/>
                </a:solidFill>
                <a:latin typeface="Arial"/>
                <a:ea typeface="Arial"/>
                <a:cs typeface="Arial"/>
              </a:defRPr>
            </a:lvl2pPr>
            <a:lvl3pPr algn="l">
              <a:buNone/>
              <a:defRPr sz="1800" b="1">
                <a:solidFill>
                  <a:srgbClr val="007C83"/>
                </a:solidFill>
                <a:latin typeface="Arial"/>
                <a:ea typeface="Arial"/>
                <a:cs typeface="Arial"/>
              </a:defRPr>
            </a:lvl3pPr>
            <a:lvl4pPr algn="l">
              <a:buNone/>
              <a:defRPr sz="1800" b="1">
                <a:solidFill>
                  <a:srgbClr val="007C83"/>
                </a:solidFill>
                <a:latin typeface="Arial"/>
                <a:ea typeface="Arial"/>
                <a:cs typeface="Arial"/>
              </a:defRPr>
            </a:lvl4pPr>
            <a:lvl5pPr algn="l">
              <a:buNone/>
              <a:defRPr sz="1800" b="1">
                <a:solidFill>
                  <a:srgbClr val="007C83"/>
                </a:solidFill>
                <a:latin typeface="Arial"/>
                <a:ea typeface="Arial"/>
                <a:cs typeface="Arial"/>
              </a:defRPr>
            </a:lvl5pPr>
            <a:lvl6pPr algn="l">
              <a:buNone/>
              <a:defRPr sz="1800" b="1">
                <a:solidFill>
                  <a:srgbClr val="007C83"/>
                </a:solidFill>
                <a:latin typeface="Arial"/>
                <a:ea typeface="Arial"/>
                <a:cs typeface="Arial"/>
              </a:defRPr>
            </a:lvl6pPr>
            <a:lvl7pPr algn="l">
              <a:buNone/>
              <a:defRPr sz="1800" b="1">
                <a:solidFill>
                  <a:srgbClr val="007C83"/>
                </a:solidFill>
                <a:latin typeface="Arial"/>
                <a:ea typeface="Arial"/>
                <a:cs typeface="Arial"/>
              </a:defRPr>
            </a:lvl7pPr>
            <a:lvl8pPr algn="l">
              <a:buNone/>
              <a:defRPr sz="1800" b="1">
                <a:solidFill>
                  <a:srgbClr val="007C83"/>
                </a:solidFill>
                <a:latin typeface="Arial"/>
                <a:ea typeface="Arial"/>
                <a:cs typeface="Arial"/>
              </a:defRPr>
            </a:lvl8pPr>
            <a:lvl9pPr algn="l">
              <a:buNone/>
              <a:defRPr sz="1800" b="1">
                <a:solidFill>
                  <a:srgbClr val="007C83"/>
                </a:solidFill>
                <a:latin typeface="Arial"/>
                <a:ea typeface="Arial"/>
                <a:cs typeface="Arial"/>
              </a:defRPr>
            </a:lvl9pPr>
          </a:lstStyle>
          <a:p xmlns:a="http://schemas.openxmlformats.org/drawingml/2006/main">
            <a:pPr algn="l">
              <a:buNone/>
              <a:defRPr sz="1800" b="1">
                <a:solidFill>
                  <a:srgbClr val="007C83"/>
                </a:solidFill>
                <a:latin typeface="Arial"/>
                <a:ea typeface="Arial"/>
                <a:cs typeface="Arial"/>
              </a:defRPr>
            </a:pPr>
            <a:r>
              <a:rPr sz="1800" b="1">
                <a:solidFill>
                  <a:srgbClr val="007C83"/>
                </a:solidFill>
                <a:latin typeface="Arial"/>
                <a:ea typeface="Arial"/>
                <a:cs typeface="Arial"/>
              </a:rPr>
              <a:t>The successor has no left child. It may have a right child to reconnect.</a:t>
            </a:r>
          </a:p>
        </p:txBody>
      </p:sp>
      <p:sp>
        <p:nvSpPr>
          <p:cNvPr id="6" name="local-java-BST">
            <a:extLst xmlns:a="http://schemas.openxmlformats.org/drawingml/2006/main">
              <a:ext uri="{FF2B5EF4-FFF2-40B4-BE49-F238E27FC236}">
                <a16:creationId xmlns:a16="http://schemas.microsoft.com/office/drawing/2014/main" id="{9CB3C6A5-9353-462E-9E66-8F9C0A40ED0A}"/>
              </a:ext>
            </a:extLst>
          </p:cNvPr>
          <p:cNvSpPr>
            <a:spLocks xmlns:a="http://schemas.openxmlformats.org/drawingml/2006/main" noGrp="1"/>
          </p:cNvSpPr>
          <p:nvPr/>
        </p:nvSpPr>
        <p:spPr>
          <a:xfrm xmlns:a="http://schemas.openxmlformats.org/drawingml/2006/main">
            <a:off x="609600" y="6134100"/>
            <a:ext cx="357187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350" b="0">
                <a:solidFill>
                  <a:srgbClr val="007D89"/>
                </a:solidFill>
                <a:latin typeface="Arial"/>
                <a:ea typeface="Arial"/>
                <a:cs typeface="Arial"/>
              </a:defRPr>
            </a:defPPr>
            <a:lvl1pPr>
              <a:defRPr sz="1350" b="0">
                <a:solidFill>
                  <a:srgbClr val="007D89"/>
                </a:solidFill>
                <a:latin typeface="Arial"/>
                <a:ea typeface="Arial"/>
                <a:cs typeface="Arial"/>
              </a:defRPr>
            </a:lvl1pPr>
            <a:lvl2pPr>
              <a:defRPr sz="1350" b="0">
                <a:solidFill>
                  <a:srgbClr val="007D89"/>
                </a:solidFill>
                <a:latin typeface="Arial"/>
                <a:ea typeface="Arial"/>
                <a:cs typeface="Arial"/>
              </a:defRPr>
            </a:lvl2pPr>
            <a:lvl3pPr>
              <a:defRPr sz="1350" b="0">
                <a:solidFill>
                  <a:srgbClr val="007D89"/>
                </a:solidFill>
                <a:latin typeface="Arial"/>
                <a:ea typeface="Arial"/>
                <a:cs typeface="Arial"/>
              </a:defRPr>
            </a:lvl3pPr>
            <a:lvl4pPr>
              <a:defRPr sz="1350" b="0">
                <a:solidFill>
                  <a:srgbClr val="007D89"/>
                </a:solidFill>
                <a:latin typeface="Arial"/>
                <a:ea typeface="Arial"/>
                <a:cs typeface="Arial"/>
              </a:defRPr>
            </a:lvl4pPr>
            <a:lvl5pPr>
              <a:defRPr sz="1350" b="0">
                <a:solidFill>
                  <a:srgbClr val="007D89"/>
                </a:solidFill>
                <a:latin typeface="Arial"/>
                <a:ea typeface="Arial"/>
                <a:cs typeface="Arial"/>
              </a:defRPr>
            </a:lvl5pPr>
            <a:lvl6pPr>
              <a:defRPr sz="1350" b="0">
                <a:solidFill>
                  <a:srgbClr val="007D89"/>
                </a:solidFill>
                <a:latin typeface="Arial"/>
                <a:ea typeface="Arial"/>
                <a:cs typeface="Arial"/>
              </a:defRPr>
            </a:lvl6pPr>
            <a:lvl7pPr>
              <a:defRPr sz="1350" b="0">
                <a:solidFill>
                  <a:srgbClr val="007D89"/>
                </a:solidFill>
                <a:latin typeface="Arial"/>
                <a:ea typeface="Arial"/>
                <a:cs typeface="Arial"/>
              </a:defRPr>
            </a:lvl7pPr>
            <a:lvl8pPr>
              <a:defRPr sz="1350" b="0">
                <a:solidFill>
                  <a:srgbClr val="007D89"/>
                </a:solidFill>
                <a:latin typeface="Arial"/>
                <a:ea typeface="Arial"/>
                <a:cs typeface="Arial"/>
              </a:defRPr>
            </a:lvl8pPr>
            <a:lvl9pPr>
              <a:defRPr sz="1350" b="0">
                <a:solidFill>
                  <a:srgbClr val="007D89"/>
                </a:solidFill>
                <a:latin typeface="Arial"/>
                <a:ea typeface="Arial"/>
                <a:cs typeface="Arial"/>
              </a:defRPr>
            </a:lvl9pPr>
          </a:lstStyle>
          <a:p xmlns:a="http://schemas.openxmlformats.org/drawingml/2006/main">
            <a:pPr>
              <a:defRPr sz="1350" b="0">
                <a:solidFill>
                  <a:srgbClr val="007D89"/>
                </a:solidFill>
                <a:latin typeface="Arial"/>
                <a:ea typeface="Arial"/>
                <a:cs typeface="Arial"/>
              </a:defRPr>
            </a:pPr>
            <a:r>
              <a:rPr sz="1350" u="sng">
                <a:solidFill>
                  <a:srgbClr val="007D89"/>
                </a:solidFill>
                <a:latin typeface="Arial"/>
                <a:ea typeface="Arial"/>
                <a:cs typeface="Arial"/>
                <a:hlinkClick xmlns:r="http://schemas.openxmlformats.org/officeDocument/2006/relationships" r:id="R0c489b72024f4fb8"/>
              </a:rPr>
              <a:t>Java: BST.java</a:t>
            </a:r>
          </a:p>
        </p:txBody>
      </p:sp>
    </p:spTree>
    <p:extLst>
      <p:ext uri="{BB962C8B-B14F-4D97-AF65-F5344CB8AC3E}">
        <p14:creationId xmlns:p14="http://schemas.microsoft.com/office/powerpoint/2010/main" val="449836170"/>
      </p:ext>
    </p:extLst>
  </p:cSld>
</p:sld>
</file>

<file path=ppt/slides/slide31.xml><?xml version="1.0" encoding="utf-8"?>
<p:sld xmlns:p="http://schemas.openxmlformats.org/presentationml/2006/main">
  <p:cSld>
    <p:bg>
      <p:bgPr>
        <a:solidFill xmlns:a="http://schemas.openxmlformats.org/drawingml/2006/main">
          <a:srgbClr val="FAFCFD"/>
        </a:solidFill>
      </p:bgPr>
    </p:bg>
    <p:spTree>
      <p:nvGrpSpPr>
        <p:cNvPr id="1" name=""/>
        <p:cNvGrpSpPr/>
        <p:nvPr/>
      </p:nvGrpSpPr>
      <p:grpSpPr>
        <a:xfrm xmlns:a="http://schemas.openxmlformats.org/drawingml/2006/main"/>
      </p:grpSpPr>
      <p:sp>
        <p:nvSpPr>
          <p:cNvPr id="5" name="text-0">
            <a:extLst xmlns:a="http://schemas.openxmlformats.org/drawingml/2006/main">
              <a:ext uri="{FF2B5EF4-FFF2-40B4-BE49-F238E27FC236}">
                <a16:creationId xmlns:a16="http://schemas.microsoft.com/office/drawing/2014/main" id="{42831D7D-A579-4CA1-93D4-F9276447343C}"/>
              </a:ext>
            </a:extLst>
          </p:cNvPr>
          <p:cNvSpPr>
            <a:spLocks xmlns:a="http://schemas.openxmlformats.org/drawingml/2006/main" noGrp="1"/>
          </p:cNvSpPr>
          <p:nvPr/>
        </p:nvSpPr>
        <p:spPr>
          <a:xfrm xmlns:a="http://schemas.openxmlformats.org/drawingml/2006/main">
            <a:off x="609600" y="419100"/>
            <a:ext cx="10953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lgn="l">
              <a:defRPr sz="3150" b="1">
                <a:solidFill>
                  <a:srgbClr val="142E42"/>
                </a:solidFill>
                <a:latin typeface="Arial"/>
                <a:ea typeface="Arial"/>
                <a:cs typeface="Arial"/>
              </a:defRPr>
            </a:defPPr>
            <a:lvl1pPr algn="l">
              <a:buNone/>
              <a:defRPr sz="3150" b="1">
                <a:solidFill>
                  <a:srgbClr val="142E42"/>
                </a:solidFill>
                <a:latin typeface="Arial"/>
                <a:ea typeface="Arial"/>
                <a:cs typeface="Arial"/>
              </a:defRPr>
            </a:lvl1pPr>
            <a:lvl2pPr algn="l">
              <a:buNone/>
              <a:defRPr sz="3150" b="1">
                <a:solidFill>
                  <a:srgbClr val="142E42"/>
                </a:solidFill>
                <a:latin typeface="Arial"/>
                <a:ea typeface="Arial"/>
                <a:cs typeface="Arial"/>
              </a:defRPr>
            </a:lvl2pPr>
            <a:lvl3pPr algn="l">
              <a:buNone/>
              <a:defRPr sz="3150" b="1">
                <a:solidFill>
                  <a:srgbClr val="142E42"/>
                </a:solidFill>
                <a:latin typeface="Arial"/>
                <a:ea typeface="Arial"/>
                <a:cs typeface="Arial"/>
              </a:defRPr>
            </a:lvl3pPr>
            <a:lvl4pPr algn="l">
              <a:buNone/>
              <a:defRPr sz="3150" b="1">
                <a:solidFill>
                  <a:srgbClr val="142E42"/>
                </a:solidFill>
                <a:latin typeface="Arial"/>
                <a:ea typeface="Arial"/>
                <a:cs typeface="Arial"/>
              </a:defRPr>
            </a:lvl4pPr>
            <a:lvl5pPr algn="l">
              <a:buNone/>
              <a:defRPr sz="3150" b="1">
                <a:solidFill>
                  <a:srgbClr val="142E42"/>
                </a:solidFill>
                <a:latin typeface="Arial"/>
                <a:ea typeface="Arial"/>
                <a:cs typeface="Arial"/>
              </a:defRPr>
            </a:lvl5pPr>
            <a:lvl6pPr algn="l">
              <a:buNone/>
              <a:defRPr sz="3150" b="1">
                <a:solidFill>
                  <a:srgbClr val="142E42"/>
                </a:solidFill>
                <a:latin typeface="Arial"/>
                <a:ea typeface="Arial"/>
                <a:cs typeface="Arial"/>
              </a:defRPr>
            </a:lvl6pPr>
            <a:lvl7pPr algn="l">
              <a:buNone/>
              <a:defRPr sz="3150" b="1">
                <a:solidFill>
                  <a:srgbClr val="142E42"/>
                </a:solidFill>
                <a:latin typeface="Arial"/>
                <a:ea typeface="Arial"/>
                <a:cs typeface="Arial"/>
              </a:defRPr>
            </a:lvl7pPr>
            <a:lvl8pPr algn="l">
              <a:buNone/>
              <a:defRPr sz="3150" b="1">
                <a:solidFill>
                  <a:srgbClr val="142E42"/>
                </a:solidFill>
                <a:latin typeface="Arial"/>
                <a:ea typeface="Arial"/>
                <a:cs typeface="Arial"/>
              </a:defRPr>
            </a:lvl8pPr>
            <a:lvl9pPr algn="l">
              <a:buNone/>
              <a:defRPr sz="3150" b="1">
                <a:solidFill>
                  <a:srgbClr val="142E42"/>
                </a:solidFill>
                <a:latin typeface="Arial"/>
                <a:ea typeface="Arial"/>
                <a:cs typeface="Arial"/>
              </a:defRPr>
            </a:lvl9pPr>
          </a:lstStyle>
          <a:p xmlns:a="http://schemas.openxmlformats.org/drawingml/2006/main">
            <a:pPr algn="l">
              <a:buNone/>
              <a:defRPr sz="3150" b="1">
                <a:solidFill>
                  <a:srgbClr val="142E42"/>
                </a:solidFill>
                <a:latin typeface="Arial"/>
                <a:ea typeface="Arial"/>
                <a:cs typeface="Arial"/>
              </a:defRPr>
            </a:pPr>
            <a:r>
              <a:rPr sz="3150" b="1">
                <a:solidFill>
                  <a:srgbClr val="142E42"/>
                </a:solidFill>
                <a:latin typeface="Arial"/>
                <a:ea typeface="Arial"/>
                <a:cs typeface="Arial"/>
              </a:rPr>
              <a:t>The public deletion method</a:t>
            </a:r>
          </a:p>
        </p:txBody>
      </p:sp>
      <p:sp>
        <p:nvSpPr>
          <p:cNvPr id="2" name="text-1">
            <a:extLst xmlns:a="http://schemas.openxmlformats.org/drawingml/2006/main">
              <a:ext uri="{FF2B5EF4-FFF2-40B4-BE49-F238E27FC236}">
                <a16:creationId xmlns:a16="http://schemas.microsoft.com/office/drawing/2014/main" id="{54002ED5-43CF-4C42-8CB5-F1CBE48889FF}"/>
              </a:ext>
            </a:extLst>
          </p:cNvPr>
          <p:cNvSpPr>
            <a:spLocks xmlns:a="http://schemas.openxmlformats.org/drawingml/2006/main" noGrp="1"/>
          </p:cNvSpPr>
          <p:nvPr/>
        </p:nvSpPr>
        <p:spPr>
          <a:xfrm xmlns:a="http://schemas.openxmlformats.org/drawingml/2006/main">
            <a:off x="11163300" y="6381750"/>
            <a:ext cx="476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lgn="l">
              <a:defRPr sz="1275" b="0">
                <a:solidFill>
                  <a:srgbClr val="4B6070"/>
                </a:solidFill>
                <a:latin typeface="Arial"/>
                <a:ea typeface="Arial"/>
                <a:cs typeface="Arial"/>
              </a:defRPr>
            </a:defPPr>
            <a:lvl1pPr algn="l">
              <a:buNone/>
              <a:defRPr sz="1275" b="0">
                <a:solidFill>
                  <a:srgbClr val="4B6070"/>
                </a:solidFill>
                <a:latin typeface="Arial"/>
                <a:ea typeface="Arial"/>
                <a:cs typeface="Arial"/>
              </a:defRPr>
            </a:lvl1pPr>
            <a:lvl2pPr algn="l">
              <a:buNone/>
              <a:defRPr sz="1275" b="0">
                <a:solidFill>
                  <a:srgbClr val="4B6070"/>
                </a:solidFill>
                <a:latin typeface="Arial"/>
                <a:ea typeface="Arial"/>
                <a:cs typeface="Arial"/>
              </a:defRPr>
            </a:lvl2pPr>
            <a:lvl3pPr algn="l">
              <a:buNone/>
              <a:defRPr sz="1275" b="0">
                <a:solidFill>
                  <a:srgbClr val="4B6070"/>
                </a:solidFill>
                <a:latin typeface="Arial"/>
                <a:ea typeface="Arial"/>
                <a:cs typeface="Arial"/>
              </a:defRPr>
            </a:lvl3pPr>
            <a:lvl4pPr algn="l">
              <a:buNone/>
              <a:defRPr sz="1275" b="0">
                <a:solidFill>
                  <a:srgbClr val="4B6070"/>
                </a:solidFill>
                <a:latin typeface="Arial"/>
                <a:ea typeface="Arial"/>
                <a:cs typeface="Arial"/>
              </a:defRPr>
            </a:lvl4pPr>
            <a:lvl5pPr algn="l">
              <a:buNone/>
              <a:defRPr sz="1275" b="0">
                <a:solidFill>
                  <a:srgbClr val="4B6070"/>
                </a:solidFill>
                <a:latin typeface="Arial"/>
                <a:ea typeface="Arial"/>
                <a:cs typeface="Arial"/>
              </a:defRPr>
            </a:lvl5pPr>
            <a:lvl6pPr algn="l">
              <a:buNone/>
              <a:defRPr sz="1275" b="0">
                <a:solidFill>
                  <a:srgbClr val="4B6070"/>
                </a:solidFill>
                <a:latin typeface="Arial"/>
                <a:ea typeface="Arial"/>
                <a:cs typeface="Arial"/>
              </a:defRPr>
            </a:lvl6pPr>
            <a:lvl7pPr algn="l">
              <a:buNone/>
              <a:defRPr sz="1275" b="0">
                <a:solidFill>
                  <a:srgbClr val="4B6070"/>
                </a:solidFill>
                <a:latin typeface="Arial"/>
                <a:ea typeface="Arial"/>
                <a:cs typeface="Arial"/>
              </a:defRPr>
            </a:lvl7pPr>
            <a:lvl8pPr algn="l">
              <a:buNone/>
              <a:defRPr sz="1275" b="0">
                <a:solidFill>
                  <a:srgbClr val="4B6070"/>
                </a:solidFill>
                <a:latin typeface="Arial"/>
                <a:ea typeface="Arial"/>
                <a:cs typeface="Arial"/>
              </a:defRPr>
            </a:lvl8pPr>
            <a:lvl9pPr algn="l">
              <a:buNone/>
              <a:defRPr sz="1275" b="0">
                <a:solidFill>
                  <a:srgbClr val="4B6070"/>
                </a:solidFill>
                <a:latin typeface="Arial"/>
                <a:ea typeface="Arial"/>
                <a:cs typeface="Arial"/>
              </a:defRPr>
            </a:lvl9pPr>
          </a:lstStyle>
          <a:p xmlns:a="http://schemas.openxmlformats.org/drawingml/2006/main">
            <a:pPr algn="l">
              <a:buNone/>
              <a:defRPr sz="1275" b="0">
                <a:solidFill>
                  <a:srgbClr val="4B6070"/>
                </a:solidFill>
                <a:latin typeface="Arial"/>
                <a:ea typeface="Arial"/>
                <a:cs typeface="Arial"/>
              </a:defRPr>
            </a:pPr>
            <a:r>
              <a:rPr sz="1275" b="0">
                <a:solidFill>
                  <a:srgbClr val="4B6070"/>
                </a:solidFill>
                <a:latin typeface="Arial"/>
                <a:ea typeface="Arial"/>
                <a:cs typeface="Arial"/>
              </a:rPr>
              <a:t>31</a:t>
            </a:r>
          </a:p>
        </p:txBody>
      </p:sp>
      <p:sp>
        <p:nvSpPr>
          <p:cNvPr id="3" name="text-2">
            <a:extLst xmlns:a="http://schemas.openxmlformats.org/drawingml/2006/main">
              <a:ext uri="{FF2B5EF4-FFF2-40B4-BE49-F238E27FC236}">
                <a16:creationId xmlns:a16="http://schemas.microsoft.com/office/drawing/2014/main" id="{693BB9C2-4C06-445A-8C2F-EBEE7FACD98D}"/>
              </a:ext>
            </a:extLst>
          </p:cNvPr>
          <p:cNvSpPr>
            <a:spLocks xmlns:a="http://schemas.openxmlformats.org/drawingml/2006/main" noGrp="1"/>
          </p:cNvSpPr>
          <p:nvPr/>
        </p:nvSpPr>
        <p:spPr>
          <a:xfrm xmlns:a="http://schemas.openxmlformats.org/drawingml/2006/main">
            <a:off x="609600" y="1619250"/>
            <a:ext cx="10953750" cy="2667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lgn="l">
              <a:defRPr sz="2175" b="0">
                <a:solidFill>
                  <a:srgbClr val="142E42"/>
                </a:solidFill>
                <a:latin typeface="Consolas"/>
                <a:ea typeface="Consolas"/>
                <a:cs typeface="Consolas"/>
              </a:defRPr>
            </a:defPPr>
            <a:lvl1pPr algn="l">
              <a:buNone/>
              <a:defRPr sz="2175" b="0">
                <a:solidFill>
                  <a:srgbClr val="142E42"/>
                </a:solidFill>
                <a:latin typeface="Consolas"/>
                <a:ea typeface="Consolas"/>
                <a:cs typeface="Consolas"/>
              </a:defRPr>
            </a:lvl1pPr>
            <a:lvl2pPr algn="l">
              <a:buNone/>
              <a:defRPr sz="2175" b="0">
                <a:solidFill>
                  <a:srgbClr val="142E42"/>
                </a:solidFill>
                <a:latin typeface="Consolas"/>
                <a:ea typeface="Consolas"/>
                <a:cs typeface="Consolas"/>
              </a:defRPr>
            </a:lvl2pPr>
            <a:lvl3pPr algn="l">
              <a:buNone/>
              <a:defRPr sz="2175" b="0">
                <a:solidFill>
                  <a:srgbClr val="142E42"/>
                </a:solidFill>
                <a:latin typeface="Consolas"/>
                <a:ea typeface="Consolas"/>
                <a:cs typeface="Consolas"/>
              </a:defRPr>
            </a:lvl3pPr>
            <a:lvl4pPr algn="l">
              <a:buNone/>
              <a:defRPr sz="2175" b="0">
                <a:solidFill>
                  <a:srgbClr val="142E42"/>
                </a:solidFill>
                <a:latin typeface="Consolas"/>
                <a:ea typeface="Consolas"/>
                <a:cs typeface="Consolas"/>
              </a:defRPr>
            </a:lvl4pPr>
            <a:lvl5pPr algn="l">
              <a:buNone/>
              <a:defRPr sz="2175" b="0">
                <a:solidFill>
                  <a:srgbClr val="142E42"/>
                </a:solidFill>
                <a:latin typeface="Consolas"/>
                <a:ea typeface="Consolas"/>
                <a:cs typeface="Consolas"/>
              </a:defRPr>
            </a:lvl5pPr>
            <a:lvl6pPr algn="l">
              <a:buNone/>
              <a:defRPr sz="2175" b="0">
                <a:solidFill>
                  <a:srgbClr val="142E42"/>
                </a:solidFill>
                <a:latin typeface="Consolas"/>
                <a:ea typeface="Consolas"/>
                <a:cs typeface="Consolas"/>
              </a:defRPr>
            </a:lvl6pPr>
            <a:lvl7pPr algn="l">
              <a:buNone/>
              <a:defRPr sz="2175" b="0">
                <a:solidFill>
                  <a:srgbClr val="142E42"/>
                </a:solidFill>
                <a:latin typeface="Consolas"/>
                <a:ea typeface="Consolas"/>
                <a:cs typeface="Consolas"/>
              </a:defRPr>
            </a:lvl7pPr>
            <a:lvl8pPr algn="l">
              <a:buNone/>
              <a:defRPr sz="2175" b="0">
                <a:solidFill>
                  <a:srgbClr val="142E42"/>
                </a:solidFill>
                <a:latin typeface="Consolas"/>
                <a:ea typeface="Consolas"/>
                <a:cs typeface="Consolas"/>
              </a:defRPr>
            </a:lvl8pPr>
            <a:lvl9pPr algn="l">
              <a:buNone/>
              <a:defRPr sz="2175" b="0">
                <a:solidFill>
                  <a:srgbClr val="142E42"/>
                </a:solidFill>
                <a:latin typeface="Consolas"/>
                <a:ea typeface="Consolas"/>
                <a:cs typeface="Consolas"/>
              </a:defRPr>
            </a:lvl9pPr>
          </a:lstStyle>
          <a:p xmlns:a="http://schemas.openxmlformats.org/drawingml/2006/main">
            <a:pPr algn="l">
              <a:buNone/>
              <a:defRPr sz="2175" b="0">
                <a:solidFill>
                  <a:srgbClr val="142E42"/>
                </a:solidFill>
                <a:latin typeface="Consolas"/>
                <a:ea typeface="Consolas"/>
                <a:cs typeface="Consolas"/>
              </a:defRPr>
            </a:pPr>
            <a:r>
              <a:rPr sz="2175" b="0">
                <a:solidFill>
                  <a:srgbClr val="142E42"/>
                </a:solidFill>
                <a:latin typeface="Consolas"/>
                <a:ea typeface="Consolas"/>
                <a:cs typeface="Consolas"/>
              </a:rPr>
              <a:t>public </a:t>
            </a:r>
            <a:r>
              <a:rPr sz="2175" b="0">
                <a:solidFill>
                  <a:srgbClr val="142E42"/>
                </a:solidFill>
                <a:latin typeface="Consolas"/>
                <a:ea typeface="Consolas"/>
                <a:cs typeface="Consolas"/>
              </a:rPr>
              <a:t>boolean</a:t>
            </a:r>
            <a:r>
              <a:rPr sz="2175" b="0">
                <a:solidFill>
                  <a:srgbClr val="142E42"/>
                </a:solidFill>
                <a:latin typeface="Consolas"/>
                <a:ea typeface="Consolas"/>
                <a:cs typeface="Consolas"/>
              </a:rPr>
              <a:t> delete(E key) {</a:t>
            </a:r>
          </a:p>
          <a:p xmlns:a="http://schemas.openxmlformats.org/drawingml/2006/main">
            <a:pPr algn="l">
              <a:buNone/>
              <a:defRPr sz="2175" b="0">
                <a:solidFill>
                  <a:srgbClr val="142E42"/>
                </a:solidFill>
                <a:latin typeface="Consolas"/>
                <a:ea typeface="Consolas"/>
                <a:cs typeface="Consolas"/>
              </a:defRPr>
            </a:pPr>
            <a:r>
              <a:rPr sz="2175" b="0">
                <a:solidFill>
                  <a:srgbClr val="142E42"/>
                </a:solidFill>
                <a:latin typeface="Consolas"/>
                <a:ea typeface="Consolas"/>
                <a:cs typeface="Consolas"/>
              </a:rPr>
              <a:t>    </a:t>
            </a:r>
            <a:r>
              <a:rPr sz="2175" b="0">
                <a:solidFill>
                  <a:srgbClr val="142E42"/>
                </a:solidFill>
                <a:latin typeface="Consolas"/>
                <a:ea typeface="Consolas"/>
                <a:cs typeface="Consolas"/>
              </a:rPr>
              <a:t>Objects.requireNonNull</a:t>
            </a:r>
            <a:r>
              <a:rPr sz="2175" b="0">
                <a:solidFill>
                  <a:srgbClr val="142E42"/>
                </a:solidFill>
                <a:latin typeface="Consolas"/>
                <a:ea typeface="Consolas"/>
                <a:cs typeface="Consolas"/>
              </a:rPr>
              <a:t>(key);</a:t>
            </a:r>
          </a:p>
          <a:p xmlns:a="http://schemas.openxmlformats.org/drawingml/2006/main">
            <a:pPr algn="l">
              <a:buNone/>
              <a:defRPr sz="2175" b="0">
                <a:solidFill>
                  <a:srgbClr val="142E42"/>
                </a:solidFill>
                <a:latin typeface="Consolas"/>
                <a:ea typeface="Consolas"/>
                <a:cs typeface="Consolas"/>
              </a:defRPr>
            </a:pPr>
            <a:r>
              <a:rPr sz="2175" b="0">
                <a:solidFill>
                  <a:srgbClr val="142E42"/>
                </a:solidFill>
                <a:latin typeface="Consolas"/>
                <a:ea typeface="Consolas"/>
                <a:cs typeface="Consolas"/>
              </a:rPr>
              <a:t>    if (!contains(key)) return false;</a:t>
            </a:r>
          </a:p>
          <a:p xmlns:a="http://schemas.openxmlformats.org/drawingml/2006/main">
            <a:pPr algn="l">
              <a:buNone/>
              <a:defRPr sz="2175" b="0">
                <a:solidFill>
                  <a:srgbClr val="142E42"/>
                </a:solidFill>
                <a:latin typeface="Consolas"/>
                <a:ea typeface="Consolas"/>
                <a:cs typeface="Consolas"/>
              </a:defRPr>
            </a:pPr>
            <a:r>
              <a:rPr sz="2175" b="0">
                <a:solidFill>
                  <a:srgbClr val="142E42"/>
                </a:solidFill>
                <a:latin typeface="Consolas"/>
                <a:ea typeface="Consolas"/>
                <a:cs typeface="Consolas"/>
              </a:rPr>
              <a:t>    root = delete(root, key);</a:t>
            </a:r>
          </a:p>
          <a:p xmlns:a="http://schemas.openxmlformats.org/drawingml/2006/main">
            <a:pPr algn="l">
              <a:buNone/>
              <a:defRPr sz="2175" b="0">
                <a:solidFill>
                  <a:srgbClr val="142E42"/>
                </a:solidFill>
                <a:latin typeface="Consolas"/>
                <a:ea typeface="Consolas"/>
                <a:cs typeface="Consolas"/>
              </a:defRPr>
            </a:pPr>
            <a:r>
              <a:rPr sz="2175" b="0">
                <a:solidFill>
                  <a:srgbClr val="142E42"/>
                </a:solidFill>
                <a:latin typeface="Consolas"/>
                <a:ea typeface="Consolas"/>
                <a:cs typeface="Consolas"/>
              </a:rPr>
              <a:t>    size--;</a:t>
            </a:r>
          </a:p>
          <a:p xmlns:a="http://schemas.openxmlformats.org/drawingml/2006/main">
            <a:pPr algn="l">
              <a:buNone/>
              <a:defRPr sz="2175" b="0">
                <a:solidFill>
                  <a:srgbClr val="142E42"/>
                </a:solidFill>
                <a:latin typeface="Consolas"/>
                <a:ea typeface="Consolas"/>
                <a:cs typeface="Consolas"/>
              </a:defRPr>
            </a:pPr>
            <a:r>
              <a:rPr sz="2175" b="0">
                <a:solidFill>
                  <a:srgbClr val="142E42"/>
                </a:solidFill>
                <a:latin typeface="Consolas"/>
                <a:ea typeface="Consolas"/>
                <a:cs typeface="Consolas"/>
              </a:rPr>
              <a:t>    return true;</a:t>
            </a:r>
          </a:p>
          <a:p xmlns:a="http://schemas.openxmlformats.org/drawingml/2006/main">
            <a:pPr algn="l">
              <a:buNone/>
              <a:defRPr sz="2175" b="0">
                <a:solidFill>
                  <a:srgbClr val="142E42"/>
                </a:solidFill>
                <a:latin typeface="Consolas"/>
                <a:ea typeface="Consolas"/>
                <a:cs typeface="Consolas"/>
              </a:defRPr>
            </a:pPr>
            <a:r>
              <a:rPr sz="2175" b="0">
                <a:solidFill>
                  <a:srgbClr val="142E42"/>
                </a:solidFill>
                <a:latin typeface="Consolas"/>
                <a:ea typeface="Consolas"/>
                <a:cs typeface="Consolas"/>
              </a:rPr>
              <a:t>}</a:t>
            </a:r>
          </a:p>
        </p:txBody>
      </p:sp>
      <p:sp>
        <p:nvSpPr>
          <p:cNvPr id="4" name="text-3">
            <a:extLst xmlns:a="http://schemas.openxmlformats.org/drawingml/2006/main">
              <a:ext uri="{FF2B5EF4-FFF2-40B4-BE49-F238E27FC236}">
                <a16:creationId xmlns:a16="http://schemas.microsoft.com/office/drawing/2014/main" id="{B94F9713-10E7-4C1A-8DAA-5FB54CBF11AA}"/>
              </a:ext>
            </a:extLst>
          </p:cNvPr>
          <p:cNvSpPr>
            <a:spLocks xmlns:a="http://schemas.openxmlformats.org/drawingml/2006/main" noGrp="1"/>
          </p:cNvSpPr>
          <p:nvPr/>
        </p:nvSpPr>
        <p:spPr>
          <a:xfrm xmlns:a="http://schemas.openxmlformats.org/drawingml/2006/main">
            <a:off x="609600" y="4619625"/>
            <a:ext cx="10858500" cy="1143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lgn="l">
              <a:defRPr sz="2025" b="0">
                <a:solidFill>
                  <a:srgbClr val="142E42"/>
                </a:solidFill>
                <a:latin typeface="Arial"/>
                <a:ea typeface="Arial"/>
                <a:cs typeface="Arial"/>
              </a:defRPr>
            </a:defPPr>
            <a:lvl1pPr algn="l">
              <a:buNone/>
              <a:defRPr sz="2025" b="0">
                <a:solidFill>
                  <a:srgbClr val="142E42"/>
                </a:solidFill>
                <a:latin typeface="Arial"/>
                <a:ea typeface="Arial"/>
                <a:cs typeface="Arial"/>
              </a:defRPr>
            </a:lvl1pPr>
            <a:lvl2pPr algn="l">
              <a:buNone/>
              <a:defRPr sz="2025" b="0">
                <a:solidFill>
                  <a:srgbClr val="142E42"/>
                </a:solidFill>
                <a:latin typeface="Arial"/>
                <a:ea typeface="Arial"/>
                <a:cs typeface="Arial"/>
              </a:defRPr>
            </a:lvl2pPr>
            <a:lvl3pPr algn="l">
              <a:buNone/>
              <a:defRPr sz="2025" b="0">
                <a:solidFill>
                  <a:srgbClr val="142E42"/>
                </a:solidFill>
                <a:latin typeface="Arial"/>
                <a:ea typeface="Arial"/>
                <a:cs typeface="Arial"/>
              </a:defRPr>
            </a:lvl3pPr>
            <a:lvl4pPr algn="l">
              <a:buNone/>
              <a:defRPr sz="2025" b="0">
                <a:solidFill>
                  <a:srgbClr val="142E42"/>
                </a:solidFill>
                <a:latin typeface="Arial"/>
                <a:ea typeface="Arial"/>
                <a:cs typeface="Arial"/>
              </a:defRPr>
            </a:lvl4pPr>
            <a:lvl5pPr algn="l">
              <a:buNone/>
              <a:defRPr sz="2025" b="0">
                <a:solidFill>
                  <a:srgbClr val="142E42"/>
                </a:solidFill>
                <a:latin typeface="Arial"/>
                <a:ea typeface="Arial"/>
                <a:cs typeface="Arial"/>
              </a:defRPr>
            </a:lvl5pPr>
            <a:lvl6pPr algn="l">
              <a:buNone/>
              <a:defRPr sz="2025" b="0">
                <a:solidFill>
                  <a:srgbClr val="142E42"/>
                </a:solidFill>
                <a:latin typeface="Arial"/>
                <a:ea typeface="Arial"/>
                <a:cs typeface="Arial"/>
              </a:defRPr>
            </a:lvl6pPr>
            <a:lvl7pPr algn="l">
              <a:buNone/>
              <a:defRPr sz="2025" b="0">
                <a:solidFill>
                  <a:srgbClr val="142E42"/>
                </a:solidFill>
                <a:latin typeface="Arial"/>
                <a:ea typeface="Arial"/>
                <a:cs typeface="Arial"/>
              </a:defRPr>
            </a:lvl7pPr>
            <a:lvl8pPr algn="l">
              <a:buNone/>
              <a:defRPr sz="2025" b="0">
                <a:solidFill>
                  <a:srgbClr val="142E42"/>
                </a:solidFill>
                <a:latin typeface="Arial"/>
                <a:ea typeface="Arial"/>
                <a:cs typeface="Arial"/>
              </a:defRPr>
            </a:lvl8pPr>
            <a:lvl9pPr algn="l">
              <a:buNone/>
              <a:defRPr sz="2025" b="0">
                <a:solidFill>
                  <a:srgbClr val="142E42"/>
                </a:solidFill>
                <a:latin typeface="Arial"/>
                <a:ea typeface="Arial"/>
                <a:cs typeface="Arial"/>
              </a:defRPr>
            </a:lvl9pPr>
          </a:lstStyle>
          <a:p xmlns:a="http://schemas.openxmlformats.org/drawingml/2006/main">
            <a:pPr algn="l">
              <a:buNone/>
              <a:defRPr sz="2025" b="0">
                <a:solidFill>
                  <a:srgbClr val="142E42"/>
                </a:solidFill>
                <a:latin typeface="Arial"/>
                <a:ea typeface="Arial"/>
                <a:cs typeface="Arial"/>
              </a:defRPr>
            </a:pPr>
            <a:r>
              <a:rPr sz="2025" b="0">
                <a:solidFill>
                  <a:srgbClr val="142E42"/>
                </a:solidFill>
                <a:latin typeface="Arial"/>
                <a:ea typeface="Arial"/>
                <a:cs typeface="Arial"/>
              </a:rPr>
              <a:t>The preliminary search keeps size bookkeeping simple.</a:t>
            </a:r>
          </a:p>
          <a:p xmlns:a="http://schemas.openxmlformats.org/drawingml/2006/main">
            <a:pPr algn="l">
              <a:buNone/>
              <a:defRPr sz="2025" b="0">
                <a:solidFill>
                  <a:srgbClr val="142E42"/>
                </a:solidFill>
                <a:latin typeface="Arial"/>
                <a:ea typeface="Arial"/>
                <a:cs typeface="Arial"/>
              </a:defRPr>
            </a:pPr>
            <a:r>
              <a:rPr sz="2025" b="0">
                <a:solidFill>
                  <a:srgbClr val="142E42"/>
                </a:solidFill>
                <a:latin typeface="Arial"/>
                <a:ea typeface="Arial"/>
                <a:cs typeface="Arial"/>
              </a:rPr>
              <a:t>A later optimization can combine search and deletion.</a:t>
            </a:r>
          </a:p>
          <a:p xmlns:a="http://schemas.openxmlformats.org/drawingml/2006/main">
            <a:pPr algn="l">
              <a:buNone/>
              <a:defRPr sz="2025" b="0">
                <a:solidFill>
                  <a:srgbClr val="142E42"/>
                </a:solidFill>
                <a:latin typeface="Arial"/>
                <a:ea typeface="Arial"/>
                <a:cs typeface="Arial"/>
              </a:defRPr>
            </a:pPr>
            <a:r>
              <a:rPr sz="2025" b="0">
                <a:solidFill>
                  <a:srgbClr val="142E42"/>
                </a:solidFill>
                <a:latin typeface="Arial"/>
                <a:ea typeface="Arial"/>
                <a:cs typeface="Arial"/>
              </a:rPr>
              <a:t>Both versions take O(h + 1) time.</a:t>
            </a:r>
          </a:p>
        </p:txBody>
      </p:sp>
      <p:sp>
        <p:nvSpPr>
          <p:cNvPr id="6" name="local-java-BST">
            <a:extLst xmlns:a="http://schemas.openxmlformats.org/drawingml/2006/main">
              <a:ext uri="{FF2B5EF4-FFF2-40B4-BE49-F238E27FC236}">
                <a16:creationId xmlns:a16="http://schemas.microsoft.com/office/drawing/2014/main" id="{828F7571-5277-43B9-A781-8D622D79C4AB}"/>
              </a:ext>
            </a:extLst>
          </p:cNvPr>
          <p:cNvSpPr>
            <a:spLocks xmlns:a="http://schemas.openxmlformats.org/drawingml/2006/main" noGrp="1"/>
          </p:cNvSpPr>
          <p:nvPr/>
        </p:nvSpPr>
        <p:spPr>
          <a:xfrm xmlns:a="http://schemas.openxmlformats.org/drawingml/2006/main">
            <a:off x="609600" y="6134100"/>
            <a:ext cx="357187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350" b="0">
                <a:solidFill>
                  <a:srgbClr val="007D89"/>
                </a:solidFill>
                <a:latin typeface="Arial"/>
                <a:ea typeface="Arial"/>
                <a:cs typeface="Arial"/>
              </a:defRPr>
            </a:defPPr>
            <a:lvl1pPr>
              <a:defRPr sz="1350" b="0">
                <a:solidFill>
                  <a:srgbClr val="007D89"/>
                </a:solidFill>
                <a:latin typeface="Arial"/>
                <a:ea typeface="Arial"/>
                <a:cs typeface="Arial"/>
              </a:defRPr>
            </a:lvl1pPr>
            <a:lvl2pPr>
              <a:defRPr sz="1350" b="0">
                <a:solidFill>
                  <a:srgbClr val="007D89"/>
                </a:solidFill>
                <a:latin typeface="Arial"/>
                <a:ea typeface="Arial"/>
                <a:cs typeface="Arial"/>
              </a:defRPr>
            </a:lvl2pPr>
            <a:lvl3pPr>
              <a:defRPr sz="1350" b="0">
                <a:solidFill>
                  <a:srgbClr val="007D89"/>
                </a:solidFill>
                <a:latin typeface="Arial"/>
                <a:ea typeface="Arial"/>
                <a:cs typeface="Arial"/>
              </a:defRPr>
            </a:lvl3pPr>
            <a:lvl4pPr>
              <a:defRPr sz="1350" b="0">
                <a:solidFill>
                  <a:srgbClr val="007D89"/>
                </a:solidFill>
                <a:latin typeface="Arial"/>
                <a:ea typeface="Arial"/>
                <a:cs typeface="Arial"/>
              </a:defRPr>
            </a:lvl4pPr>
            <a:lvl5pPr>
              <a:defRPr sz="1350" b="0">
                <a:solidFill>
                  <a:srgbClr val="007D89"/>
                </a:solidFill>
                <a:latin typeface="Arial"/>
                <a:ea typeface="Arial"/>
                <a:cs typeface="Arial"/>
              </a:defRPr>
            </a:lvl5pPr>
            <a:lvl6pPr>
              <a:defRPr sz="1350" b="0">
                <a:solidFill>
                  <a:srgbClr val="007D89"/>
                </a:solidFill>
                <a:latin typeface="Arial"/>
                <a:ea typeface="Arial"/>
                <a:cs typeface="Arial"/>
              </a:defRPr>
            </a:lvl6pPr>
            <a:lvl7pPr>
              <a:defRPr sz="1350" b="0">
                <a:solidFill>
                  <a:srgbClr val="007D89"/>
                </a:solidFill>
                <a:latin typeface="Arial"/>
                <a:ea typeface="Arial"/>
                <a:cs typeface="Arial"/>
              </a:defRPr>
            </a:lvl7pPr>
            <a:lvl8pPr>
              <a:defRPr sz="1350" b="0">
                <a:solidFill>
                  <a:srgbClr val="007D89"/>
                </a:solidFill>
                <a:latin typeface="Arial"/>
                <a:ea typeface="Arial"/>
                <a:cs typeface="Arial"/>
              </a:defRPr>
            </a:lvl8pPr>
            <a:lvl9pPr>
              <a:defRPr sz="1350" b="0">
                <a:solidFill>
                  <a:srgbClr val="007D89"/>
                </a:solidFill>
                <a:latin typeface="Arial"/>
                <a:ea typeface="Arial"/>
                <a:cs typeface="Arial"/>
              </a:defRPr>
            </a:lvl9pPr>
          </a:lstStyle>
          <a:p xmlns:a="http://schemas.openxmlformats.org/drawingml/2006/main">
            <a:pPr>
              <a:defRPr sz="1350" b="0">
                <a:solidFill>
                  <a:srgbClr val="007D89"/>
                </a:solidFill>
                <a:latin typeface="Arial"/>
                <a:ea typeface="Arial"/>
                <a:cs typeface="Arial"/>
              </a:defRPr>
            </a:pPr>
            <a:r>
              <a:rPr sz="1350" u="sng">
                <a:solidFill>
                  <a:srgbClr val="007D89"/>
                </a:solidFill>
                <a:latin typeface="Arial"/>
                <a:ea typeface="Arial"/>
                <a:cs typeface="Arial"/>
                <a:hlinkClick xmlns:r="http://schemas.openxmlformats.org/officeDocument/2006/relationships" r:id="Rc4d958ef1b0f4e10"/>
              </a:rPr>
              <a:t>Java: BST.java</a:t>
            </a:r>
          </a:p>
        </p:txBody>
      </p:sp>
      <p:sp>
        <p:nvSpPr>
          <p:cNvPr id="7" name="local-java-DeletionDemo">
            <a:extLst xmlns:a="http://schemas.openxmlformats.org/drawingml/2006/main">
              <a:ext uri="{FF2B5EF4-FFF2-40B4-BE49-F238E27FC236}">
                <a16:creationId xmlns:a16="http://schemas.microsoft.com/office/drawing/2014/main" id="{2198B539-5878-4E53-9E2C-E2534E91958C}"/>
              </a:ext>
            </a:extLst>
          </p:cNvPr>
          <p:cNvSpPr>
            <a:spLocks xmlns:a="http://schemas.openxmlformats.org/drawingml/2006/main" noGrp="1"/>
          </p:cNvSpPr>
          <p:nvPr/>
        </p:nvSpPr>
        <p:spPr>
          <a:xfrm xmlns:a="http://schemas.openxmlformats.org/drawingml/2006/main">
            <a:off x="4229100" y="6134100"/>
            <a:ext cx="357187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350" b="0">
                <a:solidFill>
                  <a:srgbClr val="007D89"/>
                </a:solidFill>
                <a:latin typeface="Arial"/>
                <a:ea typeface="Arial"/>
                <a:cs typeface="Arial"/>
              </a:defRPr>
            </a:defPPr>
            <a:lvl1pPr>
              <a:defRPr sz="1350" b="0">
                <a:solidFill>
                  <a:srgbClr val="007D89"/>
                </a:solidFill>
                <a:latin typeface="Arial"/>
                <a:ea typeface="Arial"/>
                <a:cs typeface="Arial"/>
              </a:defRPr>
            </a:lvl1pPr>
            <a:lvl2pPr>
              <a:defRPr sz="1350" b="0">
                <a:solidFill>
                  <a:srgbClr val="007D89"/>
                </a:solidFill>
                <a:latin typeface="Arial"/>
                <a:ea typeface="Arial"/>
                <a:cs typeface="Arial"/>
              </a:defRPr>
            </a:lvl2pPr>
            <a:lvl3pPr>
              <a:defRPr sz="1350" b="0">
                <a:solidFill>
                  <a:srgbClr val="007D89"/>
                </a:solidFill>
                <a:latin typeface="Arial"/>
                <a:ea typeface="Arial"/>
                <a:cs typeface="Arial"/>
              </a:defRPr>
            </a:lvl3pPr>
            <a:lvl4pPr>
              <a:defRPr sz="1350" b="0">
                <a:solidFill>
                  <a:srgbClr val="007D89"/>
                </a:solidFill>
                <a:latin typeface="Arial"/>
                <a:ea typeface="Arial"/>
                <a:cs typeface="Arial"/>
              </a:defRPr>
            </a:lvl4pPr>
            <a:lvl5pPr>
              <a:defRPr sz="1350" b="0">
                <a:solidFill>
                  <a:srgbClr val="007D89"/>
                </a:solidFill>
                <a:latin typeface="Arial"/>
                <a:ea typeface="Arial"/>
                <a:cs typeface="Arial"/>
              </a:defRPr>
            </a:lvl5pPr>
            <a:lvl6pPr>
              <a:defRPr sz="1350" b="0">
                <a:solidFill>
                  <a:srgbClr val="007D89"/>
                </a:solidFill>
                <a:latin typeface="Arial"/>
                <a:ea typeface="Arial"/>
                <a:cs typeface="Arial"/>
              </a:defRPr>
            </a:lvl6pPr>
            <a:lvl7pPr>
              <a:defRPr sz="1350" b="0">
                <a:solidFill>
                  <a:srgbClr val="007D89"/>
                </a:solidFill>
                <a:latin typeface="Arial"/>
                <a:ea typeface="Arial"/>
                <a:cs typeface="Arial"/>
              </a:defRPr>
            </a:lvl7pPr>
            <a:lvl8pPr>
              <a:defRPr sz="1350" b="0">
                <a:solidFill>
                  <a:srgbClr val="007D89"/>
                </a:solidFill>
                <a:latin typeface="Arial"/>
                <a:ea typeface="Arial"/>
                <a:cs typeface="Arial"/>
              </a:defRPr>
            </a:lvl8pPr>
            <a:lvl9pPr>
              <a:defRPr sz="1350" b="0">
                <a:solidFill>
                  <a:srgbClr val="007D89"/>
                </a:solidFill>
                <a:latin typeface="Arial"/>
                <a:ea typeface="Arial"/>
                <a:cs typeface="Arial"/>
              </a:defRPr>
            </a:lvl9pPr>
          </a:lstStyle>
          <a:p xmlns:a="http://schemas.openxmlformats.org/drawingml/2006/main">
            <a:pPr>
              <a:defRPr sz="1350" b="0">
                <a:solidFill>
                  <a:srgbClr val="007D89"/>
                </a:solidFill>
                <a:latin typeface="Arial"/>
                <a:ea typeface="Arial"/>
                <a:cs typeface="Arial"/>
              </a:defRPr>
            </a:pPr>
            <a:r>
              <a:rPr sz="1350" u="sng">
                <a:solidFill>
                  <a:srgbClr val="007D89"/>
                </a:solidFill>
                <a:latin typeface="Arial"/>
                <a:ea typeface="Arial"/>
                <a:cs typeface="Arial"/>
                <a:hlinkClick xmlns:r="http://schemas.openxmlformats.org/officeDocument/2006/relationships" r:id="R8d55f96803704ea7"/>
              </a:rPr>
              <a:t>Java: DeletionDemo.java</a:t>
            </a:r>
          </a:p>
        </p:txBody>
      </p:sp>
    </p:spTree>
    <p:extLst>
      <p:ext uri="{BB962C8B-B14F-4D97-AF65-F5344CB8AC3E}">
        <p14:creationId xmlns:p14="http://schemas.microsoft.com/office/powerpoint/2010/main" val="1916927276"/>
      </p:ext>
    </p:extLst>
  </p:cSld>
</p:sld>
</file>

<file path=ppt/slides/slide32.xml><?xml version="1.0" encoding="utf-8"?>
<p:sld xmlns:p="http://schemas.openxmlformats.org/presentationml/2006/main">
  <p:cSld>
    <p:bg>
      <p:bgPr>
        <a:solidFill xmlns:a="http://schemas.openxmlformats.org/drawingml/2006/main">
          <a:srgbClr val="FAFCFD"/>
        </a:solidFill>
      </p:bgPr>
    </p:bg>
    <p:spTree>
      <p:nvGrpSpPr>
        <p:cNvPr id="1" name=""/>
        <p:cNvGrpSpPr/>
        <p:nvPr/>
      </p:nvGrpSpPr>
      <p:grpSpPr>
        <a:xfrm xmlns:a="http://schemas.openxmlformats.org/drawingml/2006/main"/>
      </p:grpSpPr>
      <p:sp>
        <p:nvSpPr>
          <p:cNvPr id="5" name="text-0">
            <a:extLst xmlns:a="http://schemas.openxmlformats.org/drawingml/2006/main">
              <a:ext uri="{FF2B5EF4-FFF2-40B4-BE49-F238E27FC236}">
                <a16:creationId xmlns:a16="http://schemas.microsoft.com/office/drawing/2014/main" id="{FE2ABB4B-FAE9-438E-BFF5-280C4863384F}"/>
              </a:ext>
            </a:extLst>
          </p:cNvPr>
          <p:cNvSpPr>
            <a:spLocks xmlns:a="http://schemas.openxmlformats.org/drawingml/2006/main" noGrp="1"/>
          </p:cNvSpPr>
          <p:nvPr/>
        </p:nvSpPr>
        <p:spPr>
          <a:xfrm xmlns:a="http://schemas.openxmlformats.org/drawingml/2006/main">
            <a:off x="609600" y="419100"/>
            <a:ext cx="10953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lgn="l">
              <a:defRPr sz="3150" b="1">
                <a:solidFill>
                  <a:srgbClr val="142E42"/>
                </a:solidFill>
                <a:latin typeface="Arial"/>
                <a:ea typeface="Arial"/>
                <a:cs typeface="Arial"/>
              </a:defRPr>
            </a:defPPr>
            <a:lvl1pPr algn="l">
              <a:buNone/>
              <a:defRPr sz="3150" b="1">
                <a:solidFill>
                  <a:srgbClr val="142E42"/>
                </a:solidFill>
                <a:latin typeface="Arial"/>
                <a:ea typeface="Arial"/>
                <a:cs typeface="Arial"/>
              </a:defRPr>
            </a:lvl1pPr>
            <a:lvl2pPr algn="l">
              <a:buNone/>
              <a:defRPr sz="3150" b="1">
                <a:solidFill>
                  <a:srgbClr val="142E42"/>
                </a:solidFill>
                <a:latin typeface="Arial"/>
                <a:ea typeface="Arial"/>
                <a:cs typeface="Arial"/>
              </a:defRPr>
            </a:lvl2pPr>
            <a:lvl3pPr algn="l">
              <a:buNone/>
              <a:defRPr sz="3150" b="1">
                <a:solidFill>
                  <a:srgbClr val="142E42"/>
                </a:solidFill>
                <a:latin typeface="Arial"/>
                <a:ea typeface="Arial"/>
                <a:cs typeface="Arial"/>
              </a:defRPr>
            </a:lvl3pPr>
            <a:lvl4pPr algn="l">
              <a:buNone/>
              <a:defRPr sz="3150" b="1">
                <a:solidFill>
                  <a:srgbClr val="142E42"/>
                </a:solidFill>
                <a:latin typeface="Arial"/>
                <a:ea typeface="Arial"/>
                <a:cs typeface="Arial"/>
              </a:defRPr>
            </a:lvl4pPr>
            <a:lvl5pPr algn="l">
              <a:buNone/>
              <a:defRPr sz="3150" b="1">
                <a:solidFill>
                  <a:srgbClr val="142E42"/>
                </a:solidFill>
                <a:latin typeface="Arial"/>
                <a:ea typeface="Arial"/>
                <a:cs typeface="Arial"/>
              </a:defRPr>
            </a:lvl5pPr>
            <a:lvl6pPr algn="l">
              <a:buNone/>
              <a:defRPr sz="3150" b="1">
                <a:solidFill>
                  <a:srgbClr val="142E42"/>
                </a:solidFill>
                <a:latin typeface="Arial"/>
                <a:ea typeface="Arial"/>
                <a:cs typeface="Arial"/>
              </a:defRPr>
            </a:lvl6pPr>
            <a:lvl7pPr algn="l">
              <a:buNone/>
              <a:defRPr sz="3150" b="1">
                <a:solidFill>
                  <a:srgbClr val="142E42"/>
                </a:solidFill>
                <a:latin typeface="Arial"/>
                <a:ea typeface="Arial"/>
                <a:cs typeface="Arial"/>
              </a:defRPr>
            </a:lvl7pPr>
            <a:lvl8pPr algn="l">
              <a:buNone/>
              <a:defRPr sz="3150" b="1">
                <a:solidFill>
                  <a:srgbClr val="142E42"/>
                </a:solidFill>
                <a:latin typeface="Arial"/>
                <a:ea typeface="Arial"/>
                <a:cs typeface="Arial"/>
              </a:defRPr>
            </a:lvl8pPr>
            <a:lvl9pPr algn="l">
              <a:buNone/>
              <a:defRPr sz="3150" b="1">
                <a:solidFill>
                  <a:srgbClr val="142E42"/>
                </a:solidFill>
                <a:latin typeface="Arial"/>
                <a:ea typeface="Arial"/>
                <a:cs typeface="Arial"/>
              </a:defRPr>
            </a:lvl9pPr>
          </a:lstStyle>
          <a:p xmlns:a="http://schemas.openxmlformats.org/drawingml/2006/main">
            <a:pPr algn="l">
              <a:buNone/>
              <a:defRPr sz="3150" b="1">
                <a:solidFill>
                  <a:srgbClr val="142E42"/>
                </a:solidFill>
                <a:latin typeface="Arial"/>
                <a:ea typeface="Arial"/>
                <a:cs typeface="Arial"/>
              </a:defRPr>
            </a:pPr>
            <a:r>
              <a:rPr sz="3150" b="1">
                <a:solidFill>
                  <a:srgbClr val="142E42"/>
                </a:solidFill>
                <a:latin typeface="Arial"/>
                <a:ea typeface="Arial"/>
                <a:cs typeface="Arial"/>
              </a:rPr>
              <a:t>An inorder iterator</a:t>
            </a:r>
          </a:p>
        </p:txBody>
      </p:sp>
      <p:sp>
        <p:nvSpPr>
          <p:cNvPr id="2" name="text-1">
            <a:extLst xmlns:a="http://schemas.openxmlformats.org/drawingml/2006/main">
              <a:ext uri="{FF2B5EF4-FFF2-40B4-BE49-F238E27FC236}">
                <a16:creationId xmlns:a16="http://schemas.microsoft.com/office/drawing/2014/main" id="{259D1B03-66AB-4047-BC19-FDD1A5648C93}"/>
              </a:ext>
            </a:extLst>
          </p:cNvPr>
          <p:cNvSpPr>
            <a:spLocks xmlns:a="http://schemas.openxmlformats.org/drawingml/2006/main" noGrp="1"/>
          </p:cNvSpPr>
          <p:nvPr/>
        </p:nvSpPr>
        <p:spPr>
          <a:xfrm xmlns:a="http://schemas.openxmlformats.org/drawingml/2006/main">
            <a:off x="11163300" y="6381750"/>
            <a:ext cx="476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lgn="l">
              <a:defRPr sz="1275" b="0">
                <a:solidFill>
                  <a:srgbClr val="4B6070"/>
                </a:solidFill>
                <a:latin typeface="Arial"/>
                <a:ea typeface="Arial"/>
                <a:cs typeface="Arial"/>
              </a:defRPr>
            </a:defPPr>
            <a:lvl1pPr algn="l">
              <a:buNone/>
              <a:defRPr sz="1275" b="0">
                <a:solidFill>
                  <a:srgbClr val="4B6070"/>
                </a:solidFill>
                <a:latin typeface="Arial"/>
                <a:ea typeface="Arial"/>
                <a:cs typeface="Arial"/>
              </a:defRPr>
            </a:lvl1pPr>
            <a:lvl2pPr algn="l">
              <a:buNone/>
              <a:defRPr sz="1275" b="0">
                <a:solidFill>
                  <a:srgbClr val="4B6070"/>
                </a:solidFill>
                <a:latin typeface="Arial"/>
                <a:ea typeface="Arial"/>
                <a:cs typeface="Arial"/>
              </a:defRPr>
            </a:lvl2pPr>
            <a:lvl3pPr algn="l">
              <a:buNone/>
              <a:defRPr sz="1275" b="0">
                <a:solidFill>
                  <a:srgbClr val="4B6070"/>
                </a:solidFill>
                <a:latin typeface="Arial"/>
                <a:ea typeface="Arial"/>
                <a:cs typeface="Arial"/>
              </a:defRPr>
            </a:lvl3pPr>
            <a:lvl4pPr algn="l">
              <a:buNone/>
              <a:defRPr sz="1275" b="0">
                <a:solidFill>
                  <a:srgbClr val="4B6070"/>
                </a:solidFill>
                <a:latin typeface="Arial"/>
                <a:ea typeface="Arial"/>
                <a:cs typeface="Arial"/>
              </a:defRPr>
            </a:lvl4pPr>
            <a:lvl5pPr algn="l">
              <a:buNone/>
              <a:defRPr sz="1275" b="0">
                <a:solidFill>
                  <a:srgbClr val="4B6070"/>
                </a:solidFill>
                <a:latin typeface="Arial"/>
                <a:ea typeface="Arial"/>
                <a:cs typeface="Arial"/>
              </a:defRPr>
            </a:lvl5pPr>
            <a:lvl6pPr algn="l">
              <a:buNone/>
              <a:defRPr sz="1275" b="0">
                <a:solidFill>
                  <a:srgbClr val="4B6070"/>
                </a:solidFill>
                <a:latin typeface="Arial"/>
                <a:ea typeface="Arial"/>
                <a:cs typeface="Arial"/>
              </a:defRPr>
            </a:lvl6pPr>
            <a:lvl7pPr algn="l">
              <a:buNone/>
              <a:defRPr sz="1275" b="0">
                <a:solidFill>
                  <a:srgbClr val="4B6070"/>
                </a:solidFill>
                <a:latin typeface="Arial"/>
                <a:ea typeface="Arial"/>
                <a:cs typeface="Arial"/>
              </a:defRPr>
            </a:lvl7pPr>
            <a:lvl8pPr algn="l">
              <a:buNone/>
              <a:defRPr sz="1275" b="0">
                <a:solidFill>
                  <a:srgbClr val="4B6070"/>
                </a:solidFill>
                <a:latin typeface="Arial"/>
                <a:ea typeface="Arial"/>
                <a:cs typeface="Arial"/>
              </a:defRPr>
            </a:lvl8pPr>
            <a:lvl9pPr algn="l">
              <a:buNone/>
              <a:defRPr sz="1275" b="0">
                <a:solidFill>
                  <a:srgbClr val="4B6070"/>
                </a:solidFill>
                <a:latin typeface="Arial"/>
                <a:ea typeface="Arial"/>
                <a:cs typeface="Arial"/>
              </a:defRPr>
            </a:lvl9pPr>
          </a:lstStyle>
          <a:p xmlns:a="http://schemas.openxmlformats.org/drawingml/2006/main">
            <a:pPr algn="l">
              <a:buNone/>
              <a:defRPr sz="1275" b="0">
                <a:solidFill>
                  <a:srgbClr val="4B6070"/>
                </a:solidFill>
                <a:latin typeface="Arial"/>
                <a:ea typeface="Arial"/>
                <a:cs typeface="Arial"/>
              </a:defRPr>
            </a:pPr>
            <a:r>
              <a:rPr sz="1275" b="0">
                <a:solidFill>
                  <a:srgbClr val="4B6070"/>
                </a:solidFill>
                <a:latin typeface="Arial"/>
                <a:ea typeface="Arial"/>
                <a:cs typeface="Arial"/>
              </a:rPr>
              <a:t>32</a:t>
            </a:r>
          </a:p>
        </p:txBody>
      </p:sp>
      <p:sp>
        <p:nvSpPr>
          <p:cNvPr id="3" name="text-2">
            <a:extLst xmlns:a="http://schemas.openxmlformats.org/drawingml/2006/main">
              <a:ext uri="{FF2B5EF4-FFF2-40B4-BE49-F238E27FC236}">
                <a16:creationId xmlns:a16="http://schemas.microsoft.com/office/drawing/2014/main" id="{0FD476F6-6CB5-4998-BC1D-D2D21DF6000F}"/>
              </a:ext>
            </a:extLst>
          </p:cNvPr>
          <p:cNvSpPr>
            <a:spLocks xmlns:a="http://schemas.openxmlformats.org/drawingml/2006/main" noGrp="1"/>
          </p:cNvSpPr>
          <p:nvPr/>
        </p:nvSpPr>
        <p:spPr>
          <a:xfrm xmlns:a="http://schemas.openxmlformats.org/drawingml/2006/main">
            <a:off x="609600" y="1571625"/>
            <a:ext cx="10810875" cy="414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lgn="l">
              <a:defRPr sz="2175" b="0">
                <a:solidFill>
                  <a:srgbClr val="142E42"/>
                </a:solidFill>
                <a:latin typeface="Arial"/>
                <a:ea typeface="Arial"/>
                <a:cs typeface="Arial"/>
              </a:defRPr>
            </a:defPPr>
            <a:lvl1pPr algn="l">
              <a:buNone/>
              <a:defRPr sz="2175" b="0">
                <a:solidFill>
                  <a:srgbClr val="142E42"/>
                </a:solidFill>
                <a:latin typeface="Arial"/>
                <a:ea typeface="Arial"/>
                <a:cs typeface="Arial"/>
              </a:defRPr>
            </a:lvl1pPr>
            <a:lvl2pPr algn="l">
              <a:buNone/>
              <a:defRPr sz="2175" b="0">
                <a:solidFill>
                  <a:srgbClr val="142E42"/>
                </a:solidFill>
                <a:latin typeface="Arial"/>
                <a:ea typeface="Arial"/>
                <a:cs typeface="Arial"/>
              </a:defRPr>
            </a:lvl2pPr>
            <a:lvl3pPr algn="l">
              <a:buNone/>
              <a:defRPr sz="2175" b="0">
                <a:solidFill>
                  <a:srgbClr val="142E42"/>
                </a:solidFill>
                <a:latin typeface="Arial"/>
                <a:ea typeface="Arial"/>
                <a:cs typeface="Arial"/>
              </a:defRPr>
            </a:lvl3pPr>
            <a:lvl4pPr algn="l">
              <a:buNone/>
              <a:defRPr sz="2175" b="0">
                <a:solidFill>
                  <a:srgbClr val="142E42"/>
                </a:solidFill>
                <a:latin typeface="Arial"/>
                <a:ea typeface="Arial"/>
                <a:cs typeface="Arial"/>
              </a:defRPr>
            </a:lvl4pPr>
            <a:lvl5pPr algn="l">
              <a:buNone/>
              <a:defRPr sz="2175" b="0">
                <a:solidFill>
                  <a:srgbClr val="142E42"/>
                </a:solidFill>
                <a:latin typeface="Arial"/>
                <a:ea typeface="Arial"/>
                <a:cs typeface="Arial"/>
              </a:defRPr>
            </a:lvl5pPr>
            <a:lvl6pPr algn="l">
              <a:buNone/>
              <a:defRPr sz="2175" b="0">
                <a:solidFill>
                  <a:srgbClr val="142E42"/>
                </a:solidFill>
                <a:latin typeface="Arial"/>
                <a:ea typeface="Arial"/>
                <a:cs typeface="Arial"/>
              </a:defRPr>
            </a:lvl6pPr>
            <a:lvl7pPr algn="l">
              <a:buNone/>
              <a:defRPr sz="2175" b="0">
                <a:solidFill>
                  <a:srgbClr val="142E42"/>
                </a:solidFill>
                <a:latin typeface="Arial"/>
                <a:ea typeface="Arial"/>
                <a:cs typeface="Arial"/>
              </a:defRPr>
            </a:lvl7pPr>
            <a:lvl8pPr algn="l">
              <a:buNone/>
              <a:defRPr sz="2175" b="0">
                <a:solidFill>
                  <a:srgbClr val="142E42"/>
                </a:solidFill>
                <a:latin typeface="Arial"/>
                <a:ea typeface="Arial"/>
                <a:cs typeface="Arial"/>
              </a:defRPr>
            </a:lvl8pPr>
            <a:lvl9pPr algn="l">
              <a:buNone/>
              <a:defRPr sz="2175" b="0">
                <a:solidFill>
                  <a:srgbClr val="142E42"/>
                </a:solidFill>
                <a:latin typeface="Arial"/>
                <a:ea typeface="Arial"/>
                <a:cs typeface="Arial"/>
              </a:defRPr>
            </a:lvl9pPr>
          </a:lstStyle>
          <a:p xmlns:a="http://schemas.openxmlformats.org/drawingml/2006/main">
            <a:pPr algn="l">
              <a:buNone/>
              <a:defRPr sz="2175" b="0">
                <a:solidFill>
                  <a:srgbClr val="142E42"/>
                </a:solidFill>
                <a:latin typeface="Arial"/>
                <a:ea typeface="Arial"/>
                <a:cs typeface="Arial"/>
              </a:defRPr>
            </a:pPr>
            <a:r>
              <a:rPr sz="2175" b="0">
                <a:solidFill>
                  <a:srgbClr val="142E42"/>
                </a:solidFill>
                <a:latin typeface="Arial"/>
                <a:ea typeface="Arial"/>
                <a:cs typeface="Arial"/>
              </a:rPr>
              <a:t>An iterator exposes </a:t>
            </a:r>
            <a:r>
              <a:rPr sz="2175" b="0">
                <a:solidFill>
                  <a:srgbClr val="142E42"/>
                </a:solidFill>
                <a:latin typeface="Arial"/>
                <a:ea typeface="Arial"/>
                <a:cs typeface="Arial"/>
              </a:rPr>
              <a:t>hasNext</a:t>
            </a:r>
            <a:r>
              <a:rPr sz="2175" b="0">
                <a:solidFill>
                  <a:srgbClr val="142E42"/>
                </a:solidFill>
                <a:latin typeface="Arial"/>
                <a:ea typeface="Arial"/>
                <a:cs typeface="Arial"/>
              </a:rPr>
              <a:t>() and next().</a:t>
            </a:r>
          </a:p>
          <a:p xmlns:a="http://schemas.openxmlformats.org/drawingml/2006/main">
            <a:endParaRPr sz="2175" b="0">
              <a:solidFill>
                <a:srgbClr val="142E42"/>
              </a:solidFill>
              <a:latin typeface="Arial"/>
              <a:ea typeface="Arial"/>
              <a:cs typeface="Arial"/>
            </a:endParaRPr>
          </a:p>
          <a:p xmlns:a="http://schemas.openxmlformats.org/drawingml/2006/main">
            <a:pPr algn="l">
              <a:buNone/>
              <a:defRPr sz="2175" b="0">
                <a:solidFill>
                  <a:srgbClr val="142E42"/>
                </a:solidFill>
                <a:latin typeface="Arial"/>
                <a:ea typeface="Arial"/>
                <a:cs typeface="Arial"/>
              </a:defRPr>
            </a:pPr>
            <a:r>
              <a:rPr sz="2175" b="0">
                <a:solidFill>
                  <a:srgbClr val="142E42"/>
                </a:solidFill>
                <a:latin typeface="Arial"/>
                <a:ea typeface="Arial"/>
                <a:cs typeface="Arial"/>
              </a:rPr>
              <a:t>A lazy </a:t>
            </a:r>
            <a:r>
              <a:rPr sz="2175" b="0">
                <a:solidFill>
                  <a:srgbClr val="142E42"/>
                </a:solidFill>
                <a:latin typeface="Arial"/>
                <a:ea typeface="Arial"/>
                <a:cs typeface="Arial"/>
              </a:rPr>
              <a:t>inorder</a:t>
            </a:r>
            <a:r>
              <a:rPr sz="2175" b="0">
                <a:solidFill>
                  <a:srgbClr val="142E42"/>
                </a:solidFill>
                <a:latin typeface="Arial"/>
                <a:ea typeface="Arial"/>
                <a:cs typeface="Arial"/>
              </a:rPr>
              <a:t> iterator keeps a stack of ancestors.</a:t>
            </a:r>
          </a:p>
          <a:p xmlns:a="http://schemas.openxmlformats.org/drawingml/2006/main">
            <a:pPr algn="l">
              <a:buNone/>
              <a:defRPr sz="2175" b="0">
                <a:solidFill>
                  <a:srgbClr val="142E42"/>
                </a:solidFill>
                <a:latin typeface="Arial"/>
                <a:ea typeface="Arial"/>
                <a:cs typeface="Arial"/>
              </a:defRPr>
            </a:pPr>
            <a:r>
              <a:rPr sz="2175" b="0">
                <a:solidFill>
                  <a:srgbClr val="142E42"/>
                </a:solidFill>
                <a:latin typeface="Arial"/>
                <a:ea typeface="Arial"/>
                <a:cs typeface="Arial"/>
              </a:rPr>
              <a:t>Initially, push the path from root to the leftmost node.</a:t>
            </a:r>
          </a:p>
          <a:p xmlns:a="http://schemas.openxmlformats.org/drawingml/2006/main">
            <a:endParaRPr sz="2175" b="0">
              <a:solidFill>
                <a:srgbClr val="142E42"/>
              </a:solidFill>
              <a:latin typeface="Arial"/>
              <a:ea typeface="Arial"/>
              <a:cs typeface="Arial"/>
            </a:endParaRPr>
          </a:p>
          <a:p xmlns:a="http://schemas.openxmlformats.org/drawingml/2006/main">
            <a:pPr algn="l">
              <a:buNone/>
              <a:defRPr sz="2175" b="0">
                <a:solidFill>
                  <a:srgbClr val="142E42"/>
                </a:solidFill>
                <a:latin typeface="Arial"/>
                <a:ea typeface="Arial"/>
                <a:cs typeface="Arial"/>
              </a:defRPr>
            </a:pPr>
            <a:r>
              <a:rPr sz="2175" b="0">
                <a:solidFill>
                  <a:srgbClr val="142E42"/>
                </a:solidFill>
                <a:latin typeface="Arial"/>
                <a:ea typeface="Arial"/>
                <a:cs typeface="Arial"/>
              </a:rPr>
              <a:t>On next(), pop a node and return its key.</a:t>
            </a:r>
          </a:p>
          <a:p xmlns:a="http://schemas.openxmlformats.org/drawingml/2006/main">
            <a:pPr algn="l">
              <a:buNone/>
              <a:defRPr sz="2175" b="0">
                <a:solidFill>
                  <a:srgbClr val="142E42"/>
                </a:solidFill>
                <a:latin typeface="Arial"/>
                <a:ea typeface="Arial"/>
                <a:cs typeface="Arial"/>
              </a:defRPr>
            </a:pPr>
            <a:r>
              <a:rPr sz="2175" b="0">
                <a:solidFill>
                  <a:srgbClr val="142E42"/>
                </a:solidFill>
                <a:latin typeface="Arial"/>
                <a:ea typeface="Arial"/>
                <a:cs typeface="Arial"/>
              </a:rPr>
              <a:t>Push the leftmost path in that node’s right subtree.</a:t>
            </a:r>
          </a:p>
          <a:p xmlns:a="http://schemas.openxmlformats.org/drawingml/2006/main">
            <a:endParaRPr sz="2175" b="0">
              <a:solidFill>
                <a:srgbClr val="142E42"/>
              </a:solidFill>
              <a:latin typeface="Arial"/>
              <a:ea typeface="Arial"/>
              <a:cs typeface="Arial"/>
            </a:endParaRPr>
          </a:p>
          <a:p xmlns:a="http://schemas.openxmlformats.org/drawingml/2006/main">
            <a:pPr algn="l">
              <a:buNone/>
              <a:defRPr sz="2175" b="0">
                <a:solidFill>
                  <a:srgbClr val="142E42"/>
                </a:solidFill>
                <a:latin typeface="Arial"/>
                <a:ea typeface="Arial"/>
                <a:cs typeface="Arial"/>
              </a:defRPr>
            </a:pPr>
            <a:r>
              <a:rPr sz="2175" b="0">
                <a:solidFill>
                  <a:srgbClr val="142E42"/>
                </a:solidFill>
                <a:latin typeface="Arial"/>
                <a:ea typeface="Arial"/>
                <a:cs typeface="Arial"/>
              </a:rPr>
              <a:t>Across n calls, total time is O(n) with O(h + 1) stack space.</a:t>
            </a:r>
          </a:p>
        </p:txBody>
      </p:sp>
      <p:sp>
        <p:nvSpPr>
          <p:cNvPr id="4" name="text-3">
            <a:extLst xmlns:a="http://schemas.openxmlformats.org/drawingml/2006/main">
              <a:ext uri="{FF2B5EF4-FFF2-40B4-BE49-F238E27FC236}">
                <a16:creationId xmlns:a16="http://schemas.microsoft.com/office/drawing/2014/main" id="{F615A56C-D373-4622-A7EA-33F82624D13A}"/>
              </a:ext>
            </a:extLst>
          </p:cNvPr>
          <p:cNvSpPr>
            <a:spLocks xmlns:a="http://schemas.openxmlformats.org/drawingml/2006/main" noGrp="1"/>
          </p:cNvSpPr>
          <p:nvPr/>
        </p:nvSpPr>
        <p:spPr>
          <a:xfrm xmlns:a="http://schemas.openxmlformats.org/drawingml/2006/main">
            <a:off x="609600" y="5800725"/>
            <a:ext cx="104775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lgn="l">
              <a:defRPr sz="1800" b="1">
                <a:solidFill>
                  <a:srgbClr val="007C83"/>
                </a:solidFill>
                <a:latin typeface="Arial"/>
                <a:ea typeface="Arial"/>
                <a:cs typeface="Arial"/>
              </a:defRPr>
            </a:defPPr>
            <a:lvl1pPr algn="l">
              <a:buNone/>
              <a:defRPr sz="1800" b="1">
                <a:solidFill>
                  <a:srgbClr val="007C83"/>
                </a:solidFill>
                <a:latin typeface="Arial"/>
                <a:ea typeface="Arial"/>
                <a:cs typeface="Arial"/>
              </a:defRPr>
            </a:lvl1pPr>
            <a:lvl2pPr algn="l">
              <a:buNone/>
              <a:defRPr sz="1800" b="1">
                <a:solidFill>
                  <a:srgbClr val="007C83"/>
                </a:solidFill>
                <a:latin typeface="Arial"/>
                <a:ea typeface="Arial"/>
                <a:cs typeface="Arial"/>
              </a:defRPr>
            </a:lvl2pPr>
            <a:lvl3pPr algn="l">
              <a:buNone/>
              <a:defRPr sz="1800" b="1">
                <a:solidFill>
                  <a:srgbClr val="007C83"/>
                </a:solidFill>
                <a:latin typeface="Arial"/>
                <a:ea typeface="Arial"/>
                <a:cs typeface="Arial"/>
              </a:defRPr>
            </a:lvl3pPr>
            <a:lvl4pPr algn="l">
              <a:buNone/>
              <a:defRPr sz="1800" b="1">
                <a:solidFill>
                  <a:srgbClr val="007C83"/>
                </a:solidFill>
                <a:latin typeface="Arial"/>
                <a:ea typeface="Arial"/>
                <a:cs typeface="Arial"/>
              </a:defRPr>
            </a:lvl4pPr>
            <a:lvl5pPr algn="l">
              <a:buNone/>
              <a:defRPr sz="1800" b="1">
                <a:solidFill>
                  <a:srgbClr val="007C83"/>
                </a:solidFill>
                <a:latin typeface="Arial"/>
                <a:ea typeface="Arial"/>
                <a:cs typeface="Arial"/>
              </a:defRPr>
            </a:lvl5pPr>
            <a:lvl6pPr algn="l">
              <a:buNone/>
              <a:defRPr sz="1800" b="1">
                <a:solidFill>
                  <a:srgbClr val="007C83"/>
                </a:solidFill>
                <a:latin typeface="Arial"/>
                <a:ea typeface="Arial"/>
                <a:cs typeface="Arial"/>
              </a:defRPr>
            </a:lvl6pPr>
            <a:lvl7pPr algn="l">
              <a:buNone/>
              <a:defRPr sz="1800" b="1">
                <a:solidFill>
                  <a:srgbClr val="007C83"/>
                </a:solidFill>
                <a:latin typeface="Arial"/>
                <a:ea typeface="Arial"/>
                <a:cs typeface="Arial"/>
              </a:defRPr>
            </a:lvl7pPr>
            <a:lvl8pPr algn="l">
              <a:buNone/>
              <a:defRPr sz="1800" b="1">
                <a:solidFill>
                  <a:srgbClr val="007C83"/>
                </a:solidFill>
                <a:latin typeface="Arial"/>
                <a:ea typeface="Arial"/>
                <a:cs typeface="Arial"/>
              </a:defRPr>
            </a:lvl8pPr>
            <a:lvl9pPr algn="l">
              <a:buNone/>
              <a:defRPr sz="1800" b="1">
                <a:solidFill>
                  <a:srgbClr val="007C83"/>
                </a:solidFill>
                <a:latin typeface="Arial"/>
                <a:ea typeface="Arial"/>
                <a:cs typeface="Arial"/>
              </a:defRPr>
            </a:lvl9pPr>
          </a:lstStyle>
          <a:p xmlns:a="http://schemas.openxmlformats.org/drawingml/2006/main">
            <a:pPr algn="l">
              <a:buNone/>
              <a:defRPr sz="1800" b="1">
                <a:solidFill>
                  <a:srgbClr val="007C83"/>
                </a:solidFill>
                <a:latin typeface="Arial"/>
                <a:ea typeface="Arial"/>
                <a:cs typeface="Arial"/>
              </a:defRPr>
            </a:pPr>
            <a:r>
              <a:rPr sz="1800" b="1">
                <a:solidFill>
                  <a:srgbClr val="007C83"/>
                </a:solidFill>
                <a:latin typeface="Arial"/>
                <a:ea typeface="Arial"/>
                <a:cs typeface="Arial"/>
              </a:rPr>
              <a:t>Exercise: handle an exhausted iterator with NoSuchElementException.</a:t>
            </a:r>
          </a:p>
        </p:txBody>
      </p:sp>
      <p:sp>
        <p:nvSpPr>
          <p:cNvPr id="6" name="local-java-BST">
            <a:extLst xmlns:a="http://schemas.openxmlformats.org/drawingml/2006/main">
              <a:ext uri="{FF2B5EF4-FFF2-40B4-BE49-F238E27FC236}">
                <a16:creationId xmlns:a16="http://schemas.microsoft.com/office/drawing/2014/main" id="{8582AC3F-32AA-4F2D-B30A-5CBCA6BE4F35}"/>
              </a:ext>
            </a:extLst>
          </p:cNvPr>
          <p:cNvSpPr>
            <a:spLocks xmlns:a="http://schemas.openxmlformats.org/drawingml/2006/main" noGrp="1"/>
          </p:cNvSpPr>
          <p:nvPr/>
        </p:nvSpPr>
        <p:spPr>
          <a:xfrm xmlns:a="http://schemas.openxmlformats.org/drawingml/2006/main">
            <a:off x="609600" y="6134100"/>
            <a:ext cx="357187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350" b="0">
                <a:solidFill>
                  <a:srgbClr val="007D89"/>
                </a:solidFill>
                <a:latin typeface="Arial"/>
                <a:ea typeface="Arial"/>
                <a:cs typeface="Arial"/>
              </a:defRPr>
            </a:defPPr>
            <a:lvl1pPr>
              <a:defRPr sz="1350" b="0">
                <a:solidFill>
                  <a:srgbClr val="007D89"/>
                </a:solidFill>
                <a:latin typeface="Arial"/>
                <a:ea typeface="Arial"/>
                <a:cs typeface="Arial"/>
              </a:defRPr>
            </a:lvl1pPr>
            <a:lvl2pPr>
              <a:defRPr sz="1350" b="0">
                <a:solidFill>
                  <a:srgbClr val="007D89"/>
                </a:solidFill>
                <a:latin typeface="Arial"/>
                <a:ea typeface="Arial"/>
                <a:cs typeface="Arial"/>
              </a:defRPr>
            </a:lvl2pPr>
            <a:lvl3pPr>
              <a:defRPr sz="1350" b="0">
                <a:solidFill>
                  <a:srgbClr val="007D89"/>
                </a:solidFill>
                <a:latin typeface="Arial"/>
                <a:ea typeface="Arial"/>
                <a:cs typeface="Arial"/>
              </a:defRPr>
            </a:lvl3pPr>
            <a:lvl4pPr>
              <a:defRPr sz="1350" b="0">
                <a:solidFill>
                  <a:srgbClr val="007D89"/>
                </a:solidFill>
                <a:latin typeface="Arial"/>
                <a:ea typeface="Arial"/>
                <a:cs typeface="Arial"/>
              </a:defRPr>
            </a:lvl4pPr>
            <a:lvl5pPr>
              <a:defRPr sz="1350" b="0">
                <a:solidFill>
                  <a:srgbClr val="007D89"/>
                </a:solidFill>
                <a:latin typeface="Arial"/>
                <a:ea typeface="Arial"/>
                <a:cs typeface="Arial"/>
              </a:defRPr>
            </a:lvl5pPr>
            <a:lvl6pPr>
              <a:defRPr sz="1350" b="0">
                <a:solidFill>
                  <a:srgbClr val="007D89"/>
                </a:solidFill>
                <a:latin typeface="Arial"/>
                <a:ea typeface="Arial"/>
                <a:cs typeface="Arial"/>
              </a:defRPr>
            </a:lvl6pPr>
            <a:lvl7pPr>
              <a:defRPr sz="1350" b="0">
                <a:solidFill>
                  <a:srgbClr val="007D89"/>
                </a:solidFill>
                <a:latin typeface="Arial"/>
                <a:ea typeface="Arial"/>
                <a:cs typeface="Arial"/>
              </a:defRPr>
            </a:lvl7pPr>
            <a:lvl8pPr>
              <a:defRPr sz="1350" b="0">
                <a:solidFill>
                  <a:srgbClr val="007D89"/>
                </a:solidFill>
                <a:latin typeface="Arial"/>
                <a:ea typeface="Arial"/>
                <a:cs typeface="Arial"/>
              </a:defRPr>
            </a:lvl8pPr>
            <a:lvl9pPr>
              <a:defRPr sz="1350" b="0">
                <a:solidFill>
                  <a:srgbClr val="007D89"/>
                </a:solidFill>
                <a:latin typeface="Arial"/>
                <a:ea typeface="Arial"/>
                <a:cs typeface="Arial"/>
              </a:defRPr>
            </a:lvl9pPr>
          </a:lstStyle>
          <a:p xmlns:a="http://schemas.openxmlformats.org/drawingml/2006/main">
            <a:pPr>
              <a:defRPr sz="1350" b="0">
                <a:solidFill>
                  <a:srgbClr val="007D89"/>
                </a:solidFill>
                <a:latin typeface="Arial"/>
                <a:ea typeface="Arial"/>
                <a:cs typeface="Arial"/>
              </a:defRPr>
            </a:pPr>
            <a:r>
              <a:rPr sz="1350" u="sng">
                <a:solidFill>
                  <a:srgbClr val="007D89"/>
                </a:solidFill>
                <a:latin typeface="Arial"/>
                <a:ea typeface="Arial"/>
                <a:cs typeface="Arial"/>
                <a:hlinkClick xmlns:r="http://schemas.openxmlformats.org/officeDocument/2006/relationships" r:id="R074a178e789f452a"/>
              </a:rPr>
              <a:t>Java: BST.java</a:t>
            </a:r>
          </a:p>
        </p:txBody>
      </p:sp>
      <p:sp>
        <p:nvSpPr>
          <p:cNvPr id="7" name="local-java-IteratorDemo">
            <a:extLst xmlns:a="http://schemas.openxmlformats.org/drawingml/2006/main">
              <a:ext uri="{FF2B5EF4-FFF2-40B4-BE49-F238E27FC236}">
                <a16:creationId xmlns:a16="http://schemas.microsoft.com/office/drawing/2014/main" id="{6FBB18E0-E076-499A-B29B-A5783D796DC7}"/>
              </a:ext>
            </a:extLst>
          </p:cNvPr>
          <p:cNvSpPr>
            <a:spLocks xmlns:a="http://schemas.openxmlformats.org/drawingml/2006/main" noGrp="1"/>
          </p:cNvSpPr>
          <p:nvPr/>
        </p:nvSpPr>
        <p:spPr>
          <a:xfrm xmlns:a="http://schemas.openxmlformats.org/drawingml/2006/main">
            <a:off x="4229100" y="6134100"/>
            <a:ext cx="357187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350" b="0">
                <a:solidFill>
                  <a:srgbClr val="007D89"/>
                </a:solidFill>
                <a:latin typeface="Arial"/>
                <a:ea typeface="Arial"/>
                <a:cs typeface="Arial"/>
              </a:defRPr>
            </a:defPPr>
            <a:lvl1pPr>
              <a:defRPr sz="1350" b="0">
                <a:solidFill>
                  <a:srgbClr val="007D89"/>
                </a:solidFill>
                <a:latin typeface="Arial"/>
                <a:ea typeface="Arial"/>
                <a:cs typeface="Arial"/>
              </a:defRPr>
            </a:lvl1pPr>
            <a:lvl2pPr>
              <a:defRPr sz="1350" b="0">
                <a:solidFill>
                  <a:srgbClr val="007D89"/>
                </a:solidFill>
                <a:latin typeface="Arial"/>
                <a:ea typeface="Arial"/>
                <a:cs typeface="Arial"/>
              </a:defRPr>
            </a:lvl2pPr>
            <a:lvl3pPr>
              <a:defRPr sz="1350" b="0">
                <a:solidFill>
                  <a:srgbClr val="007D89"/>
                </a:solidFill>
                <a:latin typeface="Arial"/>
                <a:ea typeface="Arial"/>
                <a:cs typeface="Arial"/>
              </a:defRPr>
            </a:lvl3pPr>
            <a:lvl4pPr>
              <a:defRPr sz="1350" b="0">
                <a:solidFill>
                  <a:srgbClr val="007D89"/>
                </a:solidFill>
                <a:latin typeface="Arial"/>
                <a:ea typeface="Arial"/>
                <a:cs typeface="Arial"/>
              </a:defRPr>
            </a:lvl4pPr>
            <a:lvl5pPr>
              <a:defRPr sz="1350" b="0">
                <a:solidFill>
                  <a:srgbClr val="007D89"/>
                </a:solidFill>
                <a:latin typeface="Arial"/>
                <a:ea typeface="Arial"/>
                <a:cs typeface="Arial"/>
              </a:defRPr>
            </a:lvl5pPr>
            <a:lvl6pPr>
              <a:defRPr sz="1350" b="0">
                <a:solidFill>
                  <a:srgbClr val="007D89"/>
                </a:solidFill>
                <a:latin typeface="Arial"/>
                <a:ea typeface="Arial"/>
                <a:cs typeface="Arial"/>
              </a:defRPr>
            </a:lvl6pPr>
            <a:lvl7pPr>
              <a:defRPr sz="1350" b="0">
                <a:solidFill>
                  <a:srgbClr val="007D89"/>
                </a:solidFill>
                <a:latin typeface="Arial"/>
                <a:ea typeface="Arial"/>
                <a:cs typeface="Arial"/>
              </a:defRPr>
            </a:lvl7pPr>
            <a:lvl8pPr>
              <a:defRPr sz="1350" b="0">
                <a:solidFill>
                  <a:srgbClr val="007D89"/>
                </a:solidFill>
                <a:latin typeface="Arial"/>
                <a:ea typeface="Arial"/>
                <a:cs typeface="Arial"/>
              </a:defRPr>
            </a:lvl8pPr>
            <a:lvl9pPr>
              <a:defRPr sz="1350" b="0">
                <a:solidFill>
                  <a:srgbClr val="007D89"/>
                </a:solidFill>
                <a:latin typeface="Arial"/>
                <a:ea typeface="Arial"/>
                <a:cs typeface="Arial"/>
              </a:defRPr>
            </a:lvl9pPr>
          </a:lstStyle>
          <a:p xmlns:a="http://schemas.openxmlformats.org/drawingml/2006/main">
            <a:pPr>
              <a:defRPr sz="1350" b="0">
                <a:solidFill>
                  <a:srgbClr val="007D89"/>
                </a:solidFill>
                <a:latin typeface="Arial"/>
                <a:ea typeface="Arial"/>
                <a:cs typeface="Arial"/>
              </a:defRPr>
            </a:pPr>
            <a:r>
              <a:rPr sz="1350" u="sng">
                <a:solidFill>
                  <a:srgbClr val="007D89"/>
                </a:solidFill>
                <a:latin typeface="Arial"/>
                <a:ea typeface="Arial"/>
                <a:cs typeface="Arial"/>
                <a:hlinkClick xmlns:r="http://schemas.openxmlformats.org/officeDocument/2006/relationships" r:id="Rebcfc61a7e5046b0"/>
              </a:rPr>
              <a:t>Java: IteratorDemo.java</a:t>
            </a:r>
          </a:p>
        </p:txBody>
      </p:sp>
    </p:spTree>
    <p:extLst>
      <p:ext uri="{BB962C8B-B14F-4D97-AF65-F5344CB8AC3E}">
        <p14:creationId xmlns:p14="http://schemas.microsoft.com/office/powerpoint/2010/main" val="1673784341"/>
      </p:ext>
    </p:extLst>
  </p:cSld>
</p:sld>
</file>

<file path=ppt/slides/slide33.xml><?xml version="1.0" encoding="utf-8"?>
<p:sld xmlns:p="http://schemas.openxmlformats.org/presentationml/2006/main">
  <p:cSld>
    <p:bg>
      <p:bgPr>
        <a:solidFill xmlns:a="http://schemas.openxmlformats.org/drawingml/2006/main">
          <a:srgbClr val="FAFCFD"/>
        </a:solidFill>
      </p:bgPr>
    </p:bg>
    <p:spTree>
      <p:nvGrpSpPr>
        <p:cNvPr id="1" name=""/>
        <p:cNvGrpSpPr/>
        <p:nvPr/>
      </p:nvGrpSpPr>
      <p:grpSpPr>
        <a:xfrm xmlns:a="http://schemas.openxmlformats.org/drawingml/2006/main"/>
      </p:grpSpPr>
      <p:sp>
        <p:nvSpPr>
          <p:cNvPr id="5" name="text-0">
            <a:extLst xmlns:a="http://schemas.openxmlformats.org/drawingml/2006/main">
              <a:ext uri="{FF2B5EF4-FFF2-40B4-BE49-F238E27FC236}">
                <a16:creationId xmlns:a16="http://schemas.microsoft.com/office/drawing/2014/main" id="{91AF823B-7EE4-4874-BDD5-B9EE2B57CFF7}"/>
              </a:ext>
            </a:extLst>
          </p:cNvPr>
          <p:cNvSpPr>
            <a:spLocks xmlns:a="http://schemas.openxmlformats.org/drawingml/2006/main" noGrp="1"/>
          </p:cNvSpPr>
          <p:nvPr/>
        </p:nvSpPr>
        <p:spPr>
          <a:xfrm xmlns:a="http://schemas.openxmlformats.org/drawingml/2006/main">
            <a:off x="609600" y="419100"/>
            <a:ext cx="10953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lgn="l">
              <a:defRPr sz="3150" b="1">
                <a:solidFill>
                  <a:srgbClr val="142E42"/>
                </a:solidFill>
                <a:latin typeface="Arial"/>
                <a:ea typeface="Arial"/>
                <a:cs typeface="Arial"/>
              </a:defRPr>
            </a:defPPr>
            <a:lvl1pPr algn="l">
              <a:buNone/>
              <a:defRPr sz="3150" b="1">
                <a:solidFill>
                  <a:srgbClr val="142E42"/>
                </a:solidFill>
                <a:latin typeface="Arial"/>
                <a:ea typeface="Arial"/>
                <a:cs typeface="Arial"/>
              </a:defRPr>
            </a:lvl1pPr>
            <a:lvl2pPr algn="l">
              <a:buNone/>
              <a:defRPr sz="3150" b="1">
                <a:solidFill>
                  <a:srgbClr val="142E42"/>
                </a:solidFill>
                <a:latin typeface="Arial"/>
                <a:ea typeface="Arial"/>
                <a:cs typeface="Arial"/>
              </a:defRPr>
            </a:lvl2pPr>
            <a:lvl3pPr algn="l">
              <a:buNone/>
              <a:defRPr sz="3150" b="1">
                <a:solidFill>
                  <a:srgbClr val="142E42"/>
                </a:solidFill>
                <a:latin typeface="Arial"/>
                <a:ea typeface="Arial"/>
                <a:cs typeface="Arial"/>
              </a:defRPr>
            </a:lvl3pPr>
            <a:lvl4pPr algn="l">
              <a:buNone/>
              <a:defRPr sz="3150" b="1">
                <a:solidFill>
                  <a:srgbClr val="142E42"/>
                </a:solidFill>
                <a:latin typeface="Arial"/>
                <a:ea typeface="Arial"/>
                <a:cs typeface="Arial"/>
              </a:defRPr>
            </a:lvl4pPr>
            <a:lvl5pPr algn="l">
              <a:buNone/>
              <a:defRPr sz="3150" b="1">
                <a:solidFill>
                  <a:srgbClr val="142E42"/>
                </a:solidFill>
                <a:latin typeface="Arial"/>
                <a:ea typeface="Arial"/>
                <a:cs typeface="Arial"/>
              </a:defRPr>
            </a:lvl5pPr>
            <a:lvl6pPr algn="l">
              <a:buNone/>
              <a:defRPr sz="3150" b="1">
                <a:solidFill>
                  <a:srgbClr val="142E42"/>
                </a:solidFill>
                <a:latin typeface="Arial"/>
                <a:ea typeface="Arial"/>
                <a:cs typeface="Arial"/>
              </a:defRPr>
            </a:lvl6pPr>
            <a:lvl7pPr algn="l">
              <a:buNone/>
              <a:defRPr sz="3150" b="1">
                <a:solidFill>
                  <a:srgbClr val="142E42"/>
                </a:solidFill>
                <a:latin typeface="Arial"/>
                <a:ea typeface="Arial"/>
                <a:cs typeface="Arial"/>
              </a:defRPr>
            </a:lvl7pPr>
            <a:lvl8pPr algn="l">
              <a:buNone/>
              <a:defRPr sz="3150" b="1">
                <a:solidFill>
                  <a:srgbClr val="142E42"/>
                </a:solidFill>
                <a:latin typeface="Arial"/>
                <a:ea typeface="Arial"/>
                <a:cs typeface="Arial"/>
              </a:defRPr>
            </a:lvl8pPr>
            <a:lvl9pPr algn="l">
              <a:buNone/>
              <a:defRPr sz="3150" b="1">
                <a:solidFill>
                  <a:srgbClr val="142E42"/>
                </a:solidFill>
                <a:latin typeface="Arial"/>
                <a:ea typeface="Arial"/>
                <a:cs typeface="Arial"/>
              </a:defRPr>
            </a:lvl9pPr>
          </a:lstStyle>
          <a:p xmlns:a="http://schemas.openxmlformats.org/drawingml/2006/main">
            <a:pPr algn="l">
              <a:buNone/>
              <a:defRPr sz="3150" b="1">
                <a:solidFill>
                  <a:srgbClr val="142E42"/>
                </a:solidFill>
                <a:latin typeface="Arial"/>
                <a:ea typeface="Arial"/>
                <a:cs typeface="Arial"/>
              </a:defRPr>
            </a:pPr>
            <a:r>
              <a:rPr sz="3150" b="1">
                <a:solidFill>
                  <a:srgbClr val="142E42"/>
                </a:solidFill>
                <a:latin typeface="Arial"/>
                <a:ea typeface="Arial"/>
                <a:cs typeface="Arial"/>
              </a:rPr>
              <a:t>Height determines operation cost</a:t>
            </a:r>
          </a:p>
        </p:txBody>
      </p:sp>
      <p:sp>
        <p:nvSpPr>
          <p:cNvPr id="2" name="text-1">
            <a:extLst xmlns:a="http://schemas.openxmlformats.org/drawingml/2006/main">
              <a:ext uri="{FF2B5EF4-FFF2-40B4-BE49-F238E27FC236}">
                <a16:creationId xmlns:a16="http://schemas.microsoft.com/office/drawing/2014/main" id="{A637FC2F-BDA8-47C9-B254-BBAED3D790C2}"/>
              </a:ext>
            </a:extLst>
          </p:cNvPr>
          <p:cNvSpPr>
            <a:spLocks xmlns:a="http://schemas.openxmlformats.org/drawingml/2006/main" noGrp="1"/>
          </p:cNvSpPr>
          <p:nvPr/>
        </p:nvSpPr>
        <p:spPr>
          <a:xfrm xmlns:a="http://schemas.openxmlformats.org/drawingml/2006/main">
            <a:off x="11163300" y="6381750"/>
            <a:ext cx="476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lgn="l">
              <a:defRPr sz="1275" b="0">
                <a:solidFill>
                  <a:srgbClr val="4B6070"/>
                </a:solidFill>
                <a:latin typeface="Arial"/>
                <a:ea typeface="Arial"/>
                <a:cs typeface="Arial"/>
              </a:defRPr>
            </a:defPPr>
            <a:lvl1pPr algn="l">
              <a:buNone/>
              <a:defRPr sz="1275" b="0">
                <a:solidFill>
                  <a:srgbClr val="4B6070"/>
                </a:solidFill>
                <a:latin typeface="Arial"/>
                <a:ea typeface="Arial"/>
                <a:cs typeface="Arial"/>
              </a:defRPr>
            </a:lvl1pPr>
            <a:lvl2pPr algn="l">
              <a:buNone/>
              <a:defRPr sz="1275" b="0">
                <a:solidFill>
                  <a:srgbClr val="4B6070"/>
                </a:solidFill>
                <a:latin typeface="Arial"/>
                <a:ea typeface="Arial"/>
                <a:cs typeface="Arial"/>
              </a:defRPr>
            </a:lvl2pPr>
            <a:lvl3pPr algn="l">
              <a:buNone/>
              <a:defRPr sz="1275" b="0">
                <a:solidFill>
                  <a:srgbClr val="4B6070"/>
                </a:solidFill>
                <a:latin typeface="Arial"/>
                <a:ea typeface="Arial"/>
                <a:cs typeface="Arial"/>
              </a:defRPr>
            </a:lvl3pPr>
            <a:lvl4pPr algn="l">
              <a:buNone/>
              <a:defRPr sz="1275" b="0">
                <a:solidFill>
                  <a:srgbClr val="4B6070"/>
                </a:solidFill>
                <a:latin typeface="Arial"/>
                <a:ea typeface="Arial"/>
                <a:cs typeface="Arial"/>
              </a:defRPr>
            </a:lvl4pPr>
            <a:lvl5pPr algn="l">
              <a:buNone/>
              <a:defRPr sz="1275" b="0">
                <a:solidFill>
                  <a:srgbClr val="4B6070"/>
                </a:solidFill>
                <a:latin typeface="Arial"/>
                <a:ea typeface="Arial"/>
                <a:cs typeface="Arial"/>
              </a:defRPr>
            </a:lvl5pPr>
            <a:lvl6pPr algn="l">
              <a:buNone/>
              <a:defRPr sz="1275" b="0">
                <a:solidFill>
                  <a:srgbClr val="4B6070"/>
                </a:solidFill>
                <a:latin typeface="Arial"/>
                <a:ea typeface="Arial"/>
                <a:cs typeface="Arial"/>
              </a:defRPr>
            </a:lvl6pPr>
            <a:lvl7pPr algn="l">
              <a:buNone/>
              <a:defRPr sz="1275" b="0">
                <a:solidFill>
                  <a:srgbClr val="4B6070"/>
                </a:solidFill>
                <a:latin typeface="Arial"/>
                <a:ea typeface="Arial"/>
                <a:cs typeface="Arial"/>
              </a:defRPr>
            </a:lvl7pPr>
            <a:lvl8pPr algn="l">
              <a:buNone/>
              <a:defRPr sz="1275" b="0">
                <a:solidFill>
                  <a:srgbClr val="4B6070"/>
                </a:solidFill>
                <a:latin typeface="Arial"/>
                <a:ea typeface="Arial"/>
                <a:cs typeface="Arial"/>
              </a:defRPr>
            </a:lvl8pPr>
            <a:lvl9pPr algn="l">
              <a:buNone/>
              <a:defRPr sz="1275" b="0">
                <a:solidFill>
                  <a:srgbClr val="4B6070"/>
                </a:solidFill>
                <a:latin typeface="Arial"/>
                <a:ea typeface="Arial"/>
                <a:cs typeface="Arial"/>
              </a:defRPr>
            </a:lvl9pPr>
          </a:lstStyle>
          <a:p xmlns:a="http://schemas.openxmlformats.org/drawingml/2006/main">
            <a:pPr algn="l">
              <a:buNone/>
              <a:defRPr sz="1275" b="0">
                <a:solidFill>
                  <a:srgbClr val="4B6070"/>
                </a:solidFill>
                <a:latin typeface="Arial"/>
                <a:ea typeface="Arial"/>
                <a:cs typeface="Arial"/>
              </a:defRPr>
            </a:pPr>
            <a:r>
              <a:rPr sz="1275" b="0">
                <a:solidFill>
                  <a:srgbClr val="4B6070"/>
                </a:solidFill>
                <a:latin typeface="Arial"/>
                <a:ea typeface="Arial"/>
                <a:cs typeface="Arial"/>
              </a:rPr>
              <a:t>33</a:t>
            </a:r>
          </a:p>
        </p:txBody>
      </p:sp>
      <p:graphicFrame>
        <p:nvGraphicFramePr>
          <p:cNvPr id="3" name="Table 2">
            <a:extLst xmlns:a="http://schemas.openxmlformats.org/drawingml/2006/main">
              <a:ext uri="{FF2B5EF4-FFF2-40B4-BE49-F238E27FC236}">
                <a16:creationId xmlns:a16="http://schemas.microsoft.com/office/drawing/2014/main" id="{7E40BBC6-FC29-4E8A-84F2-ECEF1A5A1D19}"/>
              </a:ext>
            </a:extLst>
          </p:cNvPr>
          <p:cNvGraphicFramePr/>
          <p:nvPr/>
        </p:nvGraphicFramePr>
        <p:xfrm>
          <a:off xmlns:a="http://schemas.openxmlformats.org/drawingml/2006/main" x="609600" y="1638300"/>
          <a:ext xmlns:a="http://schemas.openxmlformats.org/drawingml/2006/main" cx="10972800" cy="3238500"/>
        </p:xfrm>
        <a:graphic xmlns:a="http://schemas.openxmlformats.org/drawingml/2006/main">
          <a:graphicData uri="http://schemas.openxmlformats.org/drawingml/2006/table">
            <a:tbl>
              <a:tblPr/>
              <a:tblGrid>
                <a:gridCol w="4619625"/>
                <a:gridCol w="2905125"/>
                <a:gridCol w="3448050"/>
              </a:tblGrid>
              <a:tr h="809625">
                <a:tc>
                  <a:txBody>
                    <a:bodyPr/>
                    <a:lstStyle/>
                    <a:p>
                      <a:r>
                        <a:rPr sz="1875" b="1">
                          <a:solidFill>
                            <a:srgbClr val="FFFFFF"/>
                          </a:solidFill>
                          <a:latin typeface="Arial"/>
                          <a:ea typeface="Arial"/>
                          <a:cs typeface="Arial"/>
                        </a:rPr>
                        <a:t>Operation</a:t>
                      </a:r>
                    </a:p>
                  </a:txBody>
                  <a:tcPr marL="91440" marR="91440" marT="45720" marB="45720">
                    <a:lnL w="9525">
                      <a:solidFill>
                        <a:srgbClr val="D6E1E6"/>
                      </a:solidFill>
                      <a:prstDash val="solid"/>
                    </a:lnL>
                    <a:lnR w="9525">
                      <a:solidFill>
                        <a:srgbClr val="D6E1E6"/>
                      </a:solidFill>
                      <a:prstDash val="solid"/>
                    </a:lnR>
                    <a:lnT w="9525">
                      <a:solidFill>
                        <a:srgbClr val="D6E1E6"/>
                      </a:solidFill>
                      <a:prstDash val="solid"/>
                    </a:lnT>
                    <a:lnB w="9525">
                      <a:solidFill>
                        <a:srgbClr val="D6E1E6"/>
                      </a:solidFill>
                      <a:prstDash val="solid"/>
                    </a:lnB>
                    <a:solidFill>
                      <a:srgbClr val="142E42"/>
                    </a:solidFill>
                  </a:tcPr>
                </a:tc>
                <a:tc>
                  <a:txBody>
                    <a:bodyPr/>
                    <a:lstStyle/>
                    <a:p>
                      <a:r>
                        <a:rPr sz="1875" b="1">
                          <a:solidFill>
                            <a:srgbClr val="FFFFFF"/>
                          </a:solidFill>
                          <a:latin typeface="Arial"/>
                          <a:ea typeface="Arial"/>
                          <a:cs typeface="Arial"/>
                        </a:rPr>
                        <a:t>General BST</a:t>
                      </a:r>
                    </a:p>
                  </a:txBody>
                  <a:tcPr marL="91440" marR="91440" marT="45720" marB="45720">
                    <a:lnL w="9525" cmpd="sng">
                      <a:solidFill>
                        <a:srgbClr val="D6E1E6"/>
                      </a:solidFill>
                      <a:prstDash val="solid"/>
                    </a:lnL>
                    <a:lnR w="9525">
                      <a:solidFill>
                        <a:srgbClr val="D6E1E6"/>
                      </a:solidFill>
                      <a:prstDash val="solid"/>
                    </a:lnR>
                    <a:lnT w="9525">
                      <a:solidFill>
                        <a:srgbClr val="D6E1E6"/>
                      </a:solidFill>
                      <a:prstDash val="solid"/>
                    </a:lnT>
                    <a:lnB w="9525">
                      <a:solidFill>
                        <a:srgbClr val="D6E1E6"/>
                      </a:solidFill>
                      <a:prstDash val="solid"/>
                    </a:lnB>
                    <a:solidFill>
                      <a:srgbClr val="142E42"/>
                    </a:solidFill>
                  </a:tcPr>
                </a:tc>
                <a:tc>
                  <a:txBody>
                    <a:bodyPr/>
                    <a:lstStyle/>
                    <a:p>
                      <a:r>
                        <a:rPr sz="1875" b="1">
                          <a:solidFill>
                            <a:srgbClr val="FFFFFF"/>
                          </a:solidFill>
                          <a:latin typeface="Arial"/>
                          <a:ea typeface="Arial"/>
                          <a:cs typeface="Arial"/>
                        </a:rPr>
                        <a:t>If height is O(log n)</a:t>
                      </a:r>
                    </a:p>
                  </a:txBody>
                  <a:tcPr marL="91440" marR="91440" marT="45720" marB="45720">
                    <a:lnL w="9525" cmpd="sng">
                      <a:solidFill>
                        <a:srgbClr val="D6E1E6"/>
                      </a:solidFill>
                      <a:prstDash val="solid"/>
                    </a:lnL>
                    <a:lnR w="9525">
                      <a:solidFill>
                        <a:srgbClr val="D6E1E6"/>
                      </a:solidFill>
                      <a:prstDash val="solid"/>
                    </a:lnR>
                    <a:lnT w="9525">
                      <a:solidFill>
                        <a:srgbClr val="D6E1E6"/>
                      </a:solidFill>
                      <a:prstDash val="solid"/>
                    </a:lnT>
                    <a:lnB w="9525">
                      <a:solidFill>
                        <a:srgbClr val="D6E1E6"/>
                      </a:solidFill>
                      <a:prstDash val="solid"/>
                    </a:lnB>
                    <a:solidFill>
                      <a:srgbClr val="142E42"/>
                    </a:solidFill>
                  </a:tcPr>
                </a:tc>
              </a:tr>
              <a:tr h="809625">
                <a:tc>
                  <a:txBody>
                    <a:bodyPr/>
                    <a:lstStyle/>
                    <a:p>
                      <a:r>
                        <a:rPr sz="1875" b="0">
                          <a:solidFill>
                            <a:srgbClr val="142E42"/>
                          </a:solidFill>
                          <a:latin typeface="Arial"/>
                          <a:ea typeface="Arial"/>
                          <a:cs typeface="Arial"/>
                        </a:rPr>
                        <a:t>Search, insert, delete</a:t>
                      </a:r>
                    </a:p>
                  </a:txBody>
                  <a:tcPr marL="91440" marR="91440" marT="45720" marB="45720">
                    <a:lnL w="9525">
                      <a:solidFill>
                        <a:srgbClr val="D6E1E6"/>
                      </a:solidFill>
                      <a:prstDash val="solid"/>
                    </a:lnL>
                    <a:lnR w="9525">
                      <a:solidFill>
                        <a:srgbClr val="D6E1E6"/>
                      </a:solidFill>
                      <a:prstDash val="solid"/>
                    </a:lnR>
                    <a:lnT w="9525" cmpd="sng">
                      <a:solidFill>
                        <a:srgbClr val="D6E1E6"/>
                      </a:solidFill>
                      <a:prstDash val="solid"/>
                    </a:lnT>
                    <a:lnB w="9525">
                      <a:solidFill>
                        <a:srgbClr val="D6E1E6"/>
                      </a:solidFill>
                      <a:prstDash val="solid"/>
                    </a:lnB>
                    <a:solidFill>
                      <a:srgbClr val="EDF4F6"/>
                    </a:solidFill>
                  </a:tcPr>
                </a:tc>
                <a:tc>
                  <a:txBody>
                    <a:bodyPr/>
                    <a:lstStyle/>
                    <a:p>
                      <a:r>
                        <a:rPr sz="1875" b="0">
                          <a:solidFill>
                            <a:srgbClr val="142E42"/>
                          </a:solidFill>
                          <a:latin typeface="Arial"/>
                          <a:ea typeface="Arial"/>
                          <a:cs typeface="Arial"/>
                        </a:rPr>
                        <a:t>O(h + 1)</a:t>
                      </a:r>
                    </a:p>
                  </a:txBody>
                  <a:tcPr marL="91440" marR="91440" marT="45720" marB="45720">
                    <a:lnL w="9525" cmpd="sng">
                      <a:solidFill>
                        <a:srgbClr val="D6E1E6"/>
                      </a:solidFill>
                      <a:prstDash val="solid"/>
                    </a:lnL>
                    <a:lnR w="9525">
                      <a:solidFill>
                        <a:srgbClr val="D6E1E6"/>
                      </a:solidFill>
                      <a:prstDash val="solid"/>
                    </a:lnR>
                    <a:lnT w="9525" cmpd="sng">
                      <a:solidFill>
                        <a:srgbClr val="D6E1E6"/>
                      </a:solidFill>
                      <a:prstDash val="solid"/>
                    </a:lnT>
                    <a:lnB w="9525">
                      <a:solidFill>
                        <a:srgbClr val="D6E1E6"/>
                      </a:solidFill>
                      <a:prstDash val="solid"/>
                    </a:lnB>
                    <a:solidFill>
                      <a:srgbClr val="EDF4F6"/>
                    </a:solidFill>
                  </a:tcPr>
                </a:tc>
                <a:tc>
                  <a:txBody>
                    <a:bodyPr/>
                    <a:lstStyle/>
                    <a:p>
                      <a:r>
                        <a:rPr sz="1875" b="0">
                          <a:solidFill>
                            <a:srgbClr val="142E42"/>
                          </a:solidFill>
                          <a:latin typeface="Arial"/>
                          <a:ea typeface="Arial"/>
                          <a:cs typeface="Arial"/>
                        </a:rPr>
                        <a:t>O(log n)</a:t>
                      </a:r>
                    </a:p>
                  </a:txBody>
                  <a:tcPr marL="91440" marR="91440" marT="45720" marB="45720">
                    <a:lnL w="9525" cmpd="sng">
                      <a:solidFill>
                        <a:srgbClr val="D6E1E6"/>
                      </a:solidFill>
                      <a:prstDash val="solid"/>
                    </a:lnL>
                    <a:lnR w="9525">
                      <a:solidFill>
                        <a:srgbClr val="D6E1E6"/>
                      </a:solidFill>
                      <a:prstDash val="solid"/>
                    </a:lnR>
                    <a:lnT w="9525" cmpd="sng">
                      <a:solidFill>
                        <a:srgbClr val="D6E1E6"/>
                      </a:solidFill>
                      <a:prstDash val="solid"/>
                    </a:lnT>
                    <a:lnB w="9525">
                      <a:solidFill>
                        <a:srgbClr val="D6E1E6"/>
                      </a:solidFill>
                      <a:prstDash val="solid"/>
                    </a:lnB>
                    <a:solidFill>
                      <a:srgbClr val="EDF4F6"/>
                    </a:solidFill>
                  </a:tcPr>
                </a:tc>
              </a:tr>
              <a:tr h="809625">
                <a:tc>
                  <a:txBody>
                    <a:bodyPr/>
                    <a:lstStyle/>
                    <a:p>
                      <a:r>
                        <a:rPr sz="1875" b="0">
                          <a:solidFill>
                            <a:srgbClr val="142E42"/>
                          </a:solidFill>
                          <a:latin typeface="Arial"/>
                          <a:ea typeface="Arial"/>
                          <a:cs typeface="Arial"/>
                        </a:rPr>
                        <a:t>Minimum, maximum</a:t>
                      </a:r>
                    </a:p>
                  </a:txBody>
                  <a:tcPr marL="91440" marR="91440" marT="45720" marB="45720">
                    <a:lnL w="9525">
                      <a:solidFill>
                        <a:srgbClr val="D6E1E6"/>
                      </a:solidFill>
                      <a:prstDash val="solid"/>
                    </a:lnL>
                    <a:lnR w="9525">
                      <a:solidFill>
                        <a:srgbClr val="D6E1E6"/>
                      </a:solidFill>
                      <a:prstDash val="solid"/>
                    </a:lnR>
                    <a:lnT w="9525" cmpd="sng">
                      <a:solidFill>
                        <a:srgbClr val="D6E1E6"/>
                      </a:solidFill>
                      <a:prstDash val="solid"/>
                    </a:lnT>
                    <a:lnB w="9525">
                      <a:solidFill>
                        <a:srgbClr val="D6E1E6"/>
                      </a:solidFill>
                      <a:prstDash val="solid"/>
                    </a:lnB>
                    <a:solidFill>
                      <a:srgbClr val="FFFFFF"/>
                    </a:solidFill>
                  </a:tcPr>
                </a:tc>
                <a:tc>
                  <a:txBody>
                    <a:bodyPr/>
                    <a:lstStyle/>
                    <a:p>
                      <a:r>
                        <a:rPr sz="1875" b="0">
                          <a:solidFill>
                            <a:srgbClr val="142E42"/>
                          </a:solidFill>
                          <a:latin typeface="Arial"/>
                          <a:ea typeface="Arial"/>
                          <a:cs typeface="Arial"/>
                        </a:rPr>
                        <a:t>O(h + 1)</a:t>
                      </a:r>
                    </a:p>
                  </a:txBody>
                  <a:tcPr marL="91440" marR="91440" marT="45720" marB="45720">
                    <a:lnL w="9525" cmpd="sng">
                      <a:solidFill>
                        <a:srgbClr val="D6E1E6"/>
                      </a:solidFill>
                      <a:prstDash val="solid"/>
                    </a:lnL>
                    <a:lnR w="9525">
                      <a:solidFill>
                        <a:srgbClr val="D6E1E6"/>
                      </a:solidFill>
                      <a:prstDash val="solid"/>
                    </a:lnR>
                    <a:lnT w="9525" cmpd="sng">
                      <a:solidFill>
                        <a:srgbClr val="D6E1E6"/>
                      </a:solidFill>
                      <a:prstDash val="solid"/>
                    </a:lnT>
                    <a:lnB w="9525">
                      <a:solidFill>
                        <a:srgbClr val="D6E1E6"/>
                      </a:solidFill>
                      <a:prstDash val="solid"/>
                    </a:lnB>
                    <a:solidFill>
                      <a:srgbClr val="FFFFFF"/>
                    </a:solidFill>
                  </a:tcPr>
                </a:tc>
                <a:tc>
                  <a:txBody>
                    <a:bodyPr/>
                    <a:lstStyle/>
                    <a:p>
                      <a:r>
                        <a:rPr sz="1875" b="0">
                          <a:solidFill>
                            <a:srgbClr val="142E42"/>
                          </a:solidFill>
                          <a:latin typeface="Arial"/>
                          <a:ea typeface="Arial"/>
                          <a:cs typeface="Arial"/>
                        </a:rPr>
                        <a:t>O(log n)</a:t>
                      </a:r>
                    </a:p>
                  </a:txBody>
                  <a:tcPr marL="91440" marR="91440" marT="45720" marB="45720">
                    <a:lnL w="9525" cmpd="sng">
                      <a:solidFill>
                        <a:srgbClr val="D6E1E6"/>
                      </a:solidFill>
                      <a:prstDash val="solid"/>
                    </a:lnL>
                    <a:lnR w="9525">
                      <a:solidFill>
                        <a:srgbClr val="D6E1E6"/>
                      </a:solidFill>
                      <a:prstDash val="solid"/>
                    </a:lnR>
                    <a:lnT w="9525" cmpd="sng">
                      <a:solidFill>
                        <a:srgbClr val="D6E1E6"/>
                      </a:solidFill>
                      <a:prstDash val="solid"/>
                    </a:lnT>
                    <a:lnB w="9525">
                      <a:solidFill>
                        <a:srgbClr val="D6E1E6"/>
                      </a:solidFill>
                      <a:prstDash val="solid"/>
                    </a:lnB>
                    <a:solidFill>
                      <a:srgbClr val="FFFFFF"/>
                    </a:solidFill>
                  </a:tcPr>
                </a:tc>
              </a:tr>
              <a:tr h="809625">
                <a:tc>
                  <a:txBody>
                    <a:bodyPr/>
                    <a:lstStyle/>
                    <a:p>
                      <a:r>
                        <a:rPr sz="1875" b="0">
                          <a:solidFill>
                            <a:srgbClr val="142E42"/>
                          </a:solidFill>
                          <a:latin typeface="Arial"/>
                          <a:ea typeface="Arial"/>
                          <a:cs typeface="Arial"/>
                        </a:rPr>
                        <a:t>Full traversal</a:t>
                      </a:r>
                    </a:p>
                  </a:txBody>
                  <a:tcPr marL="91440" marR="91440" marT="45720" marB="45720">
                    <a:lnL w="9525">
                      <a:solidFill>
                        <a:srgbClr val="D6E1E6"/>
                      </a:solidFill>
                      <a:prstDash val="solid"/>
                    </a:lnL>
                    <a:lnR w="9525">
                      <a:solidFill>
                        <a:srgbClr val="D6E1E6"/>
                      </a:solidFill>
                      <a:prstDash val="solid"/>
                    </a:lnR>
                    <a:lnT w="9525" cmpd="sng">
                      <a:solidFill>
                        <a:srgbClr val="D6E1E6"/>
                      </a:solidFill>
                      <a:prstDash val="solid"/>
                    </a:lnT>
                    <a:lnB w="9525">
                      <a:solidFill>
                        <a:srgbClr val="D6E1E6"/>
                      </a:solidFill>
                      <a:prstDash val="solid"/>
                    </a:lnB>
                    <a:solidFill>
                      <a:srgbClr val="EDF4F6"/>
                    </a:solidFill>
                  </a:tcPr>
                </a:tc>
                <a:tc>
                  <a:txBody>
                    <a:bodyPr/>
                    <a:lstStyle/>
                    <a:p>
                      <a:r>
                        <a:rPr sz="1875" b="0">
                          <a:solidFill>
                            <a:srgbClr val="142E42"/>
                          </a:solidFill>
                          <a:latin typeface="Arial"/>
                          <a:ea typeface="Arial"/>
                          <a:cs typeface="Arial"/>
                        </a:rPr>
                        <a:t>O(n)</a:t>
                      </a:r>
                    </a:p>
                  </a:txBody>
                  <a:tcPr marL="91440" marR="91440" marT="45720" marB="45720">
                    <a:lnL w="9525" cmpd="sng">
                      <a:solidFill>
                        <a:srgbClr val="D6E1E6"/>
                      </a:solidFill>
                      <a:prstDash val="solid"/>
                    </a:lnL>
                    <a:lnR w="9525">
                      <a:solidFill>
                        <a:srgbClr val="D6E1E6"/>
                      </a:solidFill>
                      <a:prstDash val="solid"/>
                    </a:lnR>
                    <a:lnT w="9525" cmpd="sng">
                      <a:solidFill>
                        <a:srgbClr val="D6E1E6"/>
                      </a:solidFill>
                      <a:prstDash val="solid"/>
                    </a:lnT>
                    <a:lnB w="9525">
                      <a:solidFill>
                        <a:srgbClr val="D6E1E6"/>
                      </a:solidFill>
                      <a:prstDash val="solid"/>
                    </a:lnB>
                    <a:solidFill>
                      <a:srgbClr val="EDF4F6"/>
                    </a:solidFill>
                  </a:tcPr>
                </a:tc>
                <a:tc>
                  <a:txBody>
                    <a:bodyPr/>
                    <a:lstStyle/>
                    <a:p>
                      <a:r>
                        <a:rPr sz="1875" b="0">
                          <a:solidFill>
                            <a:srgbClr val="142E42"/>
                          </a:solidFill>
                          <a:latin typeface="Arial"/>
                          <a:ea typeface="Arial"/>
                          <a:cs typeface="Arial"/>
                        </a:rPr>
                        <a:t>O(n)</a:t>
                      </a:r>
                    </a:p>
                  </a:txBody>
                  <a:tcPr marL="91440" marR="91440" marT="45720" marB="45720">
                    <a:lnL w="9525" cmpd="sng">
                      <a:solidFill>
                        <a:srgbClr val="D6E1E6"/>
                      </a:solidFill>
                      <a:prstDash val="solid"/>
                    </a:lnL>
                    <a:lnR w="9525">
                      <a:solidFill>
                        <a:srgbClr val="D6E1E6"/>
                      </a:solidFill>
                      <a:prstDash val="solid"/>
                    </a:lnR>
                    <a:lnT w="9525" cmpd="sng">
                      <a:solidFill>
                        <a:srgbClr val="D6E1E6"/>
                      </a:solidFill>
                      <a:prstDash val="solid"/>
                    </a:lnT>
                    <a:lnB w="9525">
                      <a:solidFill>
                        <a:srgbClr val="D6E1E6"/>
                      </a:solidFill>
                      <a:prstDash val="solid"/>
                    </a:lnB>
                    <a:solidFill>
                      <a:srgbClr val="EDF4F6"/>
                    </a:solidFill>
                  </a:tcPr>
                </a:tc>
              </a:tr>
            </a:tbl>
          </a:graphicData>
        </a:graphic>
      </p:graphicFrame>
      <p:sp>
        <p:nvSpPr>
          <p:cNvPr id="4" name="text-2">
            <a:extLst xmlns:a="http://schemas.openxmlformats.org/drawingml/2006/main">
              <a:ext uri="{FF2B5EF4-FFF2-40B4-BE49-F238E27FC236}">
                <a16:creationId xmlns:a16="http://schemas.microsoft.com/office/drawing/2014/main" id="{37D543FF-1370-4700-80A7-CC138EF535B0}"/>
              </a:ext>
            </a:extLst>
          </p:cNvPr>
          <p:cNvSpPr>
            <a:spLocks xmlns:a="http://schemas.openxmlformats.org/drawingml/2006/main" noGrp="1"/>
          </p:cNvSpPr>
          <p:nvPr/>
        </p:nvSpPr>
        <p:spPr>
          <a:xfrm xmlns:a="http://schemas.openxmlformats.org/drawingml/2006/main">
            <a:off x="609600" y="5286375"/>
            <a:ext cx="1076325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lgn="l">
              <a:defRPr sz="2025" b="0">
                <a:solidFill>
                  <a:srgbClr val="142E42"/>
                </a:solidFill>
                <a:latin typeface="Arial"/>
                <a:ea typeface="Arial"/>
                <a:cs typeface="Arial"/>
              </a:defRPr>
            </a:defPPr>
            <a:lvl1pPr algn="l">
              <a:buNone/>
              <a:defRPr sz="2025" b="0">
                <a:solidFill>
                  <a:srgbClr val="142E42"/>
                </a:solidFill>
                <a:latin typeface="Arial"/>
                <a:ea typeface="Arial"/>
                <a:cs typeface="Arial"/>
              </a:defRPr>
            </a:lvl1pPr>
            <a:lvl2pPr algn="l">
              <a:buNone/>
              <a:defRPr sz="2025" b="0">
                <a:solidFill>
                  <a:srgbClr val="142E42"/>
                </a:solidFill>
                <a:latin typeface="Arial"/>
                <a:ea typeface="Arial"/>
                <a:cs typeface="Arial"/>
              </a:defRPr>
            </a:lvl2pPr>
            <a:lvl3pPr algn="l">
              <a:buNone/>
              <a:defRPr sz="2025" b="0">
                <a:solidFill>
                  <a:srgbClr val="142E42"/>
                </a:solidFill>
                <a:latin typeface="Arial"/>
                <a:ea typeface="Arial"/>
                <a:cs typeface="Arial"/>
              </a:defRPr>
            </a:lvl3pPr>
            <a:lvl4pPr algn="l">
              <a:buNone/>
              <a:defRPr sz="2025" b="0">
                <a:solidFill>
                  <a:srgbClr val="142E42"/>
                </a:solidFill>
                <a:latin typeface="Arial"/>
                <a:ea typeface="Arial"/>
                <a:cs typeface="Arial"/>
              </a:defRPr>
            </a:lvl4pPr>
            <a:lvl5pPr algn="l">
              <a:buNone/>
              <a:defRPr sz="2025" b="0">
                <a:solidFill>
                  <a:srgbClr val="142E42"/>
                </a:solidFill>
                <a:latin typeface="Arial"/>
                <a:ea typeface="Arial"/>
                <a:cs typeface="Arial"/>
              </a:defRPr>
            </a:lvl5pPr>
            <a:lvl6pPr algn="l">
              <a:buNone/>
              <a:defRPr sz="2025" b="0">
                <a:solidFill>
                  <a:srgbClr val="142E42"/>
                </a:solidFill>
                <a:latin typeface="Arial"/>
                <a:ea typeface="Arial"/>
                <a:cs typeface="Arial"/>
              </a:defRPr>
            </a:lvl6pPr>
            <a:lvl7pPr algn="l">
              <a:buNone/>
              <a:defRPr sz="2025" b="0">
                <a:solidFill>
                  <a:srgbClr val="142E42"/>
                </a:solidFill>
                <a:latin typeface="Arial"/>
                <a:ea typeface="Arial"/>
                <a:cs typeface="Arial"/>
              </a:defRPr>
            </a:lvl7pPr>
            <a:lvl8pPr algn="l">
              <a:buNone/>
              <a:defRPr sz="2025" b="0">
                <a:solidFill>
                  <a:srgbClr val="142E42"/>
                </a:solidFill>
                <a:latin typeface="Arial"/>
                <a:ea typeface="Arial"/>
                <a:cs typeface="Arial"/>
              </a:defRPr>
            </a:lvl8pPr>
            <a:lvl9pPr algn="l">
              <a:buNone/>
              <a:defRPr sz="2025" b="0">
                <a:solidFill>
                  <a:srgbClr val="142E42"/>
                </a:solidFill>
                <a:latin typeface="Arial"/>
                <a:ea typeface="Arial"/>
                <a:cs typeface="Arial"/>
              </a:defRPr>
            </a:lvl9pPr>
          </a:lstStyle>
          <a:p xmlns:a="http://schemas.openxmlformats.org/drawingml/2006/main">
            <a:pPr algn="l">
              <a:buNone/>
              <a:defRPr sz="2025" b="0">
                <a:solidFill>
                  <a:srgbClr val="142E42"/>
                </a:solidFill>
                <a:latin typeface="Arial"/>
                <a:ea typeface="Arial"/>
                <a:cs typeface="Arial"/>
              </a:defRPr>
            </a:pPr>
            <a:r>
              <a:rPr sz="2025" b="0">
                <a:solidFill>
                  <a:srgbClr val="142E42"/>
                </a:solidFill>
                <a:latin typeface="Arial"/>
                <a:ea typeface="Arial"/>
                <a:cs typeface="Arial"/>
              </a:rPr>
              <a:t>Sorted insertion can create a chain with height n − 1.</a:t>
            </a:r>
          </a:p>
          <a:p xmlns:a="http://schemas.openxmlformats.org/drawingml/2006/main">
            <a:pPr algn="l">
              <a:buNone/>
              <a:defRPr sz="2025" b="0">
                <a:solidFill>
                  <a:srgbClr val="142E42"/>
                </a:solidFill>
                <a:latin typeface="Arial"/>
                <a:ea typeface="Arial"/>
                <a:cs typeface="Arial"/>
              </a:defRPr>
            </a:pPr>
            <a:r>
              <a:rPr sz="2025" b="0">
                <a:solidFill>
                  <a:srgbClr val="142E42"/>
                </a:solidFill>
                <a:latin typeface="Arial"/>
                <a:ea typeface="Arial"/>
                <a:cs typeface="Arial"/>
              </a:rPr>
              <a:t>A balanced search tree controls height as the data changes.</a:t>
            </a:r>
          </a:p>
        </p:txBody>
      </p:sp>
      <p:sp>
        <p:nvSpPr>
          <p:cNvPr id="6" name="local-java-HeightDemo">
            <a:extLst xmlns:a="http://schemas.openxmlformats.org/drawingml/2006/main">
              <a:ext uri="{FF2B5EF4-FFF2-40B4-BE49-F238E27FC236}">
                <a16:creationId xmlns:a16="http://schemas.microsoft.com/office/drawing/2014/main" id="{6EA86A0F-F646-4B09-A0FE-FBF460B493A4}"/>
              </a:ext>
            </a:extLst>
          </p:cNvPr>
          <p:cNvSpPr>
            <a:spLocks xmlns:a="http://schemas.openxmlformats.org/drawingml/2006/main" noGrp="1"/>
          </p:cNvSpPr>
          <p:nvPr/>
        </p:nvSpPr>
        <p:spPr>
          <a:xfrm xmlns:a="http://schemas.openxmlformats.org/drawingml/2006/main">
            <a:off x="609600" y="6134100"/>
            <a:ext cx="357187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350" b="0">
                <a:solidFill>
                  <a:srgbClr val="007D89"/>
                </a:solidFill>
                <a:latin typeface="Arial"/>
                <a:ea typeface="Arial"/>
                <a:cs typeface="Arial"/>
              </a:defRPr>
            </a:defPPr>
            <a:lvl1pPr>
              <a:defRPr sz="1350" b="0">
                <a:solidFill>
                  <a:srgbClr val="007D89"/>
                </a:solidFill>
                <a:latin typeface="Arial"/>
                <a:ea typeface="Arial"/>
                <a:cs typeface="Arial"/>
              </a:defRPr>
            </a:lvl1pPr>
            <a:lvl2pPr>
              <a:defRPr sz="1350" b="0">
                <a:solidFill>
                  <a:srgbClr val="007D89"/>
                </a:solidFill>
                <a:latin typeface="Arial"/>
                <a:ea typeface="Arial"/>
                <a:cs typeface="Arial"/>
              </a:defRPr>
            </a:lvl2pPr>
            <a:lvl3pPr>
              <a:defRPr sz="1350" b="0">
                <a:solidFill>
                  <a:srgbClr val="007D89"/>
                </a:solidFill>
                <a:latin typeface="Arial"/>
                <a:ea typeface="Arial"/>
                <a:cs typeface="Arial"/>
              </a:defRPr>
            </a:lvl3pPr>
            <a:lvl4pPr>
              <a:defRPr sz="1350" b="0">
                <a:solidFill>
                  <a:srgbClr val="007D89"/>
                </a:solidFill>
                <a:latin typeface="Arial"/>
                <a:ea typeface="Arial"/>
                <a:cs typeface="Arial"/>
              </a:defRPr>
            </a:lvl4pPr>
            <a:lvl5pPr>
              <a:defRPr sz="1350" b="0">
                <a:solidFill>
                  <a:srgbClr val="007D89"/>
                </a:solidFill>
                <a:latin typeface="Arial"/>
                <a:ea typeface="Arial"/>
                <a:cs typeface="Arial"/>
              </a:defRPr>
            </a:lvl5pPr>
            <a:lvl6pPr>
              <a:defRPr sz="1350" b="0">
                <a:solidFill>
                  <a:srgbClr val="007D89"/>
                </a:solidFill>
                <a:latin typeface="Arial"/>
                <a:ea typeface="Arial"/>
                <a:cs typeface="Arial"/>
              </a:defRPr>
            </a:lvl6pPr>
            <a:lvl7pPr>
              <a:defRPr sz="1350" b="0">
                <a:solidFill>
                  <a:srgbClr val="007D89"/>
                </a:solidFill>
                <a:latin typeface="Arial"/>
                <a:ea typeface="Arial"/>
                <a:cs typeface="Arial"/>
              </a:defRPr>
            </a:lvl7pPr>
            <a:lvl8pPr>
              <a:defRPr sz="1350" b="0">
                <a:solidFill>
                  <a:srgbClr val="007D89"/>
                </a:solidFill>
                <a:latin typeface="Arial"/>
                <a:ea typeface="Arial"/>
                <a:cs typeface="Arial"/>
              </a:defRPr>
            </a:lvl8pPr>
            <a:lvl9pPr>
              <a:defRPr sz="1350" b="0">
                <a:solidFill>
                  <a:srgbClr val="007D89"/>
                </a:solidFill>
                <a:latin typeface="Arial"/>
                <a:ea typeface="Arial"/>
                <a:cs typeface="Arial"/>
              </a:defRPr>
            </a:lvl9pPr>
          </a:lstStyle>
          <a:p xmlns:a="http://schemas.openxmlformats.org/drawingml/2006/main">
            <a:pPr>
              <a:defRPr sz="1350" b="0">
                <a:solidFill>
                  <a:srgbClr val="007D89"/>
                </a:solidFill>
                <a:latin typeface="Arial"/>
                <a:ea typeface="Arial"/>
                <a:cs typeface="Arial"/>
              </a:defRPr>
            </a:pPr>
            <a:r>
              <a:rPr sz="1350" u="sng">
                <a:solidFill>
                  <a:srgbClr val="007D89"/>
                </a:solidFill>
                <a:latin typeface="Arial"/>
                <a:ea typeface="Arial"/>
                <a:cs typeface="Arial"/>
                <a:hlinkClick xmlns:r="http://schemas.openxmlformats.org/officeDocument/2006/relationships" r:id="R4b5ae84518eb4086"/>
              </a:rPr>
              <a:t>Java: HeightDemo.java</a:t>
            </a:r>
          </a:p>
        </p:txBody>
      </p:sp>
    </p:spTree>
    <p:extLst>
      <p:ext uri="{BB962C8B-B14F-4D97-AF65-F5344CB8AC3E}">
        <p14:creationId xmlns:p14="http://schemas.microsoft.com/office/powerpoint/2010/main" val="2060457941"/>
      </p:ext>
    </p:extLst>
  </p:cSld>
</p:sld>
</file>

<file path=ppt/slides/slide34.xml><?xml version="1.0" encoding="utf-8"?>
<p:sld xmlns:p="http://schemas.openxmlformats.org/presentationml/2006/main">
  <p:cSld>
    <p:bg>
      <p:bgPr>
        <a:solidFill xmlns:a="http://schemas.openxmlformats.org/drawingml/2006/main">
          <a:srgbClr val="F8FBFD"/>
        </a:solidFill>
      </p:bgPr>
    </p:bg>
    <p:spTree>
      <p:nvGrpSpPr>
        <p:cNvPr id="1" name=""/>
        <p:cNvGrpSpPr/>
        <p:nvPr/>
      </p:nvGrpSpPr>
      <p:grpSpPr>
        <a:xfrm xmlns:a="http://schemas.openxmlformats.org/drawingml/2006/main"/>
      </p:grpSpPr>
      <p:sp>
        <p:nvSpPr>
          <p:cNvPr id="6" name="title">
            <a:extLst xmlns:a="http://schemas.openxmlformats.org/drawingml/2006/main">
              <a:ext uri="{FF2B5EF4-FFF2-40B4-BE49-F238E27FC236}">
                <a16:creationId xmlns:a16="http://schemas.microsoft.com/office/drawing/2014/main" id="{6D588A7B-C02C-4ED9-918C-6F181D016F76}"/>
              </a:ext>
            </a:extLst>
          </p:cNvPr>
          <p:cNvSpPr>
            <a:spLocks xmlns:a="http://schemas.openxmlformats.org/drawingml/2006/main" noGrp="1"/>
          </p:cNvSpPr>
          <p:nvPr/>
        </p:nvSpPr>
        <p:spPr>
          <a:xfrm xmlns:a="http://schemas.openxmlformats.org/drawingml/2006/main">
            <a:off x="609600" y="476250"/>
            <a:ext cx="109728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3000" b="1">
                <a:solidFill>
                  <a:srgbClr val="153143"/>
                </a:solidFill>
                <a:latin typeface="Arial"/>
                <a:ea typeface="Arial"/>
                <a:cs typeface="Arial"/>
              </a:defRPr>
            </a:defPPr>
            <a:lvl1pPr>
              <a:defRPr sz="3000" b="1">
                <a:solidFill>
                  <a:srgbClr val="153143"/>
                </a:solidFill>
                <a:latin typeface="Arial"/>
                <a:ea typeface="Arial"/>
                <a:cs typeface="Arial"/>
              </a:defRPr>
            </a:lvl1pPr>
            <a:lvl2pPr>
              <a:defRPr sz="3000" b="1">
                <a:solidFill>
                  <a:srgbClr val="153143"/>
                </a:solidFill>
                <a:latin typeface="Arial"/>
                <a:ea typeface="Arial"/>
                <a:cs typeface="Arial"/>
              </a:defRPr>
            </a:lvl2pPr>
            <a:lvl3pPr>
              <a:defRPr sz="3000" b="1">
                <a:solidFill>
                  <a:srgbClr val="153143"/>
                </a:solidFill>
                <a:latin typeface="Arial"/>
                <a:ea typeface="Arial"/>
                <a:cs typeface="Arial"/>
              </a:defRPr>
            </a:lvl3pPr>
            <a:lvl4pPr>
              <a:defRPr sz="3000" b="1">
                <a:solidFill>
                  <a:srgbClr val="153143"/>
                </a:solidFill>
                <a:latin typeface="Arial"/>
                <a:ea typeface="Arial"/>
                <a:cs typeface="Arial"/>
              </a:defRPr>
            </a:lvl4pPr>
            <a:lvl5pPr>
              <a:defRPr sz="3000" b="1">
                <a:solidFill>
                  <a:srgbClr val="153143"/>
                </a:solidFill>
                <a:latin typeface="Arial"/>
                <a:ea typeface="Arial"/>
                <a:cs typeface="Arial"/>
              </a:defRPr>
            </a:lvl5pPr>
            <a:lvl6pPr>
              <a:defRPr sz="3000" b="1">
                <a:solidFill>
                  <a:srgbClr val="153143"/>
                </a:solidFill>
                <a:latin typeface="Arial"/>
                <a:ea typeface="Arial"/>
                <a:cs typeface="Arial"/>
              </a:defRPr>
            </a:lvl6pPr>
            <a:lvl7pPr>
              <a:defRPr sz="3000" b="1">
                <a:solidFill>
                  <a:srgbClr val="153143"/>
                </a:solidFill>
                <a:latin typeface="Arial"/>
                <a:ea typeface="Arial"/>
                <a:cs typeface="Arial"/>
              </a:defRPr>
            </a:lvl7pPr>
            <a:lvl8pPr>
              <a:defRPr sz="3000" b="1">
                <a:solidFill>
                  <a:srgbClr val="153143"/>
                </a:solidFill>
                <a:latin typeface="Arial"/>
                <a:ea typeface="Arial"/>
                <a:cs typeface="Arial"/>
              </a:defRPr>
            </a:lvl8pPr>
            <a:lvl9pPr>
              <a:defRPr sz="3000" b="1">
                <a:solidFill>
                  <a:srgbClr val="153143"/>
                </a:solidFill>
                <a:latin typeface="Arial"/>
                <a:ea typeface="Arial"/>
                <a:cs typeface="Arial"/>
              </a:defRPr>
            </a:lvl9pPr>
          </a:lstStyle>
          <a:p xmlns:a="http://schemas.openxmlformats.org/drawingml/2006/main">
            <a:pPr>
              <a:defRPr sz="3000" b="1">
                <a:solidFill>
                  <a:srgbClr val="153143"/>
                </a:solidFill>
                <a:latin typeface="Arial"/>
                <a:ea typeface="Arial"/>
                <a:cs typeface="Arial"/>
              </a:defRPr>
            </a:pPr>
            <a:r>
              <a:rPr sz="3000" b="1">
                <a:solidFill>
                  <a:srgbClr val="153143"/>
                </a:solidFill>
                <a:latin typeface="Arial"/>
                <a:ea typeface="Arial"/>
                <a:cs typeface="Arial"/>
              </a:rPr>
              <a:t>Traversal cost and search cost</a:t>
            </a:r>
          </a:p>
        </p:txBody>
      </p:sp>
      <p:sp>
        <p:nvSpPr>
          <p:cNvPr id="2" name="body">
            <a:extLst xmlns:a="http://schemas.openxmlformats.org/drawingml/2006/main">
              <a:ext uri="{FF2B5EF4-FFF2-40B4-BE49-F238E27FC236}">
                <a16:creationId xmlns:a16="http://schemas.microsoft.com/office/drawing/2014/main" id="{CC33B92D-C767-4EFF-97D1-79180DD3B92F}"/>
              </a:ext>
            </a:extLst>
          </p:cNvPr>
          <p:cNvSpPr>
            <a:spLocks xmlns:a="http://schemas.openxmlformats.org/drawingml/2006/main" noGrp="1"/>
          </p:cNvSpPr>
          <p:nvPr/>
        </p:nvSpPr>
        <p:spPr>
          <a:xfrm xmlns:a="http://schemas.openxmlformats.org/drawingml/2006/main">
            <a:off x="609600" y="1809750"/>
            <a:ext cx="10972800" cy="3429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175" b="0">
                <a:solidFill>
                  <a:srgbClr val="153143"/>
                </a:solidFill>
                <a:latin typeface="Arial"/>
                <a:ea typeface="Arial"/>
                <a:cs typeface="Arial"/>
              </a:defRPr>
            </a:defPPr>
            <a:lvl1pPr>
              <a:defRPr sz="2175" b="0">
                <a:solidFill>
                  <a:srgbClr val="153143"/>
                </a:solidFill>
                <a:latin typeface="Arial"/>
                <a:ea typeface="Arial"/>
                <a:cs typeface="Arial"/>
              </a:defRPr>
            </a:lvl1pPr>
            <a:lvl2pPr>
              <a:defRPr sz="2175" b="0">
                <a:solidFill>
                  <a:srgbClr val="153143"/>
                </a:solidFill>
                <a:latin typeface="Arial"/>
                <a:ea typeface="Arial"/>
                <a:cs typeface="Arial"/>
              </a:defRPr>
            </a:lvl2pPr>
            <a:lvl3pPr>
              <a:defRPr sz="2175" b="0">
                <a:solidFill>
                  <a:srgbClr val="153143"/>
                </a:solidFill>
                <a:latin typeface="Arial"/>
                <a:ea typeface="Arial"/>
                <a:cs typeface="Arial"/>
              </a:defRPr>
            </a:lvl3pPr>
            <a:lvl4pPr>
              <a:defRPr sz="2175" b="0">
                <a:solidFill>
                  <a:srgbClr val="153143"/>
                </a:solidFill>
                <a:latin typeface="Arial"/>
                <a:ea typeface="Arial"/>
                <a:cs typeface="Arial"/>
              </a:defRPr>
            </a:lvl4pPr>
            <a:lvl5pPr>
              <a:defRPr sz="2175" b="0">
                <a:solidFill>
                  <a:srgbClr val="153143"/>
                </a:solidFill>
                <a:latin typeface="Arial"/>
                <a:ea typeface="Arial"/>
                <a:cs typeface="Arial"/>
              </a:defRPr>
            </a:lvl5pPr>
            <a:lvl6pPr>
              <a:defRPr sz="2175" b="0">
                <a:solidFill>
                  <a:srgbClr val="153143"/>
                </a:solidFill>
                <a:latin typeface="Arial"/>
                <a:ea typeface="Arial"/>
                <a:cs typeface="Arial"/>
              </a:defRPr>
            </a:lvl6pPr>
            <a:lvl7pPr>
              <a:defRPr sz="2175" b="0">
                <a:solidFill>
                  <a:srgbClr val="153143"/>
                </a:solidFill>
                <a:latin typeface="Arial"/>
                <a:ea typeface="Arial"/>
                <a:cs typeface="Arial"/>
              </a:defRPr>
            </a:lvl7pPr>
            <a:lvl8pPr>
              <a:defRPr sz="2175" b="0">
                <a:solidFill>
                  <a:srgbClr val="153143"/>
                </a:solidFill>
                <a:latin typeface="Arial"/>
                <a:ea typeface="Arial"/>
                <a:cs typeface="Arial"/>
              </a:defRPr>
            </a:lvl8pPr>
            <a:lvl9pPr>
              <a:defRPr sz="2175" b="0">
                <a:solidFill>
                  <a:srgbClr val="153143"/>
                </a:solidFill>
                <a:latin typeface="Arial"/>
                <a:ea typeface="Arial"/>
                <a:cs typeface="Arial"/>
              </a:defRPr>
            </a:lvl9pPr>
          </a:lstStyle>
          <a:p xmlns:a="http://schemas.openxmlformats.org/drawingml/2006/main">
            <a:pPr>
              <a:defRPr sz="2175" b="0">
                <a:solidFill>
                  <a:srgbClr val="153143"/>
                </a:solidFill>
                <a:latin typeface="Arial"/>
                <a:ea typeface="Arial"/>
                <a:cs typeface="Arial"/>
              </a:defRPr>
            </a:pPr>
            <a:r>
              <a:rPr sz="2175" b="0">
                <a:solidFill>
                  <a:srgbClr val="153143"/>
                </a:solidFill>
                <a:latin typeface="Arial"/>
                <a:ea typeface="Arial"/>
                <a:cs typeface="Arial"/>
              </a:rPr>
              <a:t>A full traversal visits all n nodes: O(n) time.</a:t>
            </a:r>
          </a:p>
          <a:p xmlns:a="http://schemas.openxmlformats.org/drawingml/2006/main">
            <a:r>
              <a:t/>
            </a:r>
          </a:p>
          <a:p xmlns:a="http://schemas.openxmlformats.org/drawingml/2006/main">
            <a:pPr>
              <a:defRPr sz="2175" b="0">
                <a:solidFill>
                  <a:srgbClr val="153143"/>
                </a:solidFill>
                <a:latin typeface="Arial"/>
                <a:ea typeface="Arial"/>
                <a:cs typeface="Arial"/>
              </a:defRPr>
            </a:pPr>
            <a:r>
              <a:rPr sz="2175" b="0">
                <a:solidFill>
                  <a:srgbClr val="153143"/>
                </a:solidFill>
                <a:latin typeface="Arial"/>
                <a:ea typeface="Arial"/>
                <a:cs typeface="Arial"/>
              </a:rPr>
              <a:t>Search follows one root-to-node path: O(h + 1) time.</a:t>
            </a:r>
          </a:p>
          <a:p xmlns:a="http://schemas.openxmlformats.org/drawingml/2006/main">
            <a:r>
              <a:t/>
            </a:r>
          </a:p>
          <a:p xmlns:a="http://schemas.openxmlformats.org/drawingml/2006/main">
            <a:pPr>
              <a:defRPr sz="2175" b="0">
                <a:solidFill>
                  <a:srgbClr val="153143"/>
                </a:solidFill>
                <a:latin typeface="Arial"/>
                <a:ea typeface="Arial"/>
                <a:cs typeface="Arial"/>
              </a:defRPr>
            </a:pPr>
            <a:r>
              <a:rPr sz="2175" b="0">
                <a:solidFill>
                  <a:srgbClr val="153143"/>
                </a:solidFill>
                <a:latin typeface="Arial"/>
                <a:ea typeface="Arial"/>
                <a:cs typeface="Arial"/>
              </a:rPr>
              <a:t>A short tree and a chain have the same traversal cost,</a:t>
            </a:r>
          </a:p>
          <a:p xmlns:a="http://schemas.openxmlformats.org/drawingml/2006/main">
            <a:pPr>
              <a:defRPr sz="2175" b="0">
                <a:solidFill>
                  <a:srgbClr val="153143"/>
                </a:solidFill>
                <a:latin typeface="Arial"/>
                <a:ea typeface="Arial"/>
                <a:cs typeface="Arial"/>
              </a:defRPr>
            </a:pPr>
            <a:r>
              <a:rPr sz="2175" b="0">
                <a:solidFill>
                  <a:srgbClr val="153143"/>
                </a:solidFill>
                <a:latin typeface="Arial"/>
                <a:ea typeface="Arial"/>
                <a:cs typeface="Arial"/>
              </a:rPr>
              <a:t>but very different search paths.</a:t>
            </a:r>
          </a:p>
        </p:txBody>
      </p:sp>
      <p:sp>
        <p:nvSpPr>
          <p:cNvPr id="3" name="discussion">
            <a:extLst xmlns:a="http://schemas.openxmlformats.org/drawingml/2006/main">
              <a:ext uri="{FF2B5EF4-FFF2-40B4-BE49-F238E27FC236}">
                <a16:creationId xmlns:a16="http://schemas.microsoft.com/office/drawing/2014/main" id="{9F2D083A-956C-40EA-A4C0-89BFA4DCB19F}"/>
              </a:ext>
            </a:extLst>
          </p:cNvPr>
          <p:cNvSpPr>
            <a:spLocks xmlns:a="http://schemas.openxmlformats.org/drawingml/2006/main" noGrp="1"/>
          </p:cNvSpPr>
          <p:nvPr/>
        </p:nvSpPr>
        <p:spPr>
          <a:xfrm xmlns:a="http://schemas.openxmlformats.org/drawingml/2006/main">
            <a:off x="609600" y="5667375"/>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800" b="1">
                <a:solidFill>
                  <a:srgbClr val="007D89"/>
                </a:solidFill>
                <a:latin typeface="Arial"/>
                <a:ea typeface="Arial"/>
                <a:cs typeface="Arial"/>
              </a:defRPr>
            </a:defPPr>
            <a:lvl1pPr>
              <a:defRPr sz="1800" b="1">
                <a:solidFill>
                  <a:srgbClr val="007D89"/>
                </a:solidFill>
                <a:latin typeface="Arial"/>
                <a:ea typeface="Arial"/>
                <a:cs typeface="Arial"/>
              </a:defRPr>
            </a:lvl1pPr>
            <a:lvl2pPr>
              <a:defRPr sz="1800" b="1">
                <a:solidFill>
                  <a:srgbClr val="007D89"/>
                </a:solidFill>
                <a:latin typeface="Arial"/>
                <a:ea typeface="Arial"/>
                <a:cs typeface="Arial"/>
              </a:defRPr>
            </a:lvl2pPr>
            <a:lvl3pPr>
              <a:defRPr sz="1800" b="1">
                <a:solidFill>
                  <a:srgbClr val="007D89"/>
                </a:solidFill>
                <a:latin typeface="Arial"/>
                <a:ea typeface="Arial"/>
                <a:cs typeface="Arial"/>
              </a:defRPr>
            </a:lvl3pPr>
            <a:lvl4pPr>
              <a:defRPr sz="1800" b="1">
                <a:solidFill>
                  <a:srgbClr val="007D89"/>
                </a:solidFill>
                <a:latin typeface="Arial"/>
                <a:ea typeface="Arial"/>
                <a:cs typeface="Arial"/>
              </a:defRPr>
            </a:lvl4pPr>
            <a:lvl5pPr>
              <a:defRPr sz="1800" b="1">
                <a:solidFill>
                  <a:srgbClr val="007D89"/>
                </a:solidFill>
                <a:latin typeface="Arial"/>
                <a:ea typeface="Arial"/>
                <a:cs typeface="Arial"/>
              </a:defRPr>
            </a:lvl5pPr>
            <a:lvl6pPr>
              <a:defRPr sz="1800" b="1">
                <a:solidFill>
                  <a:srgbClr val="007D89"/>
                </a:solidFill>
                <a:latin typeface="Arial"/>
                <a:ea typeface="Arial"/>
                <a:cs typeface="Arial"/>
              </a:defRPr>
            </a:lvl6pPr>
            <a:lvl7pPr>
              <a:defRPr sz="1800" b="1">
                <a:solidFill>
                  <a:srgbClr val="007D89"/>
                </a:solidFill>
                <a:latin typeface="Arial"/>
                <a:ea typeface="Arial"/>
                <a:cs typeface="Arial"/>
              </a:defRPr>
            </a:lvl7pPr>
            <a:lvl8pPr>
              <a:defRPr sz="1800" b="1">
                <a:solidFill>
                  <a:srgbClr val="007D89"/>
                </a:solidFill>
                <a:latin typeface="Arial"/>
                <a:ea typeface="Arial"/>
                <a:cs typeface="Arial"/>
              </a:defRPr>
            </a:lvl8pPr>
            <a:lvl9pPr>
              <a:defRPr sz="1800" b="1">
                <a:solidFill>
                  <a:srgbClr val="007D89"/>
                </a:solidFill>
                <a:latin typeface="Arial"/>
                <a:ea typeface="Arial"/>
                <a:cs typeface="Arial"/>
              </a:defRPr>
            </a:lvl9pPr>
          </a:lstStyle>
          <a:p xmlns:a="http://schemas.openxmlformats.org/drawingml/2006/main">
            <a:pPr>
              <a:defRPr sz="1800" b="1">
                <a:solidFill>
                  <a:srgbClr val="007D89"/>
                </a:solidFill>
                <a:latin typeface="Arial"/>
                <a:ea typeface="Arial"/>
                <a:cs typeface="Arial"/>
              </a:defRPr>
            </a:pPr>
            <a:r>
              <a:rPr sz="1800" b="1">
                <a:solidFill>
                  <a:srgbClr val="007D89"/>
                </a:solidFill>
                <a:latin typeface="Arial"/>
                <a:ea typeface="Arial"/>
                <a:cs typeface="Arial"/>
              </a:rPr>
              <a:t>Discuss: when must an algorithm visit every node?</a:t>
            </a:r>
          </a:p>
        </p:txBody>
      </p:sp>
      <p:sp>
        <p:nvSpPr>
          <p:cNvPr id="4" name="page">
            <a:extLst xmlns:a="http://schemas.openxmlformats.org/drawingml/2006/main">
              <a:ext uri="{FF2B5EF4-FFF2-40B4-BE49-F238E27FC236}">
                <a16:creationId xmlns:a16="http://schemas.microsoft.com/office/drawing/2014/main" id="{964C00EF-22C1-4A20-B9F8-14B1B21C90FB}"/>
              </a:ext>
            </a:extLst>
          </p:cNvPr>
          <p:cNvSpPr>
            <a:spLocks xmlns:a="http://schemas.openxmlformats.org/drawingml/2006/main" noGrp="1"/>
          </p:cNvSpPr>
          <p:nvPr/>
        </p:nvSpPr>
        <p:spPr>
          <a:xfrm xmlns:a="http://schemas.openxmlformats.org/drawingml/2006/main">
            <a:off x="11144250" y="6381750"/>
            <a:ext cx="476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200" b="0">
                <a:solidFill>
                  <a:srgbClr val="536A78"/>
                </a:solidFill>
                <a:latin typeface="Arial"/>
                <a:ea typeface="Arial"/>
                <a:cs typeface="Arial"/>
              </a:defRPr>
            </a:defPPr>
            <a:lvl1pPr>
              <a:defRPr sz="1200" b="0">
                <a:solidFill>
                  <a:srgbClr val="536A78"/>
                </a:solidFill>
                <a:latin typeface="Arial"/>
                <a:ea typeface="Arial"/>
                <a:cs typeface="Arial"/>
              </a:defRPr>
            </a:lvl1pPr>
            <a:lvl2pPr>
              <a:defRPr sz="1200" b="0">
                <a:solidFill>
                  <a:srgbClr val="536A78"/>
                </a:solidFill>
                <a:latin typeface="Arial"/>
                <a:ea typeface="Arial"/>
                <a:cs typeface="Arial"/>
              </a:defRPr>
            </a:lvl2pPr>
            <a:lvl3pPr>
              <a:defRPr sz="1200" b="0">
                <a:solidFill>
                  <a:srgbClr val="536A78"/>
                </a:solidFill>
                <a:latin typeface="Arial"/>
                <a:ea typeface="Arial"/>
                <a:cs typeface="Arial"/>
              </a:defRPr>
            </a:lvl3pPr>
            <a:lvl4pPr>
              <a:defRPr sz="1200" b="0">
                <a:solidFill>
                  <a:srgbClr val="536A78"/>
                </a:solidFill>
                <a:latin typeface="Arial"/>
                <a:ea typeface="Arial"/>
                <a:cs typeface="Arial"/>
              </a:defRPr>
            </a:lvl4pPr>
            <a:lvl5pPr>
              <a:defRPr sz="1200" b="0">
                <a:solidFill>
                  <a:srgbClr val="536A78"/>
                </a:solidFill>
                <a:latin typeface="Arial"/>
                <a:ea typeface="Arial"/>
                <a:cs typeface="Arial"/>
              </a:defRPr>
            </a:lvl5pPr>
            <a:lvl6pPr>
              <a:defRPr sz="1200" b="0">
                <a:solidFill>
                  <a:srgbClr val="536A78"/>
                </a:solidFill>
                <a:latin typeface="Arial"/>
                <a:ea typeface="Arial"/>
                <a:cs typeface="Arial"/>
              </a:defRPr>
            </a:lvl6pPr>
            <a:lvl7pPr>
              <a:defRPr sz="1200" b="0">
                <a:solidFill>
                  <a:srgbClr val="536A78"/>
                </a:solidFill>
                <a:latin typeface="Arial"/>
                <a:ea typeface="Arial"/>
                <a:cs typeface="Arial"/>
              </a:defRPr>
            </a:lvl7pPr>
            <a:lvl8pPr>
              <a:defRPr sz="1200" b="0">
                <a:solidFill>
                  <a:srgbClr val="536A78"/>
                </a:solidFill>
                <a:latin typeface="Arial"/>
                <a:ea typeface="Arial"/>
                <a:cs typeface="Arial"/>
              </a:defRPr>
            </a:lvl8pPr>
            <a:lvl9pPr>
              <a:defRPr sz="1200" b="0">
                <a:solidFill>
                  <a:srgbClr val="536A78"/>
                </a:solidFill>
                <a:latin typeface="Arial"/>
                <a:ea typeface="Arial"/>
                <a:cs typeface="Arial"/>
              </a:defRPr>
            </a:lvl9pPr>
          </a:lstStyle>
          <a:p xmlns:a="http://schemas.openxmlformats.org/drawingml/2006/main">
            <a:pPr>
              <a:defRPr sz="1200" b="0">
                <a:solidFill>
                  <a:srgbClr val="536A78"/>
                </a:solidFill>
                <a:latin typeface="Arial"/>
                <a:ea typeface="Arial"/>
                <a:cs typeface="Arial"/>
              </a:defRPr>
            </a:pPr>
            <a:r>
              <a:rPr sz="1200" b="0">
                <a:solidFill>
                  <a:srgbClr val="536A78"/>
                </a:solidFill>
                <a:latin typeface="Arial"/>
                <a:ea typeface="Arial"/>
                <a:cs typeface="Arial"/>
              </a:rPr>
              <a:t>34</a:t>
            </a:r>
          </a:p>
        </p:txBody>
      </p:sp>
      <p:sp>
        <p:nvSpPr>
          <p:cNvPr id="5" name="local-java-TraversalDemo">
            <a:extLst xmlns:a="http://schemas.openxmlformats.org/drawingml/2006/main">
              <a:ext uri="{FF2B5EF4-FFF2-40B4-BE49-F238E27FC236}">
                <a16:creationId xmlns:a16="http://schemas.microsoft.com/office/drawing/2014/main" id="{F88D07F5-C52E-4A5E-B523-66D9B39AC755}"/>
              </a:ext>
            </a:extLst>
          </p:cNvPr>
          <p:cNvSpPr>
            <a:spLocks xmlns:a="http://schemas.openxmlformats.org/drawingml/2006/main" noGrp="1"/>
          </p:cNvSpPr>
          <p:nvPr/>
        </p:nvSpPr>
        <p:spPr>
          <a:xfrm xmlns:a="http://schemas.openxmlformats.org/drawingml/2006/main">
            <a:off x="609600" y="6134100"/>
            <a:ext cx="357187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350" b="0">
                <a:solidFill>
                  <a:srgbClr val="007D89"/>
                </a:solidFill>
                <a:latin typeface="Arial"/>
                <a:ea typeface="Arial"/>
                <a:cs typeface="Arial"/>
              </a:defRPr>
            </a:defPPr>
            <a:lvl1pPr>
              <a:defRPr sz="1350" b="0">
                <a:solidFill>
                  <a:srgbClr val="007D89"/>
                </a:solidFill>
                <a:latin typeface="Arial"/>
                <a:ea typeface="Arial"/>
                <a:cs typeface="Arial"/>
              </a:defRPr>
            </a:lvl1pPr>
            <a:lvl2pPr>
              <a:defRPr sz="1350" b="0">
                <a:solidFill>
                  <a:srgbClr val="007D89"/>
                </a:solidFill>
                <a:latin typeface="Arial"/>
                <a:ea typeface="Arial"/>
                <a:cs typeface="Arial"/>
              </a:defRPr>
            </a:lvl2pPr>
            <a:lvl3pPr>
              <a:defRPr sz="1350" b="0">
                <a:solidFill>
                  <a:srgbClr val="007D89"/>
                </a:solidFill>
                <a:latin typeface="Arial"/>
                <a:ea typeface="Arial"/>
                <a:cs typeface="Arial"/>
              </a:defRPr>
            </a:lvl3pPr>
            <a:lvl4pPr>
              <a:defRPr sz="1350" b="0">
                <a:solidFill>
                  <a:srgbClr val="007D89"/>
                </a:solidFill>
                <a:latin typeface="Arial"/>
                <a:ea typeface="Arial"/>
                <a:cs typeface="Arial"/>
              </a:defRPr>
            </a:lvl4pPr>
            <a:lvl5pPr>
              <a:defRPr sz="1350" b="0">
                <a:solidFill>
                  <a:srgbClr val="007D89"/>
                </a:solidFill>
                <a:latin typeface="Arial"/>
                <a:ea typeface="Arial"/>
                <a:cs typeface="Arial"/>
              </a:defRPr>
            </a:lvl5pPr>
            <a:lvl6pPr>
              <a:defRPr sz="1350" b="0">
                <a:solidFill>
                  <a:srgbClr val="007D89"/>
                </a:solidFill>
                <a:latin typeface="Arial"/>
                <a:ea typeface="Arial"/>
                <a:cs typeface="Arial"/>
              </a:defRPr>
            </a:lvl6pPr>
            <a:lvl7pPr>
              <a:defRPr sz="1350" b="0">
                <a:solidFill>
                  <a:srgbClr val="007D89"/>
                </a:solidFill>
                <a:latin typeface="Arial"/>
                <a:ea typeface="Arial"/>
                <a:cs typeface="Arial"/>
              </a:defRPr>
            </a:lvl7pPr>
            <a:lvl8pPr>
              <a:defRPr sz="1350" b="0">
                <a:solidFill>
                  <a:srgbClr val="007D89"/>
                </a:solidFill>
                <a:latin typeface="Arial"/>
                <a:ea typeface="Arial"/>
                <a:cs typeface="Arial"/>
              </a:defRPr>
            </a:lvl8pPr>
            <a:lvl9pPr>
              <a:defRPr sz="1350" b="0">
                <a:solidFill>
                  <a:srgbClr val="007D89"/>
                </a:solidFill>
                <a:latin typeface="Arial"/>
                <a:ea typeface="Arial"/>
                <a:cs typeface="Arial"/>
              </a:defRPr>
            </a:lvl9pPr>
          </a:lstStyle>
          <a:p xmlns:a="http://schemas.openxmlformats.org/drawingml/2006/main">
            <a:pPr>
              <a:defRPr sz="1350" b="0">
                <a:solidFill>
                  <a:srgbClr val="007D89"/>
                </a:solidFill>
                <a:latin typeface="Arial"/>
                <a:ea typeface="Arial"/>
                <a:cs typeface="Arial"/>
              </a:defRPr>
            </a:pPr>
            <a:r>
              <a:rPr sz="1350" u="sng">
                <a:solidFill>
                  <a:srgbClr val="007D89"/>
                </a:solidFill>
                <a:latin typeface="Arial"/>
                <a:ea typeface="Arial"/>
                <a:cs typeface="Arial"/>
                <a:hlinkClick xmlns:r="http://schemas.openxmlformats.org/officeDocument/2006/relationships" r:id="R55a4af212cd145b7"/>
              </a:rPr>
              <a:t>Java: TraversalDemo.java</a:t>
            </a:r>
          </a:p>
        </p:txBody>
      </p:sp>
    </p:spTree>
    <p:extLst>
      <p:ext uri="{BB962C8B-B14F-4D97-AF65-F5344CB8AC3E}">
        <p14:creationId xmlns:p14="http://schemas.microsoft.com/office/powerpoint/2010/main" val="3073965742"/>
      </p:ext>
    </p:extLst>
  </p:cSld>
</p:sld>
</file>

<file path=ppt/slides/slide35.xml><?xml version="1.0" encoding="utf-8"?>
<p:sld xmlns:p="http://schemas.openxmlformats.org/presentationml/2006/main">
  <p:cSld>
    <p:bg>
      <p:bgPr>
        <a:solidFill xmlns:a="http://schemas.openxmlformats.org/drawingml/2006/main">
          <a:srgbClr val="F8FBFD"/>
        </a:solidFill>
      </p:bgPr>
    </p:bg>
    <p:spTree>
      <p:nvGrpSpPr>
        <p:cNvPr id="1" name=""/>
        <p:cNvGrpSpPr/>
        <p:nvPr/>
      </p:nvGrpSpPr>
      <p:grpSpPr>
        <a:xfrm xmlns:a="http://schemas.openxmlformats.org/drawingml/2006/main"/>
      </p:grpSpPr>
      <p:pic>
        <p:nvPicPr>
          <p:cNvPr id="17414" name="Picture 5">
            <a:extLst xmlns:a="http://schemas.openxmlformats.org/drawingml/2006/main">
              <a:ext uri="{FF2B5EF4-FFF2-40B4-BE49-F238E27FC236}">
                <a16:creationId xmlns:a16="http://schemas.microsoft.com/office/drawing/2014/main" id="{54E007B0-7A69-4E7F-A8B7-60FF81C32BED}"/>
              </a:ext>
            </a:extLst>
          </p:cNvPr>
          <p:cNvPicPr>
            <a:picLocks xmlns:a="http://schemas.openxmlformats.org/drawingml/2006/main" noChangeAspect="1"/>
          </p:cNvPicPr>
          <p:nvPr>
            <p:ph idx="2"/>
          </p:nvPr>
        </p:nvPicPr>
        <p:blipFill>
          <a:blip xmlns:r="http://schemas.openxmlformats.org/officeDocument/2006/relationships" xmlns:a="http://schemas.openxmlformats.org/drawingml/2006/main" r:embed="Rade6eab698f04fbc"/>
          <a:srcRect xmlns:a="http://schemas.openxmlformats.org/drawingml/2006/main" l="0" t="0" r="0" b="0"/>
          <a:stretch xmlns:a="http://schemas.openxmlformats.org/drawingml/2006/main">
            <a:fillRect l="0" t="0" r="0" b="0"/>
          </a:stretch>
        </p:blipFill>
        <p:spPr>
          <a:xfrm xmlns:a="http://schemas.openxmlformats.org/drawingml/2006/main">
            <a:off x="8096250" y="1524000"/>
            <a:ext cx="1905000" cy="3200400"/>
          </a:xfrm>
        </p:spPr>
      </p:pic>
      <p:sp>
        <p:nvSpPr>
          <p:cNvPr id="17415" name="title">
            <a:extLst xmlns:a="http://schemas.openxmlformats.org/drawingml/2006/main">
              <a:ext uri="{FF2B5EF4-FFF2-40B4-BE49-F238E27FC236}">
                <a16:creationId xmlns:a16="http://schemas.microsoft.com/office/drawing/2014/main" id="{C7894224-0C56-421D-A492-F21BA9D64051}"/>
              </a:ext>
            </a:extLst>
          </p:cNvPr>
          <p:cNvSpPr>
            <a:spLocks xmlns:a="http://schemas.openxmlformats.org/drawingml/2006/main" noGrp="1"/>
          </p:cNvSpPr>
          <p:nvPr/>
        </p:nvSpPr>
        <p:spPr>
          <a:xfrm xmlns:a="http://schemas.openxmlformats.org/drawingml/2006/main">
            <a:off x="609600" y="476250"/>
            <a:ext cx="109728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3000" b="1">
                <a:solidFill>
                  <a:srgbClr val="153143"/>
                </a:solidFill>
                <a:latin typeface="Arial"/>
                <a:ea typeface="Arial"/>
                <a:cs typeface="Arial"/>
              </a:defRPr>
            </a:defPPr>
            <a:lvl1pPr>
              <a:defRPr sz="3000" b="1">
                <a:solidFill>
                  <a:srgbClr val="153143"/>
                </a:solidFill>
                <a:latin typeface="Arial"/>
                <a:ea typeface="Arial"/>
                <a:cs typeface="Arial"/>
              </a:defRPr>
            </a:lvl1pPr>
            <a:lvl2pPr>
              <a:defRPr sz="3000" b="1">
                <a:solidFill>
                  <a:srgbClr val="153143"/>
                </a:solidFill>
                <a:latin typeface="Arial"/>
                <a:ea typeface="Arial"/>
                <a:cs typeface="Arial"/>
              </a:defRPr>
            </a:lvl2pPr>
            <a:lvl3pPr>
              <a:defRPr sz="3000" b="1">
                <a:solidFill>
                  <a:srgbClr val="153143"/>
                </a:solidFill>
                <a:latin typeface="Arial"/>
                <a:ea typeface="Arial"/>
                <a:cs typeface="Arial"/>
              </a:defRPr>
            </a:lvl3pPr>
            <a:lvl4pPr>
              <a:defRPr sz="3000" b="1">
                <a:solidFill>
                  <a:srgbClr val="153143"/>
                </a:solidFill>
                <a:latin typeface="Arial"/>
                <a:ea typeface="Arial"/>
                <a:cs typeface="Arial"/>
              </a:defRPr>
            </a:lvl4pPr>
            <a:lvl5pPr>
              <a:defRPr sz="3000" b="1">
                <a:solidFill>
                  <a:srgbClr val="153143"/>
                </a:solidFill>
                <a:latin typeface="Arial"/>
                <a:ea typeface="Arial"/>
                <a:cs typeface="Arial"/>
              </a:defRPr>
            </a:lvl5pPr>
            <a:lvl6pPr>
              <a:defRPr sz="3000" b="1">
                <a:solidFill>
                  <a:srgbClr val="153143"/>
                </a:solidFill>
                <a:latin typeface="Arial"/>
                <a:ea typeface="Arial"/>
                <a:cs typeface="Arial"/>
              </a:defRPr>
            </a:lvl6pPr>
            <a:lvl7pPr>
              <a:defRPr sz="3000" b="1">
                <a:solidFill>
                  <a:srgbClr val="153143"/>
                </a:solidFill>
                <a:latin typeface="Arial"/>
                <a:ea typeface="Arial"/>
                <a:cs typeface="Arial"/>
              </a:defRPr>
            </a:lvl7pPr>
            <a:lvl8pPr>
              <a:defRPr sz="3000" b="1">
                <a:solidFill>
                  <a:srgbClr val="153143"/>
                </a:solidFill>
                <a:latin typeface="Arial"/>
                <a:ea typeface="Arial"/>
                <a:cs typeface="Arial"/>
              </a:defRPr>
            </a:lvl8pPr>
            <a:lvl9pPr>
              <a:defRPr sz="3000" b="1">
                <a:solidFill>
                  <a:srgbClr val="153143"/>
                </a:solidFill>
                <a:latin typeface="Arial"/>
                <a:ea typeface="Arial"/>
                <a:cs typeface="Arial"/>
              </a:defRPr>
            </a:lvl9pPr>
          </a:lstStyle>
          <a:p xmlns:a="http://schemas.openxmlformats.org/drawingml/2006/main">
            <a:pPr>
              <a:defRPr sz="3000" b="1">
                <a:solidFill>
                  <a:srgbClr val="153143"/>
                </a:solidFill>
                <a:latin typeface="Arial"/>
                <a:ea typeface="Arial"/>
                <a:cs typeface="Arial"/>
              </a:defRPr>
            </a:pPr>
            <a:r>
              <a:rPr sz="3000" b="1">
                <a:solidFill>
                  <a:srgbClr val="153143"/>
                </a:solidFill>
                <a:latin typeface="Arial"/>
                <a:ea typeface="Arial"/>
                <a:cs typeface="Arial"/>
              </a:rPr>
              <a:t>A seven-node chain</a:t>
            </a:r>
          </a:p>
        </p:txBody>
      </p:sp>
      <p:sp>
        <p:nvSpPr>
          <p:cNvPr id="17416" name="body">
            <a:extLst xmlns:a="http://schemas.openxmlformats.org/drawingml/2006/main">
              <a:ext uri="{FF2B5EF4-FFF2-40B4-BE49-F238E27FC236}">
                <a16:creationId xmlns:a16="http://schemas.microsoft.com/office/drawing/2014/main" id="{4D337865-9044-4D4D-A090-53835DFBE754}"/>
              </a:ext>
            </a:extLst>
          </p:cNvPr>
          <p:cNvSpPr>
            <a:spLocks xmlns:a="http://schemas.openxmlformats.org/drawingml/2006/main" noGrp="1"/>
          </p:cNvSpPr>
          <p:nvPr/>
        </p:nvSpPr>
        <p:spPr>
          <a:xfrm xmlns:a="http://schemas.openxmlformats.org/drawingml/2006/main">
            <a:off x="609600" y="1809750"/>
            <a:ext cx="6572250" cy="3333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175" b="0">
                <a:solidFill>
                  <a:srgbClr val="153143"/>
                </a:solidFill>
                <a:latin typeface="Arial"/>
                <a:ea typeface="Arial"/>
                <a:cs typeface="Arial"/>
              </a:defRPr>
            </a:defPPr>
            <a:lvl1pPr>
              <a:defRPr sz="2175" b="0">
                <a:solidFill>
                  <a:srgbClr val="153143"/>
                </a:solidFill>
                <a:latin typeface="Arial"/>
                <a:ea typeface="Arial"/>
                <a:cs typeface="Arial"/>
              </a:defRPr>
            </a:lvl1pPr>
            <a:lvl2pPr>
              <a:defRPr sz="2175" b="0">
                <a:solidFill>
                  <a:srgbClr val="153143"/>
                </a:solidFill>
                <a:latin typeface="Arial"/>
                <a:ea typeface="Arial"/>
                <a:cs typeface="Arial"/>
              </a:defRPr>
            </a:lvl2pPr>
            <a:lvl3pPr>
              <a:defRPr sz="2175" b="0">
                <a:solidFill>
                  <a:srgbClr val="153143"/>
                </a:solidFill>
                <a:latin typeface="Arial"/>
                <a:ea typeface="Arial"/>
                <a:cs typeface="Arial"/>
              </a:defRPr>
            </a:lvl3pPr>
            <a:lvl4pPr>
              <a:defRPr sz="2175" b="0">
                <a:solidFill>
                  <a:srgbClr val="153143"/>
                </a:solidFill>
                <a:latin typeface="Arial"/>
                <a:ea typeface="Arial"/>
                <a:cs typeface="Arial"/>
              </a:defRPr>
            </a:lvl4pPr>
            <a:lvl5pPr>
              <a:defRPr sz="2175" b="0">
                <a:solidFill>
                  <a:srgbClr val="153143"/>
                </a:solidFill>
                <a:latin typeface="Arial"/>
                <a:ea typeface="Arial"/>
                <a:cs typeface="Arial"/>
              </a:defRPr>
            </a:lvl5pPr>
            <a:lvl6pPr>
              <a:defRPr sz="2175" b="0">
                <a:solidFill>
                  <a:srgbClr val="153143"/>
                </a:solidFill>
                <a:latin typeface="Arial"/>
                <a:ea typeface="Arial"/>
                <a:cs typeface="Arial"/>
              </a:defRPr>
            </a:lvl6pPr>
            <a:lvl7pPr>
              <a:defRPr sz="2175" b="0">
                <a:solidFill>
                  <a:srgbClr val="153143"/>
                </a:solidFill>
                <a:latin typeface="Arial"/>
                <a:ea typeface="Arial"/>
                <a:cs typeface="Arial"/>
              </a:defRPr>
            </a:lvl7pPr>
            <a:lvl8pPr>
              <a:defRPr sz="2175" b="0">
                <a:solidFill>
                  <a:srgbClr val="153143"/>
                </a:solidFill>
                <a:latin typeface="Arial"/>
                <a:ea typeface="Arial"/>
                <a:cs typeface="Arial"/>
              </a:defRPr>
            </a:lvl8pPr>
            <a:lvl9pPr>
              <a:defRPr sz="2175" b="0">
                <a:solidFill>
                  <a:srgbClr val="153143"/>
                </a:solidFill>
                <a:latin typeface="Arial"/>
                <a:ea typeface="Arial"/>
                <a:cs typeface="Arial"/>
              </a:defRPr>
            </a:lvl9pPr>
          </a:lstStyle>
          <a:p xmlns:a="http://schemas.openxmlformats.org/drawingml/2006/main">
            <a:pPr>
              <a:defRPr sz="2175" b="0">
                <a:solidFill>
                  <a:srgbClr val="153143"/>
                </a:solidFill>
                <a:latin typeface="Arial"/>
                <a:ea typeface="Arial"/>
                <a:cs typeface="Arial"/>
              </a:defRPr>
            </a:pPr>
            <a:r>
              <a:rPr sz="2175" b="0">
                <a:solidFill>
                  <a:srgbClr val="153143"/>
                </a:solidFill>
                <a:latin typeface="Arial"/>
                <a:ea typeface="Arial"/>
                <a:cs typeface="Arial"/>
              </a:rPr>
              <a:t>With height counted in edges:</a:t>
            </a:r>
          </a:p>
          <a:p xmlns:a="http://schemas.openxmlformats.org/drawingml/2006/main">
            <a:r>
              <a:t/>
            </a:r>
          </a:p>
          <a:p xmlns:a="http://schemas.openxmlformats.org/drawingml/2006/main">
            <a:pPr>
              <a:defRPr sz="2175" b="0">
                <a:solidFill>
                  <a:srgbClr val="153143"/>
                </a:solidFill>
                <a:latin typeface="Arial"/>
                <a:ea typeface="Arial"/>
                <a:cs typeface="Arial"/>
              </a:defRPr>
            </a:pPr>
            <a:r>
              <a:rPr sz="2175" b="0">
                <a:solidFill>
                  <a:srgbClr val="153143"/>
                </a:solidFill>
                <a:latin typeface="Arial"/>
                <a:ea typeface="Arial"/>
                <a:cs typeface="Arial"/>
              </a:rPr>
              <a:t>7 nodes form a chain of height 6.</a:t>
            </a:r>
          </a:p>
          <a:p xmlns:a="http://schemas.openxmlformats.org/drawingml/2006/main">
            <a:pPr>
              <a:defRPr sz="2175" b="0">
                <a:solidFill>
                  <a:srgbClr val="153143"/>
                </a:solidFill>
                <a:latin typeface="Arial"/>
                <a:ea typeface="Arial"/>
                <a:cs typeface="Arial"/>
              </a:defRPr>
            </a:pPr>
            <a:r>
              <a:rPr sz="2175" b="0">
                <a:solidFill>
                  <a:srgbClr val="153143"/>
                </a:solidFill>
                <a:latin typeface="Arial"/>
                <a:ea typeface="Arial"/>
                <a:cs typeface="Arial"/>
              </a:rPr>
              <a:t>There are 7 levels.</a:t>
            </a:r>
          </a:p>
          <a:p xmlns:a="http://schemas.openxmlformats.org/drawingml/2006/main">
            <a:r>
              <a:t/>
            </a:r>
          </a:p>
          <a:p xmlns:a="http://schemas.openxmlformats.org/drawingml/2006/main">
            <a:pPr>
              <a:defRPr sz="2175" b="0">
                <a:solidFill>
                  <a:srgbClr val="153143"/>
                </a:solidFill>
                <a:latin typeface="Arial"/>
                <a:ea typeface="Arial"/>
                <a:cs typeface="Arial"/>
              </a:defRPr>
            </a:pPr>
            <a:r>
              <a:rPr sz="2175" b="0">
                <a:solidFill>
                  <a:srgbClr val="153143"/>
                </a:solidFill>
                <a:latin typeface="Arial"/>
                <a:ea typeface="Arial"/>
                <a:cs typeface="Arial"/>
              </a:rPr>
              <a:t>Searching to the deepest node visits</a:t>
            </a:r>
          </a:p>
          <a:p xmlns:a="http://schemas.openxmlformats.org/drawingml/2006/main">
            <a:pPr>
              <a:defRPr sz="2175" b="0">
                <a:solidFill>
                  <a:srgbClr val="153143"/>
                </a:solidFill>
                <a:latin typeface="Arial"/>
                <a:ea typeface="Arial"/>
                <a:cs typeface="Arial"/>
              </a:defRPr>
            </a:pPr>
            <a:r>
              <a:rPr sz="2175" b="0">
                <a:solidFill>
                  <a:srgbClr val="153143"/>
                </a:solidFill>
                <a:latin typeface="Arial"/>
                <a:ea typeface="Arial"/>
                <a:cs typeface="Arial"/>
              </a:rPr>
              <a:t>7 nodes: h + 1 comparisons.</a:t>
            </a:r>
          </a:p>
        </p:txBody>
      </p:sp>
      <p:sp>
        <p:nvSpPr>
          <p:cNvPr id="17417" name="caption">
            <a:extLst xmlns:a="http://schemas.openxmlformats.org/drawingml/2006/main">
              <a:ext uri="{FF2B5EF4-FFF2-40B4-BE49-F238E27FC236}">
                <a16:creationId xmlns:a16="http://schemas.microsoft.com/office/drawing/2014/main" id="{ADDD2D43-834D-46E7-944E-1D1962A3011E}"/>
              </a:ext>
            </a:extLst>
          </p:cNvPr>
          <p:cNvSpPr>
            <a:spLocks xmlns:a="http://schemas.openxmlformats.org/drawingml/2006/main" noGrp="1"/>
          </p:cNvSpPr>
          <p:nvPr/>
        </p:nvSpPr>
        <p:spPr>
          <a:xfrm xmlns:a="http://schemas.openxmlformats.org/drawingml/2006/main">
            <a:off x="7239000" y="5000625"/>
            <a:ext cx="4333875"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650" b="0">
                <a:solidFill>
                  <a:srgbClr val="153143"/>
                </a:solidFill>
                <a:latin typeface="Arial"/>
                <a:ea typeface="Arial"/>
                <a:cs typeface="Arial"/>
              </a:defRPr>
            </a:defPPr>
            <a:lvl1pPr>
              <a:defRPr sz="1650" b="0">
                <a:solidFill>
                  <a:srgbClr val="153143"/>
                </a:solidFill>
                <a:latin typeface="Arial"/>
                <a:ea typeface="Arial"/>
                <a:cs typeface="Arial"/>
              </a:defRPr>
            </a:lvl1pPr>
            <a:lvl2pPr>
              <a:defRPr sz="1650" b="0">
                <a:solidFill>
                  <a:srgbClr val="153143"/>
                </a:solidFill>
                <a:latin typeface="Arial"/>
                <a:ea typeface="Arial"/>
                <a:cs typeface="Arial"/>
              </a:defRPr>
            </a:lvl2pPr>
            <a:lvl3pPr>
              <a:defRPr sz="1650" b="0">
                <a:solidFill>
                  <a:srgbClr val="153143"/>
                </a:solidFill>
                <a:latin typeface="Arial"/>
                <a:ea typeface="Arial"/>
                <a:cs typeface="Arial"/>
              </a:defRPr>
            </a:lvl3pPr>
            <a:lvl4pPr>
              <a:defRPr sz="1650" b="0">
                <a:solidFill>
                  <a:srgbClr val="153143"/>
                </a:solidFill>
                <a:latin typeface="Arial"/>
                <a:ea typeface="Arial"/>
                <a:cs typeface="Arial"/>
              </a:defRPr>
            </a:lvl4pPr>
            <a:lvl5pPr>
              <a:defRPr sz="1650" b="0">
                <a:solidFill>
                  <a:srgbClr val="153143"/>
                </a:solidFill>
                <a:latin typeface="Arial"/>
                <a:ea typeface="Arial"/>
                <a:cs typeface="Arial"/>
              </a:defRPr>
            </a:lvl5pPr>
            <a:lvl6pPr>
              <a:defRPr sz="1650" b="0">
                <a:solidFill>
                  <a:srgbClr val="153143"/>
                </a:solidFill>
                <a:latin typeface="Arial"/>
                <a:ea typeface="Arial"/>
                <a:cs typeface="Arial"/>
              </a:defRPr>
            </a:lvl6pPr>
            <a:lvl7pPr>
              <a:defRPr sz="1650" b="0">
                <a:solidFill>
                  <a:srgbClr val="153143"/>
                </a:solidFill>
                <a:latin typeface="Arial"/>
                <a:ea typeface="Arial"/>
                <a:cs typeface="Arial"/>
              </a:defRPr>
            </a:lvl7pPr>
            <a:lvl8pPr>
              <a:defRPr sz="1650" b="0">
                <a:solidFill>
                  <a:srgbClr val="153143"/>
                </a:solidFill>
                <a:latin typeface="Arial"/>
                <a:ea typeface="Arial"/>
                <a:cs typeface="Arial"/>
              </a:defRPr>
            </a:lvl8pPr>
            <a:lvl9pPr>
              <a:defRPr sz="1650" b="0">
                <a:solidFill>
                  <a:srgbClr val="153143"/>
                </a:solidFill>
                <a:latin typeface="Arial"/>
                <a:ea typeface="Arial"/>
                <a:cs typeface="Arial"/>
              </a:defRPr>
            </a:lvl9pPr>
          </a:lstStyle>
          <a:p xmlns:a="http://schemas.openxmlformats.org/drawingml/2006/main">
            <a:pPr>
              <a:defRPr sz="1650" b="0">
                <a:solidFill>
                  <a:srgbClr val="153143"/>
                </a:solidFill>
                <a:latin typeface="Arial"/>
                <a:ea typeface="Arial"/>
                <a:cs typeface="Arial"/>
              </a:defRPr>
            </a:pPr>
            <a:r>
              <a:rPr sz="1650" b="0">
                <a:solidFill>
                  <a:srgbClr val="153143"/>
                </a:solidFill>
                <a:latin typeface="Arial"/>
                <a:ea typeface="Arial"/>
                <a:cs typeface="Arial"/>
              </a:rPr>
              <a:t>Maximum-height tree with 7 nodes</a:t>
            </a:r>
          </a:p>
        </p:txBody>
      </p:sp>
      <p:sp>
        <p:nvSpPr>
          <p:cNvPr id="17418" name="credit">
            <a:extLst xmlns:a="http://schemas.openxmlformats.org/drawingml/2006/main">
              <a:ext uri="{FF2B5EF4-FFF2-40B4-BE49-F238E27FC236}">
                <a16:creationId xmlns:a16="http://schemas.microsoft.com/office/drawing/2014/main" id="{E67D36D9-4606-41E8-A2D7-3A3537A2DC75}"/>
              </a:ext>
            </a:extLst>
          </p:cNvPr>
          <p:cNvSpPr>
            <a:spLocks xmlns:a="http://schemas.openxmlformats.org/drawingml/2006/main" noGrp="1"/>
          </p:cNvSpPr>
          <p:nvPr/>
        </p:nvSpPr>
        <p:spPr>
          <a:xfrm xmlns:a="http://schemas.openxmlformats.org/drawingml/2006/main">
            <a:off x="609600" y="5734050"/>
            <a:ext cx="10763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200" b="0">
                <a:solidFill>
                  <a:srgbClr val="536A78"/>
                </a:solidFill>
                <a:latin typeface="Arial"/>
                <a:ea typeface="Arial"/>
                <a:cs typeface="Arial"/>
              </a:defRPr>
            </a:defPPr>
            <a:lvl1pPr>
              <a:defRPr sz="1200" b="0">
                <a:solidFill>
                  <a:srgbClr val="536A78"/>
                </a:solidFill>
                <a:latin typeface="Arial"/>
                <a:ea typeface="Arial"/>
                <a:cs typeface="Arial"/>
              </a:defRPr>
            </a:lvl1pPr>
            <a:lvl2pPr>
              <a:defRPr sz="1200" b="0">
                <a:solidFill>
                  <a:srgbClr val="536A78"/>
                </a:solidFill>
                <a:latin typeface="Arial"/>
                <a:ea typeface="Arial"/>
                <a:cs typeface="Arial"/>
              </a:defRPr>
            </a:lvl2pPr>
            <a:lvl3pPr>
              <a:defRPr sz="1200" b="0">
                <a:solidFill>
                  <a:srgbClr val="536A78"/>
                </a:solidFill>
                <a:latin typeface="Arial"/>
                <a:ea typeface="Arial"/>
                <a:cs typeface="Arial"/>
              </a:defRPr>
            </a:lvl3pPr>
            <a:lvl4pPr>
              <a:defRPr sz="1200" b="0">
                <a:solidFill>
                  <a:srgbClr val="536A78"/>
                </a:solidFill>
                <a:latin typeface="Arial"/>
                <a:ea typeface="Arial"/>
                <a:cs typeface="Arial"/>
              </a:defRPr>
            </a:lvl4pPr>
            <a:lvl5pPr>
              <a:defRPr sz="1200" b="0">
                <a:solidFill>
                  <a:srgbClr val="536A78"/>
                </a:solidFill>
                <a:latin typeface="Arial"/>
                <a:ea typeface="Arial"/>
                <a:cs typeface="Arial"/>
              </a:defRPr>
            </a:lvl5pPr>
            <a:lvl6pPr>
              <a:defRPr sz="1200" b="0">
                <a:solidFill>
                  <a:srgbClr val="536A78"/>
                </a:solidFill>
                <a:latin typeface="Arial"/>
                <a:ea typeface="Arial"/>
                <a:cs typeface="Arial"/>
              </a:defRPr>
            </a:lvl6pPr>
            <a:lvl7pPr>
              <a:defRPr sz="1200" b="0">
                <a:solidFill>
                  <a:srgbClr val="536A78"/>
                </a:solidFill>
                <a:latin typeface="Arial"/>
                <a:ea typeface="Arial"/>
                <a:cs typeface="Arial"/>
              </a:defRPr>
            </a:lvl7pPr>
            <a:lvl8pPr>
              <a:defRPr sz="1200" b="0">
                <a:solidFill>
                  <a:srgbClr val="536A78"/>
                </a:solidFill>
                <a:latin typeface="Arial"/>
                <a:ea typeface="Arial"/>
                <a:cs typeface="Arial"/>
              </a:defRPr>
            </a:lvl8pPr>
            <a:lvl9pPr>
              <a:defRPr sz="1200" b="0">
                <a:solidFill>
                  <a:srgbClr val="536A78"/>
                </a:solidFill>
                <a:latin typeface="Arial"/>
                <a:ea typeface="Arial"/>
                <a:cs typeface="Arial"/>
              </a:defRPr>
            </a:lvl9pPr>
          </a:lstStyle>
          <a:p xmlns:a="http://schemas.openxmlformats.org/drawingml/2006/main">
            <a:pPr>
              <a:defRPr sz="1200" b="0">
                <a:solidFill>
                  <a:srgbClr val="536A78"/>
                </a:solidFill>
                <a:latin typeface="Arial"/>
                <a:ea typeface="Arial"/>
                <a:cs typeface="Arial"/>
              </a:defRPr>
            </a:pPr>
            <a:r>
              <a:rPr sz="1200" b="0">
                <a:solidFill>
                  <a:srgbClr val="536A78"/>
                </a:solidFill>
                <a:latin typeface="Arial"/>
                <a:ea typeface="Arial"/>
                <a:cs typeface="Arial"/>
              </a:rPr>
              <a:t>Diagram: Pearson Addison-Wesley, 2011 (supplied source)</a:t>
            </a:r>
          </a:p>
        </p:txBody>
      </p:sp>
      <p:sp>
        <p:nvSpPr>
          <p:cNvPr id="17419" name="page">
            <a:extLst xmlns:a="http://schemas.openxmlformats.org/drawingml/2006/main">
              <a:ext uri="{FF2B5EF4-FFF2-40B4-BE49-F238E27FC236}">
                <a16:creationId xmlns:a16="http://schemas.microsoft.com/office/drawing/2014/main" id="{4354BDF5-37BA-4D40-AF5E-AE1228C15ED8}"/>
              </a:ext>
            </a:extLst>
          </p:cNvPr>
          <p:cNvSpPr>
            <a:spLocks xmlns:a="http://schemas.openxmlformats.org/drawingml/2006/main" noGrp="1"/>
          </p:cNvSpPr>
          <p:nvPr/>
        </p:nvSpPr>
        <p:spPr>
          <a:xfrm xmlns:a="http://schemas.openxmlformats.org/drawingml/2006/main">
            <a:off x="11144250" y="6381750"/>
            <a:ext cx="476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200" b="0">
                <a:solidFill>
                  <a:srgbClr val="536A78"/>
                </a:solidFill>
                <a:latin typeface="Arial"/>
                <a:ea typeface="Arial"/>
                <a:cs typeface="Arial"/>
              </a:defRPr>
            </a:defPPr>
            <a:lvl1pPr>
              <a:defRPr sz="1200" b="0">
                <a:solidFill>
                  <a:srgbClr val="536A78"/>
                </a:solidFill>
                <a:latin typeface="Arial"/>
                <a:ea typeface="Arial"/>
                <a:cs typeface="Arial"/>
              </a:defRPr>
            </a:lvl1pPr>
            <a:lvl2pPr>
              <a:defRPr sz="1200" b="0">
                <a:solidFill>
                  <a:srgbClr val="536A78"/>
                </a:solidFill>
                <a:latin typeface="Arial"/>
                <a:ea typeface="Arial"/>
                <a:cs typeface="Arial"/>
              </a:defRPr>
            </a:lvl2pPr>
            <a:lvl3pPr>
              <a:defRPr sz="1200" b="0">
                <a:solidFill>
                  <a:srgbClr val="536A78"/>
                </a:solidFill>
                <a:latin typeface="Arial"/>
                <a:ea typeface="Arial"/>
                <a:cs typeface="Arial"/>
              </a:defRPr>
            </a:lvl3pPr>
            <a:lvl4pPr>
              <a:defRPr sz="1200" b="0">
                <a:solidFill>
                  <a:srgbClr val="536A78"/>
                </a:solidFill>
                <a:latin typeface="Arial"/>
                <a:ea typeface="Arial"/>
                <a:cs typeface="Arial"/>
              </a:defRPr>
            </a:lvl4pPr>
            <a:lvl5pPr>
              <a:defRPr sz="1200" b="0">
                <a:solidFill>
                  <a:srgbClr val="536A78"/>
                </a:solidFill>
                <a:latin typeface="Arial"/>
                <a:ea typeface="Arial"/>
                <a:cs typeface="Arial"/>
              </a:defRPr>
            </a:lvl5pPr>
            <a:lvl6pPr>
              <a:defRPr sz="1200" b="0">
                <a:solidFill>
                  <a:srgbClr val="536A78"/>
                </a:solidFill>
                <a:latin typeface="Arial"/>
                <a:ea typeface="Arial"/>
                <a:cs typeface="Arial"/>
              </a:defRPr>
            </a:lvl6pPr>
            <a:lvl7pPr>
              <a:defRPr sz="1200" b="0">
                <a:solidFill>
                  <a:srgbClr val="536A78"/>
                </a:solidFill>
                <a:latin typeface="Arial"/>
                <a:ea typeface="Arial"/>
                <a:cs typeface="Arial"/>
              </a:defRPr>
            </a:lvl7pPr>
            <a:lvl8pPr>
              <a:defRPr sz="1200" b="0">
                <a:solidFill>
                  <a:srgbClr val="536A78"/>
                </a:solidFill>
                <a:latin typeface="Arial"/>
                <a:ea typeface="Arial"/>
                <a:cs typeface="Arial"/>
              </a:defRPr>
            </a:lvl8pPr>
            <a:lvl9pPr>
              <a:defRPr sz="1200" b="0">
                <a:solidFill>
                  <a:srgbClr val="536A78"/>
                </a:solidFill>
                <a:latin typeface="Arial"/>
                <a:ea typeface="Arial"/>
                <a:cs typeface="Arial"/>
              </a:defRPr>
            </a:lvl9pPr>
          </a:lstStyle>
          <a:p xmlns:a="http://schemas.openxmlformats.org/drawingml/2006/main">
            <a:pPr>
              <a:defRPr sz="1200" b="0">
                <a:solidFill>
                  <a:srgbClr val="536A78"/>
                </a:solidFill>
                <a:latin typeface="Arial"/>
                <a:ea typeface="Arial"/>
                <a:cs typeface="Arial"/>
              </a:defRPr>
            </a:pPr>
            <a:r>
              <a:rPr sz="1200" b="0">
                <a:solidFill>
                  <a:srgbClr val="536A78"/>
                </a:solidFill>
                <a:latin typeface="Arial"/>
                <a:ea typeface="Arial"/>
                <a:cs typeface="Arial"/>
              </a:rPr>
              <a:t>35</a:t>
            </a:r>
          </a:p>
        </p:txBody>
      </p:sp>
      <p:sp>
        <p:nvSpPr>
          <p:cNvPr id="17420" name="local-java-HeightDemo">
            <a:extLst xmlns:a="http://schemas.openxmlformats.org/drawingml/2006/main">
              <a:ext uri="{FF2B5EF4-FFF2-40B4-BE49-F238E27FC236}">
                <a16:creationId xmlns:a16="http://schemas.microsoft.com/office/drawing/2014/main" id="{51B23731-C28B-45C9-B6A1-0342A6B59642}"/>
              </a:ext>
            </a:extLst>
          </p:cNvPr>
          <p:cNvSpPr>
            <a:spLocks xmlns:a="http://schemas.openxmlformats.org/drawingml/2006/main" noGrp="1"/>
          </p:cNvSpPr>
          <p:nvPr/>
        </p:nvSpPr>
        <p:spPr>
          <a:xfrm xmlns:a="http://schemas.openxmlformats.org/drawingml/2006/main">
            <a:off x="609600" y="6134100"/>
            <a:ext cx="357187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350" b="0">
                <a:solidFill>
                  <a:srgbClr val="007D89"/>
                </a:solidFill>
                <a:latin typeface="Arial"/>
                <a:ea typeface="Arial"/>
                <a:cs typeface="Arial"/>
              </a:defRPr>
            </a:defPPr>
            <a:lvl1pPr>
              <a:defRPr sz="1350" b="0">
                <a:solidFill>
                  <a:srgbClr val="007D89"/>
                </a:solidFill>
                <a:latin typeface="Arial"/>
                <a:ea typeface="Arial"/>
                <a:cs typeface="Arial"/>
              </a:defRPr>
            </a:lvl1pPr>
            <a:lvl2pPr>
              <a:defRPr sz="1350" b="0">
                <a:solidFill>
                  <a:srgbClr val="007D89"/>
                </a:solidFill>
                <a:latin typeface="Arial"/>
                <a:ea typeface="Arial"/>
                <a:cs typeface="Arial"/>
              </a:defRPr>
            </a:lvl2pPr>
            <a:lvl3pPr>
              <a:defRPr sz="1350" b="0">
                <a:solidFill>
                  <a:srgbClr val="007D89"/>
                </a:solidFill>
                <a:latin typeface="Arial"/>
                <a:ea typeface="Arial"/>
                <a:cs typeface="Arial"/>
              </a:defRPr>
            </a:lvl3pPr>
            <a:lvl4pPr>
              <a:defRPr sz="1350" b="0">
                <a:solidFill>
                  <a:srgbClr val="007D89"/>
                </a:solidFill>
                <a:latin typeface="Arial"/>
                <a:ea typeface="Arial"/>
                <a:cs typeface="Arial"/>
              </a:defRPr>
            </a:lvl4pPr>
            <a:lvl5pPr>
              <a:defRPr sz="1350" b="0">
                <a:solidFill>
                  <a:srgbClr val="007D89"/>
                </a:solidFill>
                <a:latin typeface="Arial"/>
                <a:ea typeface="Arial"/>
                <a:cs typeface="Arial"/>
              </a:defRPr>
            </a:lvl5pPr>
            <a:lvl6pPr>
              <a:defRPr sz="1350" b="0">
                <a:solidFill>
                  <a:srgbClr val="007D89"/>
                </a:solidFill>
                <a:latin typeface="Arial"/>
                <a:ea typeface="Arial"/>
                <a:cs typeface="Arial"/>
              </a:defRPr>
            </a:lvl6pPr>
            <a:lvl7pPr>
              <a:defRPr sz="1350" b="0">
                <a:solidFill>
                  <a:srgbClr val="007D89"/>
                </a:solidFill>
                <a:latin typeface="Arial"/>
                <a:ea typeface="Arial"/>
                <a:cs typeface="Arial"/>
              </a:defRPr>
            </a:lvl7pPr>
            <a:lvl8pPr>
              <a:defRPr sz="1350" b="0">
                <a:solidFill>
                  <a:srgbClr val="007D89"/>
                </a:solidFill>
                <a:latin typeface="Arial"/>
                <a:ea typeface="Arial"/>
                <a:cs typeface="Arial"/>
              </a:defRPr>
            </a:lvl8pPr>
            <a:lvl9pPr>
              <a:defRPr sz="1350" b="0">
                <a:solidFill>
                  <a:srgbClr val="007D89"/>
                </a:solidFill>
                <a:latin typeface="Arial"/>
                <a:ea typeface="Arial"/>
                <a:cs typeface="Arial"/>
              </a:defRPr>
            </a:lvl9pPr>
          </a:lstStyle>
          <a:p xmlns:a="http://schemas.openxmlformats.org/drawingml/2006/main">
            <a:pPr>
              <a:defRPr sz="1350" b="0">
                <a:solidFill>
                  <a:srgbClr val="007D89"/>
                </a:solidFill>
                <a:latin typeface="Arial"/>
                <a:ea typeface="Arial"/>
                <a:cs typeface="Arial"/>
              </a:defRPr>
            </a:pPr>
            <a:r>
              <a:rPr sz="1350" u="sng">
                <a:solidFill>
                  <a:srgbClr val="007D89"/>
                </a:solidFill>
                <a:latin typeface="Arial"/>
                <a:ea typeface="Arial"/>
                <a:cs typeface="Arial"/>
                <a:hlinkClick xmlns:r="http://schemas.openxmlformats.org/officeDocument/2006/relationships" r:id="R2bf35c83f7284768"/>
              </a:rPr>
              <a:t>Java: HeightDemo.java</a:t>
            </a:r>
          </a:p>
        </p:txBody>
      </p:sp>
    </p:spTree>
    <p:extLst>
      <p:ext uri="{BB962C8B-B14F-4D97-AF65-F5344CB8AC3E}">
        <p14:creationId xmlns:p14="http://schemas.microsoft.com/office/powerpoint/2010/main" val="1915096030"/>
      </p:ext>
    </p:extLst>
  </p:cSld>
</p:sld>
</file>

<file path=ppt/slides/slide36.xml><?xml version="1.0" encoding="utf-8"?>
<p:sld xmlns:p="http://schemas.openxmlformats.org/presentationml/2006/main">
  <p:cSld>
    <p:bg>
      <p:bgPr>
        <a:solidFill xmlns:a="http://schemas.openxmlformats.org/drawingml/2006/main">
          <a:srgbClr val="FAFCFD"/>
        </a:solidFill>
      </p:bgPr>
    </p:bg>
    <p:spTree>
      <p:nvGrpSpPr>
        <p:cNvPr id="1" name=""/>
        <p:cNvGrpSpPr/>
        <p:nvPr/>
      </p:nvGrpSpPr>
      <p:grpSpPr>
        <a:xfrm xmlns:a="http://schemas.openxmlformats.org/drawingml/2006/main"/>
      </p:grpSpPr>
      <p:sp>
        <p:nvSpPr>
          <p:cNvPr id="5" name="text-0">
            <a:extLst xmlns:a="http://schemas.openxmlformats.org/drawingml/2006/main">
              <a:ext uri="{FF2B5EF4-FFF2-40B4-BE49-F238E27FC236}">
                <a16:creationId xmlns:a16="http://schemas.microsoft.com/office/drawing/2014/main" id="{6AED60D7-94EE-4985-8FC7-D6453F944677}"/>
              </a:ext>
            </a:extLst>
          </p:cNvPr>
          <p:cNvSpPr>
            <a:spLocks xmlns:a="http://schemas.openxmlformats.org/drawingml/2006/main" noGrp="1"/>
          </p:cNvSpPr>
          <p:nvPr/>
        </p:nvSpPr>
        <p:spPr>
          <a:xfrm xmlns:a="http://schemas.openxmlformats.org/drawingml/2006/main">
            <a:off x="609600" y="419100"/>
            <a:ext cx="10953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lgn="l">
              <a:defRPr sz="3150" b="1">
                <a:solidFill>
                  <a:srgbClr val="142E42"/>
                </a:solidFill>
                <a:latin typeface="Arial"/>
                <a:ea typeface="Arial"/>
                <a:cs typeface="Arial"/>
              </a:defRPr>
            </a:defPPr>
            <a:lvl1pPr algn="l">
              <a:buNone/>
              <a:defRPr sz="3150" b="1">
                <a:solidFill>
                  <a:srgbClr val="142E42"/>
                </a:solidFill>
                <a:latin typeface="Arial"/>
                <a:ea typeface="Arial"/>
                <a:cs typeface="Arial"/>
              </a:defRPr>
            </a:lvl1pPr>
            <a:lvl2pPr algn="l">
              <a:buNone/>
              <a:defRPr sz="3150" b="1">
                <a:solidFill>
                  <a:srgbClr val="142E42"/>
                </a:solidFill>
                <a:latin typeface="Arial"/>
                <a:ea typeface="Arial"/>
                <a:cs typeface="Arial"/>
              </a:defRPr>
            </a:lvl2pPr>
            <a:lvl3pPr algn="l">
              <a:buNone/>
              <a:defRPr sz="3150" b="1">
                <a:solidFill>
                  <a:srgbClr val="142E42"/>
                </a:solidFill>
                <a:latin typeface="Arial"/>
                <a:ea typeface="Arial"/>
                <a:cs typeface="Arial"/>
              </a:defRPr>
            </a:lvl3pPr>
            <a:lvl4pPr algn="l">
              <a:buNone/>
              <a:defRPr sz="3150" b="1">
                <a:solidFill>
                  <a:srgbClr val="142E42"/>
                </a:solidFill>
                <a:latin typeface="Arial"/>
                <a:ea typeface="Arial"/>
                <a:cs typeface="Arial"/>
              </a:defRPr>
            </a:lvl4pPr>
            <a:lvl5pPr algn="l">
              <a:buNone/>
              <a:defRPr sz="3150" b="1">
                <a:solidFill>
                  <a:srgbClr val="142E42"/>
                </a:solidFill>
                <a:latin typeface="Arial"/>
                <a:ea typeface="Arial"/>
                <a:cs typeface="Arial"/>
              </a:defRPr>
            </a:lvl5pPr>
            <a:lvl6pPr algn="l">
              <a:buNone/>
              <a:defRPr sz="3150" b="1">
                <a:solidFill>
                  <a:srgbClr val="142E42"/>
                </a:solidFill>
                <a:latin typeface="Arial"/>
                <a:ea typeface="Arial"/>
                <a:cs typeface="Arial"/>
              </a:defRPr>
            </a:lvl6pPr>
            <a:lvl7pPr algn="l">
              <a:buNone/>
              <a:defRPr sz="3150" b="1">
                <a:solidFill>
                  <a:srgbClr val="142E42"/>
                </a:solidFill>
                <a:latin typeface="Arial"/>
                <a:ea typeface="Arial"/>
                <a:cs typeface="Arial"/>
              </a:defRPr>
            </a:lvl7pPr>
            <a:lvl8pPr algn="l">
              <a:buNone/>
              <a:defRPr sz="3150" b="1">
                <a:solidFill>
                  <a:srgbClr val="142E42"/>
                </a:solidFill>
                <a:latin typeface="Arial"/>
                <a:ea typeface="Arial"/>
                <a:cs typeface="Arial"/>
              </a:defRPr>
            </a:lvl8pPr>
            <a:lvl9pPr algn="l">
              <a:buNone/>
              <a:defRPr sz="3150" b="1">
                <a:solidFill>
                  <a:srgbClr val="142E42"/>
                </a:solidFill>
                <a:latin typeface="Arial"/>
                <a:ea typeface="Arial"/>
                <a:cs typeface="Arial"/>
              </a:defRPr>
            </a:lvl9pPr>
          </a:lstStyle>
          <a:p xmlns:a="http://schemas.openxmlformats.org/drawingml/2006/main">
            <a:pPr algn="l">
              <a:buNone/>
              <a:defRPr sz="3150" b="1">
                <a:solidFill>
                  <a:srgbClr val="142E42"/>
                </a:solidFill>
                <a:latin typeface="Arial"/>
                <a:ea typeface="Arial"/>
                <a:cs typeface="Arial"/>
              </a:defRPr>
            </a:pPr>
            <a:r>
              <a:rPr sz="3150" b="1">
                <a:solidFill>
                  <a:srgbClr val="142E42"/>
                </a:solidFill>
                <a:latin typeface="Arial"/>
                <a:ea typeface="Arial"/>
                <a:cs typeface="Arial"/>
              </a:rPr>
              <a:t>Height bounds with an edge count</a:t>
            </a:r>
          </a:p>
        </p:txBody>
      </p:sp>
      <p:sp>
        <p:nvSpPr>
          <p:cNvPr id="2" name="text-1">
            <a:extLst xmlns:a="http://schemas.openxmlformats.org/drawingml/2006/main">
              <a:ext uri="{FF2B5EF4-FFF2-40B4-BE49-F238E27FC236}">
                <a16:creationId xmlns:a16="http://schemas.microsoft.com/office/drawing/2014/main" id="{7E91A4FD-869E-49A2-A8CD-EF8FA4A26AF8}"/>
              </a:ext>
            </a:extLst>
          </p:cNvPr>
          <p:cNvSpPr>
            <a:spLocks xmlns:a="http://schemas.openxmlformats.org/drawingml/2006/main" noGrp="1"/>
          </p:cNvSpPr>
          <p:nvPr/>
        </p:nvSpPr>
        <p:spPr>
          <a:xfrm xmlns:a="http://schemas.openxmlformats.org/drawingml/2006/main">
            <a:off x="11163300" y="6381750"/>
            <a:ext cx="476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lgn="l">
              <a:defRPr sz="1275" b="0">
                <a:solidFill>
                  <a:srgbClr val="4B6070"/>
                </a:solidFill>
                <a:latin typeface="Arial"/>
                <a:ea typeface="Arial"/>
                <a:cs typeface="Arial"/>
              </a:defRPr>
            </a:defPPr>
            <a:lvl1pPr algn="l">
              <a:buNone/>
              <a:defRPr sz="1275" b="0">
                <a:solidFill>
                  <a:srgbClr val="4B6070"/>
                </a:solidFill>
                <a:latin typeface="Arial"/>
                <a:ea typeface="Arial"/>
                <a:cs typeface="Arial"/>
              </a:defRPr>
            </a:lvl1pPr>
            <a:lvl2pPr algn="l">
              <a:buNone/>
              <a:defRPr sz="1275" b="0">
                <a:solidFill>
                  <a:srgbClr val="4B6070"/>
                </a:solidFill>
                <a:latin typeface="Arial"/>
                <a:ea typeface="Arial"/>
                <a:cs typeface="Arial"/>
              </a:defRPr>
            </a:lvl2pPr>
            <a:lvl3pPr algn="l">
              <a:buNone/>
              <a:defRPr sz="1275" b="0">
                <a:solidFill>
                  <a:srgbClr val="4B6070"/>
                </a:solidFill>
                <a:latin typeface="Arial"/>
                <a:ea typeface="Arial"/>
                <a:cs typeface="Arial"/>
              </a:defRPr>
            </a:lvl3pPr>
            <a:lvl4pPr algn="l">
              <a:buNone/>
              <a:defRPr sz="1275" b="0">
                <a:solidFill>
                  <a:srgbClr val="4B6070"/>
                </a:solidFill>
                <a:latin typeface="Arial"/>
                <a:ea typeface="Arial"/>
                <a:cs typeface="Arial"/>
              </a:defRPr>
            </a:lvl4pPr>
            <a:lvl5pPr algn="l">
              <a:buNone/>
              <a:defRPr sz="1275" b="0">
                <a:solidFill>
                  <a:srgbClr val="4B6070"/>
                </a:solidFill>
                <a:latin typeface="Arial"/>
                <a:ea typeface="Arial"/>
                <a:cs typeface="Arial"/>
              </a:defRPr>
            </a:lvl5pPr>
            <a:lvl6pPr algn="l">
              <a:buNone/>
              <a:defRPr sz="1275" b="0">
                <a:solidFill>
                  <a:srgbClr val="4B6070"/>
                </a:solidFill>
                <a:latin typeface="Arial"/>
                <a:ea typeface="Arial"/>
                <a:cs typeface="Arial"/>
              </a:defRPr>
            </a:lvl6pPr>
            <a:lvl7pPr algn="l">
              <a:buNone/>
              <a:defRPr sz="1275" b="0">
                <a:solidFill>
                  <a:srgbClr val="4B6070"/>
                </a:solidFill>
                <a:latin typeface="Arial"/>
                <a:ea typeface="Arial"/>
                <a:cs typeface="Arial"/>
              </a:defRPr>
            </a:lvl7pPr>
            <a:lvl8pPr algn="l">
              <a:buNone/>
              <a:defRPr sz="1275" b="0">
                <a:solidFill>
                  <a:srgbClr val="4B6070"/>
                </a:solidFill>
                <a:latin typeface="Arial"/>
                <a:ea typeface="Arial"/>
                <a:cs typeface="Arial"/>
              </a:defRPr>
            </a:lvl8pPr>
            <a:lvl9pPr algn="l">
              <a:buNone/>
              <a:defRPr sz="1275" b="0">
                <a:solidFill>
                  <a:srgbClr val="4B6070"/>
                </a:solidFill>
                <a:latin typeface="Arial"/>
                <a:ea typeface="Arial"/>
                <a:cs typeface="Arial"/>
              </a:defRPr>
            </a:lvl9pPr>
          </a:lstStyle>
          <a:p xmlns:a="http://schemas.openxmlformats.org/drawingml/2006/main">
            <a:pPr algn="l">
              <a:buNone/>
              <a:defRPr sz="1275" b="0">
                <a:solidFill>
                  <a:srgbClr val="4B6070"/>
                </a:solidFill>
                <a:latin typeface="Arial"/>
                <a:ea typeface="Arial"/>
                <a:cs typeface="Arial"/>
              </a:defRPr>
            </a:pPr>
            <a:r>
              <a:rPr sz="1275" b="0">
                <a:solidFill>
                  <a:srgbClr val="4B6070"/>
                </a:solidFill>
                <a:latin typeface="Arial"/>
                <a:ea typeface="Arial"/>
                <a:cs typeface="Arial"/>
              </a:rPr>
              <a:t>36</a:t>
            </a:r>
          </a:p>
        </p:txBody>
      </p:sp>
      <p:sp>
        <p:nvSpPr>
          <p:cNvPr id="3" name="text-2">
            <a:extLst xmlns:a="http://schemas.openxmlformats.org/drawingml/2006/main">
              <a:ext uri="{FF2B5EF4-FFF2-40B4-BE49-F238E27FC236}">
                <a16:creationId xmlns:a16="http://schemas.microsoft.com/office/drawing/2014/main" id="{8F53FBC6-7C8F-484A-8C47-0B1F25DD551E}"/>
              </a:ext>
            </a:extLst>
          </p:cNvPr>
          <p:cNvSpPr>
            <a:spLocks xmlns:a="http://schemas.openxmlformats.org/drawingml/2006/main" noGrp="1"/>
          </p:cNvSpPr>
          <p:nvPr/>
        </p:nvSpPr>
        <p:spPr>
          <a:xfrm xmlns:a="http://schemas.openxmlformats.org/drawingml/2006/main">
            <a:off x="609600" y="1619250"/>
            <a:ext cx="10858500" cy="3714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lgn="l">
              <a:defRPr sz="2475" b="0">
                <a:solidFill>
                  <a:srgbClr val="142E42"/>
                </a:solidFill>
                <a:latin typeface="Arial"/>
                <a:ea typeface="Arial"/>
                <a:cs typeface="Arial"/>
              </a:defRPr>
            </a:defPPr>
            <a:lvl1pPr algn="l">
              <a:buNone/>
              <a:defRPr sz="2475" b="0">
                <a:solidFill>
                  <a:srgbClr val="142E42"/>
                </a:solidFill>
                <a:latin typeface="Arial"/>
                <a:ea typeface="Arial"/>
                <a:cs typeface="Arial"/>
              </a:defRPr>
            </a:lvl1pPr>
            <a:lvl2pPr algn="l">
              <a:buNone/>
              <a:defRPr sz="2475" b="0">
                <a:solidFill>
                  <a:srgbClr val="142E42"/>
                </a:solidFill>
                <a:latin typeface="Arial"/>
                <a:ea typeface="Arial"/>
                <a:cs typeface="Arial"/>
              </a:defRPr>
            </a:lvl2pPr>
            <a:lvl3pPr algn="l">
              <a:buNone/>
              <a:defRPr sz="2475" b="0">
                <a:solidFill>
                  <a:srgbClr val="142E42"/>
                </a:solidFill>
                <a:latin typeface="Arial"/>
                <a:ea typeface="Arial"/>
                <a:cs typeface="Arial"/>
              </a:defRPr>
            </a:lvl3pPr>
            <a:lvl4pPr algn="l">
              <a:buNone/>
              <a:defRPr sz="2475" b="0">
                <a:solidFill>
                  <a:srgbClr val="142E42"/>
                </a:solidFill>
                <a:latin typeface="Arial"/>
                <a:ea typeface="Arial"/>
                <a:cs typeface="Arial"/>
              </a:defRPr>
            </a:lvl4pPr>
            <a:lvl5pPr algn="l">
              <a:buNone/>
              <a:defRPr sz="2475" b="0">
                <a:solidFill>
                  <a:srgbClr val="142E42"/>
                </a:solidFill>
                <a:latin typeface="Arial"/>
                <a:ea typeface="Arial"/>
                <a:cs typeface="Arial"/>
              </a:defRPr>
            </a:lvl5pPr>
            <a:lvl6pPr algn="l">
              <a:buNone/>
              <a:defRPr sz="2475" b="0">
                <a:solidFill>
                  <a:srgbClr val="142E42"/>
                </a:solidFill>
                <a:latin typeface="Arial"/>
                <a:ea typeface="Arial"/>
                <a:cs typeface="Arial"/>
              </a:defRPr>
            </a:lvl6pPr>
            <a:lvl7pPr algn="l">
              <a:buNone/>
              <a:defRPr sz="2475" b="0">
                <a:solidFill>
                  <a:srgbClr val="142E42"/>
                </a:solidFill>
                <a:latin typeface="Arial"/>
                <a:ea typeface="Arial"/>
                <a:cs typeface="Arial"/>
              </a:defRPr>
            </a:lvl7pPr>
            <a:lvl8pPr algn="l">
              <a:buNone/>
              <a:defRPr sz="2475" b="0">
                <a:solidFill>
                  <a:srgbClr val="142E42"/>
                </a:solidFill>
                <a:latin typeface="Arial"/>
                <a:ea typeface="Arial"/>
                <a:cs typeface="Arial"/>
              </a:defRPr>
            </a:lvl8pPr>
            <a:lvl9pPr algn="l">
              <a:buNone/>
              <a:defRPr sz="2475" b="0">
                <a:solidFill>
                  <a:srgbClr val="142E42"/>
                </a:solidFill>
                <a:latin typeface="Arial"/>
                <a:ea typeface="Arial"/>
                <a:cs typeface="Arial"/>
              </a:defRPr>
            </a:lvl9pPr>
          </a:lstStyle>
          <a:p xmlns:a="http://schemas.openxmlformats.org/drawingml/2006/main">
            <a:pPr algn="l">
              <a:buNone/>
              <a:defRPr sz="2475" b="0">
                <a:solidFill>
                  <a:srgbClr val="142E42"/>
                </a:solidFill>
                <a:latin typeface="Arial"/>
                <a:ea typeface="Arial"/>
                <a:cs typeface="Arial"/>
              </a:defRPr>
            </a:pPr>
            <a:r>
              <a:rPr sz="2475" b="0">
                <a:solidFill>
                  <a:srgbClr val="142E42"/>
                </a:solidFill>
                <a:latin typeface="Arial"/>
                <a:ea typeface="Arial"/>
                <a:cs typeface="Arial"/>
              </a:rPr>
              <a:t>For height h ≥ 0, the maximum node count is</a:t>
            </a:r>
          </a:p>
          <a:p xmlns:a="http://schemas.openxmlformats.org/drawingml/2006/main">
            <a:endParaRPr sz="2475" b="0">
              <a:solidFill>
                <a:srgbClr val="142E42"/>
              </a:solidFill>
              <a:latin typeface="Arial"/>
              <a:ea typeface="Arial"/>
              <a:cs typeface="Arial"/>
            </a:endParaRPr>
          </a:p>
          <a:p xmlns:a="http://schemas.openxmlformats.org/drawingml/2006/main">
            <a:pPr algn="l">
              <a:buNone/>
              <a:defRPr sz="2475" b="0">
                <a:solidFill>
                  <a:srgbClr val="142E42"/>
                </a:solidFill>
                <a:latin typeface="Arial"/>
                <a:ea typeface="Arial"/>
                <a:cs typeface="Arial"/>
              </a:defRPr>
            </a:pPr>
            <a:r>
              <a:rPr sz="2475" b="0">
                <a:solidFill>
                  <a:srgbClr val="142E42"/>
                </a:solidFill>
                <a:latin typeface="Arial"/>
                <a:ea typeface="Arial"/>
                <a:cs typeface="Arial"/>
              </a:rPr>
              <a:t>2^(h + 1) − 1</a:t>
            </a:r>
          </a:p>
          <a:p xmlns:a="http://schemas.openxmlformats.org/drawingml/2006/main">
            <a:endParaRPr sz="2475" b="0">
              <a:solidFill>
                <a:srgbClr val="142E42"/>
              </a:solidFill>
              <a:latin typeface="Arial"/>
              <a:ea typeface="Arial"/>
              <a:cs typeface="Arial"/>
            </a:endParaRPr>
          </a:p>
          <a:p xmlns:a="http://schemas.openxmlformats.org/drawingml/2006/main">
            <a:pPr algn="l">
              <a:buNone/>
              <a:defRPr sz="2475" b="0">
                <a:solidFill>
                  <a:srgbClr val="142E42"/>
                </a:solidFill>
                <a:latin typeface="Arial"/>
                <a:ea typeface="Arial"/>
                <a:cs typeface="Arial"/>
              </a:defRPr>
            </a:pPr>
            <a:r>
              <a:rPr sz="2475" b="0">
                <a:solidFill>
                  <a:srgbClr val="142E42"/>
                </a:solidFill>
                <a:latin typeface="Arial"/>
                <a:ea typeface="Arial"/>
                <a:cs typeface="Arial"/>
              </a:rPr>
              <a:t>For n ≥ 1 nodes, height satisfies</a:t>
            </a:r>
          </a:p>
          <a:p xmlns:a="http://schemas.openxmlformats.org/drawingml/2006/main">
            <a:endParaRPr sz="2475" b="0">
              <a:solidFill>
                <a:srgbClr val="142E42"/>
              </a:solidFill>
              <a:latin typeface="Arial"/>
              <a:ea typeface="Arial"/>
              <a:cs typeface="Arial"/>
            </a:endParaRPr>
          </a:p>
          <a:p xmlns:a="http://schemas.openxmlformats.org/drawingml/2006/main">
            <a:pPr algn="l">
              <a:buNone/>
              <a:defRPr sz="2475" b="0">
                <a:solidFill>
                  <a:srgbClr val="142E42"/>
                </a:solidFill>
                <a:latin typeface="Arial"/>
                <a:ea typeface="Arial"/>
                <a:cs typeface="Arial"/>
              </a:defRPr>
            </a:pPr>
            <a:r>
              <a:rPr sz="2475" b="0">
                <a:solidFill>
                  <a:srgbClr val="142E42"/>
                </a:solidFill>
                <a:latin typeface="Arial"/>
                <a:ea typeface="Arial"/>
                <a:cs typeface="Arial"/>
              </a:rPr>
              <a:t>ceil(</a:t>
            </a:r>
            <a:r>
              <a:rPr sz="2475" b="0">
                <a:solidFill>
                  <a:srgbClr val="142E42"/>
                </a:solidFill>
                <a:latin typeface="Arial"/>
                <a:ea typeface="Arial"/>
                <a:cs typeface="Arial"/>
              </a:rPr>
              <a:t>log2</a:t>
            </a:r>
            <a:r>
              <a:rPr sz="2475" b="0">
                <a:solidFill>
                  <a:srgbClr val="142E42"/>
                </a:solidFill>
                <a:latin typeface="Arial"/>
                <a:ea typeface="Arial"/>
                <a:cs typeface="Arial"/>
              </a:rPr>
              <a:t>(n + 1)) − 1 ≤ h ≤ n − 1</a:t>
            </a:r>
          </a:p>
        </p:txBody>
      </p:sp>
      <p:sp>
        <p:nvSpPr>
          <p:cNvPr id="4" name="text-3">
            <a:extLst xmlns:a="http://schemas.openxmlformats.org/drawingml/2006/main">
              <a:ext uri="{FF2B5EF4-FFF2-40B4-BE49-F238E27FC236}">
                <a16:creationId xmlns:a16="http://schemas.microsoft.com/office/drawing/2014/main" id="{53A87C20-C054-43F4-A852-EA5F79636759}"/>
              </a:ext>
            </a:extLst>
          </p:cNvPr>
          <p:cNvSpPr>
            <a:spLocks xmlns:a="http://schemas.openxmlformats.org/drawingml/2006/main" noGrp="1"/>
          </p:cNvSpPr>
          <p:nvPr/>
        </p:nvSpPr>
        <p:spPr>
          <a:xfrm xmlns:a="http://schemas.openxmlformats.org/drawingml/2006/main">
            <a:off x="609600" y="5800725"/>
            <a:ext cx="104775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lgn="l">
              <a:defRPr sz="1800" b="1">
                <a:solidFill>
                  <a:srgbClr val="007C83"/>
                </a:solidFill>
                <a:latin typeface="Arial"/>
                <a:ea typeface="Arial"/>
                <a:cs typeface="Arial"/>
              </a:defRPr>
            </a:defPPr>
            <a:lvl1pPr algn="l">
              <a:buNone/>
              <a:defRPr sz="1800" b="1">
                <a:solidFill>
                  <a:srgbClr val="007C83"/>
                </a:solidFill>
                <a:latin typeface="Arial"/>
                <a:ea typeface="Arial"/>
                <a:cs typeface="Arial"/>
              </a:defRPr>
            </a:lvl1pPr>
            <a:lvl2pPr algn="l">
              <a:buNone/>
              <a:defRPr sz="1800" b="1">
                <a:solidFill>
                  <a:srgbClr val="007C83"/>
                </a:solidFill>
                <a:latin typeface="Arial"/>
                <a:ea typeface="Arial"/>
                <a:cs typeface="Arial"/>
              </a:defRPr>
            </a:lvl2pPr>
            <a:lvl3pPr algn="l">
              <a:buNone/>
              <a:defRPr sz="1800" b="1">
                <a:solidFill>
                  <a:srgbClr val="007C83"/>
                </a:solidFill>
                <a:latin typeface="Arial"/>
                <a:ea typeface="Arial"/>
                <a:cs typeface="Arial"/>
              </a:defRPr>
            </a:lvl3pPr>
            <a:lvl4pPr algn="l">
              <a:buNone/>
              <a:defRPr sz="1800" b="1">
                <a:solidFill>
                  <a:srgbClr val="007C83"/>
                </a:solidFill>
                <a:latin typeface="Arial"/>
                <a:ea typeface="Arial"/>
                <a:cs typeface="Arial"/>
              </a:defRPr>
            </a:lvl4pPr>
            <a:lvl5pPr algn="l">
              <a:buNone/>
              <a:defRPr sz="1800" b="1">
                <a:solidFill>
                  <a:srgbClr val="007C83"/>
                </a:solidFill>
                <a:latin typeface="Arial"/>
                <a:ea typeface="Arial"/>
                <a:cs typeface="Arial"/>
              </a:defRPr>
            </a:lvl5pPr>
            <a:lvl6pPr algn="l">
              <a:buNone/>
              <a:defRPr sz="1800" b="1">
                <a:solidFill>
                  <a:srgbClr val="007C83"/>
                </a:solidFill>
                <a:latin typeface="Arial"/>
                <a:ea typeface="Arial"/>
                <a:cs typeface="Arial"/>
              </a:defRPr>
            </a:lvl6pPr>
            <a:lvl7pPr algn="l">
              <a:buNone/>
              <a:defRPr sz="1800" b="1">
                <a:solidFill>
                  <a:srgbClr val="007C83"/>
                </a:solidFill>
                <a:latin typeface="Arial"/>
                <a:ea typeface="Arial"/>
                <a:cs typeface="Arial"/>
              </a:defRPr>
            </a:lvl7pPr>
            <a:lvl8pPr algn="l">
              <a:buNone/>
              <a:defRPr sz="1800" b="1">
                <a:solidFill>
                  <a:srgbClr val="007C83"/>
                </a:solidFill>
                <a:latin typeface="Arial"/>
                <a:ea typeface="Arial"/>
                <a:cs typeface="Arial"/>
              </a:defRPr>
            </a:lvl8pPr>
            <a:lvl9pPr algn="l">
              <a:buNone/>
              <a:defRPr sz="1800" b="1">
                <a:solidFill>
                  <a:srgbClr val="007C83"/>
                </a:solidFill>
                <a:latin typeface="Arial"/>
                <a:ea typeface="Arial"/>
                <a:cs typeface="Arial"/>
              </a:defRPr>
            </a:lvl9pPr>
          </a:lstStyle>
          <a:p xmlns:a="http://schemas.openxmlformats.org/drawingml/2006/main">
            <a:pPr algn="l">
              <a:buNone/>
              <a:defRPr sz="1800" b="1">
                <a:solidFill>
                  <a:srgbClr val="007C83"/>
                </a:solidFill>
                <a:latin typeface="Arial"/>
                <a:ea typeface="Arial"/>
                <a:cs typeface="Arial"/>
              </a:defRPr>
            </a:pPr>
            <a:r>
              <a:rPr sz="1800" b="1">
                <a:solidFill>
                  <a:srgbClr val="007C83"/>
                </a:solidFill>
                <a:latin typeface="Arial"/>
                <a:ea typeface="Arial"/>
                <a:cs typeface="Arial"/>
              </a:rPr>
              <a:t>A perfect tree attains the maximum node count for its height.</a:t>
            </a:r>
          </a:p>
        </p:txBody>
      </p:sp>
      <p:pic>
        <p:nvPicPr>
          <p:cNvPr id="6" name="Picture 9">
            <a:extLst xmlns:a="http://schemas.openxmlformats.org/drawingml/2006/main">
              <a:ext uri="{FF2B5EF4-FFF2-40B4-BE49-F238E27FC236}">
                <a16:creationId xmlns:a16="http://schemas.microsoft.com/office/drawing/2014/main" id="{0790DFFC-CF18-4645-8C93-4BA84011020C}"/>
              </a:ext>
            </a:extLst>
          </p:cNvPr>
          <p:cNvPicPr>
            <a:picLocks xmlns:a="http://schemas.openxmlformats.org/drawingml/2006/main" noChangeAspect="1"/>
          </p:cNvPicPr>
          <p:nvPr/>
        </p:nvPicPr>
        <p:blipFill>
          <a:blip xmlns:r="http://schemas.openxmlformats.org/officeDocument/2006/relationships" xmlns:a="http://schemas.openxmlformats.org/drawingml/2006/main" r:embed="R913e7560a6f641c5"/>
          <a:srcRect xmlns:a="http://schemas.openxmlformats.org/drawingml/2006/main" l="0" t="0" r="0" b="0"/>
          <a:stretch xmlns:a="http://schemas.openxmlformats.org/drawingml/2006/main">
            <a:fillRect l="0" t="0" r="0" b="0"/>
          </a:stretch>
        </p:blipFill>
        <p:spPr>
          <a:xfrm xmlns:a="http://schemas.openxmlformats.org/drawingml/2006/main">
            <a:off x="7226300" y="1353312"/>
            <a:ext cx="4337050" cy="3048000"/>
          </a:xfrm>
          <a:prstGeom xmlns:a="http://schemas.openxmlformats.org/drawingml/2006/main" prst="rect">
            <a:avLst/>
          </a:prstGeom>
        </p:spPr>
      </p:pic>
      <p:sp>
        <p:nvSpPr>
          <p:cNvPr id="7" name="local-java-HeightDemo">
            <a:extLst xmlns:a="http://schemas.openxmlformats.org/drawingml/2006/main">
              <a:ext uri="{FF2B5EF4-FFF2-40B4-BE49-F238E27FC236}">
                <a16:creationId xmlns:a16="http://schemas.microsoft.com/office/drawing/2014/main" id="{8947A16F-8EBE-4F37-AF97-6602BF0B7E94}"/>
              </a:ext>
            </a:extLst>
          </p:cNvPr>
          <p:cNvSpPr>
            <a:spLocks xmlns:a="http://schemas.openxmlformats.org/drawingml/2006/main" noGrp="1"/>
          </p:cNvSpPr>
          <p:nvPr/>
        </p:nvSpPr>
        <p:spPr>
          <a:xfrm xmlns:a="http://schemas.openxmlformats.org/drawingml/2006/main">
            <a:off x="609600" y="6134100"/>
            <a:ext cx="357187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350" b="0">
                <a:solidFill>
                  <a:srgbClr val="007D89"/>
                </a:solidFill>
                <a:latin typeface="Arial"/>
                <a:ea typeface="Arial"/>
                <a:cs typeface="Arial"/>
              </a:defRPr>
            </a:defPPr>
            <a:lvl1pPr>
              <a:defRPr sz="1350" b="0">
                <a:solidFill>
                  <a:srgbClr val="007D89"/>
                </a:solidFill>
                <a:latin typeface="Arial"/>
                <a:ea typeface="Arial"/>
                <a:cs typeface="Arial"/>
              </a:defRPr>
            </a:lvl1pPr>
            <a:lvl2pPr>
              <a:defRPr sz="1350" b="0">
                <a:solidFill>
                  <a:srgbClr val="007D89"/>
                </a:solidFill>
                <a:latin typeface="Arial"/>
                <a:ea typeface="Arial"/>
                <a:cs typeface="Arial"/>
              </a:defRPr>
            </a:lvl2pPr>
            <a:lvl3pPr>
              <a:defRPr sz="1350" b="0">
                <a:solidFill>
                  <a:srgbClr val="007D89"/>
                </a:solidFill>
                <a:latin typeface="Arial"/>
                <a:ea typeface="Arial"/>
                <a:cs typeface="Arial"/>
              </a:defRPr>
            </a:lvl3pPr>
            <a:lvl4pPr>
              <a:defRPr sz="1350" b="0">
                <a:solidFill>
                  <a:srgbClr val="007D89"/>
                </a:solidFill>
                <a:latin typeface="Arial"/>
                <a:ea typeface="Arial"/>
                <a:cs typeface="Arial"/>
              </a:defRPr>
            </a:lvl4pPr>
            <a:lvl5pPr>
              <a:defRPr sz="1350" b="0">
                <a:solidFill>
                  <a:srgbClr val="007D89"/>
                </a:solidFill>
                <a:latin typeface="Arial"/>
                <a:ea typeface="Arial"/>
                <a:cs typeface="Arial"/>
              </a:defRPr>
            </a:lvl5pPr>
            <a:lvl6pPr>
              <a:defRPr sz="1350" b="0">
                <a:solidFill>
                  <a:srgbClr val="007D89"/>
                </a:solidFill>
                <a:latin typeface="Arial"/>
                <a:ea typeface="Arial"/>
                <a:cs typeface="Arial"/>
              </a:defRPr>
            </a:lvl6pPr>
            <a:lvl7pPr>
              <a:defRPr sz="1350" b="0">
                <a:solidFill>
                  <a:srgbClr val="007D89"/>
                </a:solidFill>
                <a:latin typeface="Arial"/>
                <a:ea typeface="Arial"/>
                <a:cs typeface="Arial"/>
              </a:defRPr>
            </a:lvl7pPr>
            <a:lvl8pPr>
              <a:defRPr sz="1350" b="0">
                <a:solidFill>
                  <a:srgbClr val="007D89"/>
                </a:solidFill>
                <a:latin typeface="Arial"/>
                <a:ea typeface="Arial"/>
                <a:cs typeface="Arial"/>
              </a:defRPr>
            </a:lvl8pPr>
            <a:lvl9pPr>
              <a:defRPr sz="1350" b="0">
                <a:solidFill>
                  <a:srgbClr val="007D89"/>
                </a:solidFill>
                <a:latin typeface="Arial"/>
                <a:ea typeface="Arial"/>
                <a:cs typeface="Arial"/>
              </a:defRPr>
            </a:lvl9pPr>
          </a:lstStyle>
          <a:p xmlns:a="http://schemas.openxmlformats.org/drawingml/2006/main">
            <a:pPr>
              <a:defRPr sz="1350" b="0">
                <a:solidFill>
                  <a:srgbClr val="007D89"/>
                </a:solidFill>
                <a:latin typeface="Arial"/>
                <a:ea typeface="Arial"/>
                <a:cs typeface="Arial"/>
              </a:defRPr>
            </a:pPr>
            <a:r>
              <a:rPr sz="1350" u="sng">
                <a:solidFill>
                  <a:srgbClr val="007D89"/>
                </a:solidFill>
                <a:latin typeface="Arial"/>
                <a:ea typeface="Arial"/>
                <a:cs typeface="Arial"/>
                <a:hlinkClick xmlns:r="http://schemas.openxmlformats.org/officeDocument/2006/relationships" r:id="Rd8262e395e53417d"/>
              </a:rPr>
              <a:t>Java: HeightDemo.java</a:t>
            </a:r>
          </a:p>
        </p:txBody>
      </p:sp>
    </p:spTree>
    <p:extLst>
      <p:ext uri="{BB962C8B-B14F-4D97-AF65-F5344CB8AC3E}">
        <p14:creationId xmlns:p14="http://schemas.microsoft.com/office/powerpoint/2010/main" val="1317167022"/>
      </p:ext>
    </p:extLst>
  </p:cSld>
</p:sld>
</file>

<file path=ppt/slides/slide37.xml><?xml version="1.0" encoding="utf-8"?>
<p:sld xmlns:p="http://schemas.openxmlformats.org/presentationml/2006/main">
  <p:cSld>
    <p:bg>
      <p:bgPr>
        <a:solidFill xmlns:a="http://schemas.openxmlformats.org/drawingml/2006/main">
          <a:srgbClr val="FAFCFD"/>
        </a:solidFill>
      </p:bgPr>
    </p:bg>
    <p:spTree>
      <p:nvGrpSpPr>
        <p:cNvPr id="1" name=""/>
        <p:cNvGrpSpPr/>
        <p:nvPr/>
      </p:nvGrpSpPr>
      <p:grpSpPr>
        <a:xfrm xmlns:a="http://schemas.openxmlformats.org/drawingml/2006/main"/>
      </p:grpSpPr>
      <p:sp>
        <p:nvSpPr>
          <p:cNvPr id="4" name="text-0">
            <a:extLst xmlns:a="http://schemas.openxmlformats.org/drawingml/2006/main">
              <a:ext uri="{FF2B5EF4-FFF2-40B4-BE49-F238E27FC236}">
                <a16:creationId xmlns:a16="http://schemas.microsoft.com/office/drawing/2014/main" id="{217F9782-4E6A-4755-A156-655BB52C3D66}"/>
              </a:ext>
            </a:extLst>
          </p:cNvPr>
          <p:cNvSpPr>
            <a:spLocks xmlns:a="http://schemas.openxmlformats.org/drawingml/2006/main" noGrp="1"/>
          </p:cNvSpPr>
          <p:nvPr/>
        </p:nvSpPr>
        <p:spPr>
          <a:xfrm xmlns:a="http://schemas.openxmlformats.org/drawingml/2006/main">
            <a:off x="609600" y="419100"/>
            <a:ext cx="10953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lgn="l">
              <a:defRPr sz="3150" b="1">
                <a:solidFill>
                  <a:srgbClr val="142E42"/>
                </a:solidFill>
                <a:latin typeface="Arial"/>
                <a:ea typeface="Arial"/>
                <a:cs typeface="Arial"/>
              </a:defRPr>
            </a:defPPr>
            <a:lvl1pPr algn="l">
              <a:buNone/>
              <a:defRPr sz="3150" b="1">
                <a:solidFill>
                  <a:srgbClr val="142E42"/>
                </a:solidFill>
                <a:latin typeface="Arial"/>
                <a:ea typeface="Arial"/>
                <a:cs typeface="Arial"/>
              </a:defRPr>
            </a:lvl1pPr>
            <a:lvl2pPr algn="l">
              <a:buNone/>
              <a:defRPr sz="3150" b="1">
                <a:solidFill>
                  <a:srgbClr val="142E42"/>
                </a:solidFill>
                <a:latin typeface="Arial"/>
                <a:ea typeface="Arial"/>
                <a:cs typeface="Arial"/>
              </a:defRPr>
            </a:lvl2pPr>
            <a:lvl3pPr algn="l">
              <a:buNone/>
              <a:defRPr sz="3150" b="1">
                <a:solidFill>
                  <a:srgbClr val="142E42"/>
                </a:solidFill>
                <a:latin typeface="Arial"/>
                <a:ea typeface="Arial"/>
                <a:cs typeface="Arial"/>
              </a:defRPr>
            </a:lvl3pPr>
            <a:lvl4pPr algn="l">
              <a:buNone/>
              <a:defRPr sz="3150" b="1">
                <a:solidFill>
                  <a:srgbClr val="142E42"/>
                </a:solidFill>
                <a:latin typeface="Arial"/>
                <a:ea typeface="Arial"/>
                <a:cs typeface="Arial"/>
              </a:defRPr>
            </a:lvl4pPr>
            <a:lvl5pPr algn="l">
              <a:buNone/>
              <a:defRPr sz="3150" b="1">
                <a:solidFill>
                  <a:srgbClr val="142E42"/>
                </a:solidFill>
                <a:latin typeface="Arial"/>
                <a:ea typeface="Arial"/>
                <a:cs typeface="Arial"/>
              </a:defRPr>
            </a:lvl5pPr>
            <a:lvl6pPr algn="l">
              <a:buNone/>
              <a:defRPr sz="3150" b="1">
                <a:solidFill>
                  <a:srgbClr val="142E42"/>
                </a:solidFill>
                <a:latin typeface="Arial"/>
                <a:ea typeface="Arial"/>
                <a:cs typeface="Arial"/>
              </a:defRPr>
            </a:lvl6pPr>
            <a:lvl7pPr algn="l">
              <a:buNone/>
              <a:defRPr sz="3150" b="1">
                <a:solidFill>
                  <a:srgbClr val="142E42"/>
                </a:solidFill>
                <a:latin typeface="Arial"/>
                <a:ea typeface="Arial"/>
                <a:cs typeface="Arial"/>
              </a:defRPr>
            </a:lvl7pPr>
            <a:lvl8pPr algn="l">
              <a:buNone/>
              <a:defRPr sz="3150" b="1">
                <a:solidFill>
                  <a:srgbClr val="142E42"/>
                </a:solidFill>
                <a:latin typeface="Arial"/>
                <a:ea typeface="Arial"/>
                <a:cs typeface="Arial"/>
              </a:defRPr>
            </a:lvl8pPr>
            <a:lvl9pPr algn="l">
              <a:buNone/>
              <a:defRPr sz="3150" b="1">
                <a:solidFill>
                  <a:srgbClr val="142E42"/>
                </a:solidFill>
                <a:latin typeface="Arial"/>
                <a:ea typeface="Arial"/>
                <a:cs typeface="Arial"/>
              </a:defRPr>
            </a:lvl9pPr>
          </a:lstStyle>
          <a:p xmlns:a="http://schemas.openxmlformats.org/drawingml/2006/main">
            <a:pPr algn="l">
              <a:buNone/>
              <a:defRPr sz="3150" b="1">
                <a:solidFill>
                  <a:srgbClr val="142E42"/>
                </a:solidFill>
                <a:latin typeface="Arial"/>
                <a:ea typeface="Arial"/>
                <a:cs typeface="Arial"/>
              </a:defRPr>
            </a:pPr>
            <a:r>
              <a:rPr sz="3150" b="1">
                <a:solidFill>
                  <a:srgbClr val="142E42"/>
                </a:solidFill>
                <a:latin typeface="Arial"/>
                <a:ea typeface="Arial"/>
                <a:cs typeface="Arial"/>
              </a:rPr>
              <a:t>Treesort</a:t>
            </a:r>
          </a:p>
        </p:txBody>
      </p:sp>
      <p:sp>
        <p:nvSpPr>
          <p:cNvPr id="2" name="text-1">
            <a:extLst xmlns:a="http://schemas.openxmlformats.org/drawingml/2006/main">
              <a:ext uri="{FF2B5EF4-FFF2-40B4-BE49-F238E27FC236}">
                <a16:creationId xmlns:a16="http://schemas.microsoft.com/office/drawing/2014/main" id="{1677CA9C-315C-47CA-8CC9-175F6070EF4E}"/>
              </a:ext>
            </a:extLst>
          </p:cNvPr>
          <p:cNvSpPr>
            <a:spLocks xmlns:a="http://schemas.openxmlformats.org/drawingml/2006/main" noGrp="1"/>
          </p:cNvSpPr>
          <p:nvPr/>
        </p:nvSpPr>
        <p:spPr>
          <a:xfrm xmlns:a="http://schemas.openxmlformats.org/drawingml/2006/main">
            <a:off x="11163300" y="6381750"/>
            <a:ext cx="476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lgn="l">
              <a:defRPr sz="1275" b="0">
                <a:solidFill>
                  <a:srgbClr val="4B6070"/>
                </a:solidFill>
                <a:latin typeface="Arial"/>
                <a:ea typeface="Arial"/>
                <a:cs typeface="Arial"/>
              </a:defRPr>
            </a:defPPr>
            <a:lvl1pPr algn="l">
              <a:buNone/>
              <a:defRPr sz="1275" b="0">
                <a:solidFill>
                  <a:srgbClr val="4B6070"/>
                </a:solidFill>
                <a:latin typeface="Arial"/>
                <a:ea typeface="Arial"/>
                <a:cs typeface="Arial"/>
              </a:defRPr>
            </a:lvl1pPr>
            <a:lvl2pPr algn="l">
              <a:buNone/>
              <a:defRPr sz="1275" b="0">
                <a:solidFill>
                  <a:srgbClr val="4B6070"/>
                </a:solidFill>
                <a:latin typeface="Arial"/>
                <a:ea typeface="Arial"/>
                <a:cs typeface="Arial"/>
              </a:defRPr>
            </a:lvl2pPr>
            <a:lvl3pPr algn="l">
              <a:buNone/>
              <a:defRPr sz="1275" b="0">
                <a:solidFill>
                  <a:srgbClr val="4B6070"/>
                </a:solidFill>
                <a:latin typeface="Arial"/>
                <a:ea typeface="Arial"/>
                <a:cs typeface="Arial"/>
              </a:defRPr>
            </a:lvl3pPr>
            <a:lvl4pPr algn="l">
              <a:buNone/>
              <a:defRPr sz="1275" b="0">
                <a:solidFill>
                  <a:srgbClr val="4B6070"/>
                </a:solidFill>
                <a:latin typeface="Arial"/>
                <a:ea typeface="Arial"/>
                <a:cs typeface="Arial"/>
              </a:defRPr>
            </a:lvl4pPr>
            <a:lvl5pPr algn="l">
              <a:buNone/>
              <a:defRPr sz="1275" b="0">
                <a:solidFill>
                  <a:srgbClr val="4B6070"/>
                </a:solidFill>
                <a:latin typeface="Arial"/>
                <a:ea typeface="Arial"/>
                <a:cs typeface="Arial"/>
              </a:defRPr>
            </a:lvl5pPr>
            <a:lvl6pPr algn="l">
              <a:buNone/>
              <a:defRPr sz="1275" b="0">
                <a:solidFill>
                  <a:srgbClr val="4B6070"/>
                </a:solidFill>
                <a:latin typeface="Arial"/>
                <a:ea typeface="Arial"/>
                <a:cs typeface="Arial"/>
              </a:defRPr>
            </a:lvl6pPr>
            <a:lvl7pPr algn="l">
              <a:buNone/>
              <a:defRPr sz="1275" b="0">
                <a:solidFill>
                  <a:srgbClr val="4B6070"/>
                </a:solidFill>
                <a:latin typeface="Arial"/>
                <a:ea typeface="Arial"/>
                <a:cs typeface="Arial"/>
              </a:defRPr>
            </a:lvl7pPr>
            <a:lvl8pPr algn="l">
              <a:buNone/>
              <a:defRPr sz="1275" b="0">
                <a:solidFill>
                  <a:srgbClr val="4B6070"/>
                </a:solidFill>
                <a:latin typeface="Arial"/>
                <a:ea typeface="Arial"/>
                <a:cs typeface="Arial"/>
              </a:defRPr>
            </a:lvl8pPr>
            <a:lvl9pPr algn="l">
              <a:buNone/>
              <a:defRPr sz="1275" b="0">
                <a:solidFill>
                  <a:srgbClr val="4B6070"/>
                </a:solidFill>
                <a:latin typeface="Arial"/>
                <a:ea typeface="Arial"/>
                <a:cs typeface="Arial"/>
              </a:defRPr>
            </a:lvl9pPr>
          </a:lstStyle>
          <a:p xmlns:a="http://schemas.openxmlformats.org/drawingml/2006/main">
            <a:pPr algn="l">
              <a:buNone/>
              <a:defRPr sz="1275" b="0">
                <a:solidFill>
                  <a:srgbClr val="4B6070"/>
                </a:solidFill>
                <a:latin typeface="Arial"/>
                <a:ea typeface="Arial"/>
                <a:cs typeface="Arial"/>
              </a:defRPr>
            </a:pPr>
            <a:r>
              <a:rPr sz="1275" b="0">
                <a:solidFill>
                  <a:srgbClr val="4B6070"/>
                </a:solidFill>
                <a:latin typeface="Arial"/>
                <a:ea typeface="Arial"/>
                <a:cs typeface="Arial"/>
              </a:rPr>
              <a:t>37</a:t>
            </a:r>
          </a:p>
        </p:txBody>
      </p:sp>
      <p:sp>
        <p:nvSpPr>
          <p:cNvPr id="3" name="text-2">
            <a:extLst xmlns:a="http://schemas.openxmlformats.org/drawingml/2006/main">
              <a:ext uri="{FF2B5EF4-FFF2-40B4-BE49-F238E27FC236}">
                <a16:creationId xmlns:a16="http://schemas.microsoft.com/office/drawing/2014/main" id="{8273357A-FE8E-4C80-A717-28F6D159FA5B}"/>
              </a:ext>
            </a:extLst>
          </p:cNvPr>
          <p:cNvSpPr>
            <a:spLocks xmlns:a="http://schemas.openxmlformats.org/drawingml/2006/main" noGrp="1"/>
          </p:cNvSpPr>
          <p:nvPr/>
        </p:nvSpPr>
        <p:spPr>
          <a:xfrm xmlns:a="http://schemas.openxmlformats.org/drawingml/2006/main">
            <a:off x="609600" y="1619250"/>
            <a:ext cx="10953750" cy="3905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lgn="l">
              <a:defRPr sz="2175" b="0">
                <a:solidFill>
                  <a:srgbClr val="142E42"/>
                </a:solidFill>
                <a:latin typeface="Arial"/>
                <a:ea typeface="Arial"/>
                <a:cs typeface="Arial"/>
              </a:defRPr>
            </a:defPPr>
            <a:lvl1pPr algn="l">
              <a:buNone/>
              <a:defRPr sz="2175" b="0">
                <a:solidFill>
                  <a:srgbClr val="142E42"/>
                </a:solidFill>
                <a:latin typeface="Arial"/>
                <a:ea typeface="Arial"/>
                <a:cs typeface="Arial"/>
              </a:defRPr>
            </a:lvl1pPr>
            <a:lvl2pPr algn="l">
              <a:buNone/>
              <a:defRPr sz="2175" b="0">
                <a:solidFill>
                  <a:srgbClr val="142E42"/>
                </a:solidFill>
                <a:latin typeface="Arial"/>
                <a:ea typeface="Arial"/>
                <a:cs typeface="Arial"/>
              </a:defRPr>
            </a:lvl2pPr>
            <a:lvl3pPr algn="l">
              <a:buNone/>
              <a:defRPr sz="2175" b="0">
                <a:solidFill>
                  <a:srgbClr val="142E42"/>
                </a:solidFill>
                <a:latin typeface="Arial"/>
                <a:ea typeface="Arial"/>
                <a:cs typeface="Arial"/>
              </a:defRPr>
            </a:lvl3pPr>
            <a:lvl4pPr algn="l">
              <a:buNone/>
              <a:defRPr sz="2175" b="0">
                <a:solidFill>
                  <a:srgbClr val="142E42"/>
                </a:solidFill>
                <a:latin typeface="Arial"/>
                <a:ea typeface="Arial"/>
                <a:cs typeface="Arial"/>
              </a:defRPr>
            </a:lvl4pPr>
            <a:lvl5pPr algn="l">
              <a:buNone/>
              <a:defRPr sz="2175" b="0">
                <a:solidFill>
                  <a:srgbClr val="142E42"/>
                </a:solidFill>
                <a:latin typeface="Arial"/>
                <a:ea typeface="Arial"/>
                <a:cs typeface="Arial"/>
              </a:defRPr>
            </a:lvl5pPr>
            <a:lvl6pPr algn="l">
              <a:buNone/>
              <a:defRPr sz="2175" b="0">
                <a:solidFill>
                  <a:srgbClr val="142E42"/>
                </a:solidFill>
                <a:latin typeface="Arial"/>
                <a:ea typeface="Arial"/>
                <a:cs typeface="Arial"/>
              </a:defRPr>
            </a:lvl6pPr>
            <a:lvl7pPr algn="l">
              <a:buNone/>
              <a:defRPr sz="2175" b="0">
                <a:solidFill>
                  <a:srgbClr val="142E42"/>
                </a:solidFill>
                <a:latin typeface="Arial"/>
                <a:ea typeface="Arial"/>
                <a:cs typeface="Arial"/>
              </a:defRPr>
            </a:lvl7pPr>
            <a:lvl8pPr algn="l">
              <a:buNone/>
              <a:defRPr sz="2175" b="0">
                <a:solidFill>
                  <a:srgbClr val="142E42"/>
                </a:solidFill>
                <a:latin typeface="Arial"/>
                <a:ea typeface="Arial"/>
                <a:cs typeface="Arial"/>
              </a:defRPr>
            </a:lvl8pPr>
            <a:lvl9pPr algn="l">
              <a:buNone/>
              <a:defRPr sz="2175" b="0">
                <a:solidFill>
                  <a:srgbClr val="142E42"/>
                </a:solidFill>
                <a:latin typeface="Arial"/>
                <a:ea typeface="Arial"/>
                <a:cs typeface="Arial"/>
              </a:defRPr>
            </a:lvl9pPr>
          </a:lstStyle>
          <a:p xmlns:a="http://schemas.openxmlformats.org/drawingml/2006/main">
            <a:pPr algn="l">
              <a:buNone/>
              <a:defRPr sz="2175" b="0">
                <a:solidFill>
                  <a:srgbClr val="142E42"/>
                </a:solidFill>
                <a:latin typeface="Arial"/>
                <a:ea typeface="Arial"/>
                <a:cs typeface="Arial"/>
              </a:defRPr>
            </a:pPr>
            <a:r>
              <a:rPr sz="2175" b="0">
                <a:solidFill>
                  <a:srgbClr val="142E42"/>
                </a:solidFill>
                <a:latin typeface="Arial"/>
                <a:ea typeface="Arial"/>
                <a:cs typeface="Arial"/>
              </a:rPr>
              <a:t>Insert the input keys into a BST.</a:t>
            </a:r>
          </a:p>
          <a:p xmlns:a="http://schemas.openxmlformats.org/drawingml/2006/main">
            <a:pPr algn="l">
              <a:buNone/>
              <a:defRPr sz="2175" b="0">
                <a:solidFill>
                  <a:srgbClr val="142E42"/>
                </a:solidFill>
                <a:latin typeface="Arial"/>
                <a:ea typeface="Arial"/>
                <a:cs typeface="Arial"/>
              </a:defRPr>
            </a:pPr>
            <a:r>
              <a:rPr sz="2175" b="0">
                <a:solidFill>
                  <a:srgbClr val="142E42"/>
                </a:solidFill>
                <a:latin typeface="Arial"/>
                <a:ea typeface="Arial"/>
                <a:cs typeface="Arial"/>
              </a:rPr>
              <a:t>Then emit keys in inorder.</a:t>
            </a:r>
          </a:p>
          <a:p xmlns:a="http://schemas.openxmlformats.org/drawingml/2006/main">
            <a:endParaRPr sz="2175" b="0">
              <a:solidFill>
                <a:srgbClr val="142E42"/>
              </a:solidFill>
              <a:latin typeface="Arial"/>
              <a:ea typeface="Arial"/>
              <a:cs typeface="Arial"/>
            </a:endParaRPr>
          </a:p>
          <a:p xmlns:a="http://schemas.openxmlformats.org/drawingml/2006/main">
            <a:pPr algn="l">
              <a:buNone/>
              <a:defRPr sz="2175" b="0">
                <a:solidFill>
                  <a:srgbClr val="142E42"/>
                </a:solidFill>
                <a:latin typeface="Arial"/>
                <a:ea typeface="Arial"/>
                <a:cs typeface="Arial"/>
              </a:defRPr>
            </a:pPr>
            <a:r>
              <a:rPr sz="2175" b="0">
                <a:solidFill>
                  <a:srgbClr val="142E42"/>
                </a:solidFill>
                <a:latin typeface="Arial"/>
                <a:ea typeface="Arial"/>
                <a:cs typeface="Arial"/>
              </a:rPr>
              <a:t>Expected time with random insertion order: O(n log n).</a:t>
            </a:r>
          </a:p>
          <a:p xmlns:a="http://schemas.openxmlformats.org/drawingml/2006/main">
            <a:pPr algn="l">
              <a:buNone/>
              <a:defRPr sz="2175" b="0">
                <a:solidFill>
                  <a:srgbClr val="142E42"/>
                </a:solidFill>
                <a:latin typeface="Arial"/>
                <a:ea typeface="Arial"/>
                <a:cs typeface="Arial"/>
              </a:defRPr>
            </a:pPr>
            <a:r>
              <a:rPr sz="2175" b="0">
                <a:solidFill>
                  <a:srgbClr val="142E42"/>
                </a:solidFill>
                <a:latin typeface="Arial"/>
                <a:ea typeface="Arial"/>
                <a:cs typeface="Arial"/>
              </a:rPr>
              <a:t>Worst case for an unbalanced tree: O(n²).</a:t>
            </a:r>
          </a:p>
          <a:p xmlns:a="http://schemas.openxmlformats.org/drawingml/2006/main">
            <a:endParaRPr sz="2175" b="0">
              <a:solidFill>
                <a:srgbClr val="142E42"/>
              </a:solidFill>
              <a:latin typeface="Arial"/>
              <a:ea typeface="Arial"/>
              <a:cs typeface="Arial"/>
            </a:endParaRPr>
          </a:p>
          <a:p xmlns:a="http://schemas.openxmlformats.org/drawingml/2006/main">
            <a:pPr algn="l">
              <a:buNone/>
              <a:defRPr sz="2175" b="0">
                <a:solidFill>
                  <a:srgbClr val="142E42"/>
                </a:solidFill>
                <a:latin typeface="Arial"/>
                <a:ea typeface="Arial"/>
                <a:cs typeface="Arial"/>
              </a:defRPr>
            </a:pPr>
            <a:r>
              <a:rPr sz="2175" b="0">
                <a:solidFill>
                  <a:srgbClr val="142E42"/>
                </a:solidFill>
                <a:latin typeface="Arial"/>
                <a:ea typeface="Arial"/>
                <a:cs typeface="Arial"/>
              </a:rPr>
              <a:t>A set-style BST discards duplicates. A sorting implementation</a:t>
            </a:r>
          </a:p>
          <a:p xmlns:a="http://schemas.openxmlformats.org/drawingml/2006/main">
            <a:pPr algn="l">
              <a:buNone/>
              <a:defRPr sz="2175" b="0">
                <a:solidFill>
                  <a:srgbClr val="142E42"/>
                </a:solidFill>
                <a:latin typeface="Arial"/>
                <a:ea typeface="Arial"/>
                <a:cs typeface="Arial"/>
              </a:defRPr>
            </a:pPr>
            <a:r>
              <a:rPr sz="2175" b="0">
                <a:solidFill>
                  <a:srgbClr val="142E42"/>
                </a:solidFill>
                <a:latin typeface="Arial"/>
                <a:ea typeface="Arial"/>
                <a:cs typeface="Arial"/>
              </a:rPr>
              <a:t>must retain equal keys, for example with a count per node.</a:t>
            </a:r>
          </a:p>
        </p:txBody>
      </p:sp>
      <p:sp>
        <p:nvSpPr>
          <p:cNvPr id="5" name="local-java-TreeSort">
            <a:extLst xmlns:a="http://schemas.openxmlformats.org/drawingml/2006/main">
              <a:ext uri="{FF2B5EF4-FFF2-40B4-BE49-F238E27FC236}">
                <a16:creationId xmlns:a16="http://schemas.microsoft.com/office/drawing/2014/main" id="{BF0498BF-1017-4D3A-A23E-115F42F75F74}"/>
              </a:ext>
            </a:extLst>
          </p:cNvPr>
          <p:cNvSpPr>
            <a:spLocks xmlns:a="http://schemas.openxmlformats.org/drawingml/2006/main" noGrp="1"/>
          </p:cNvSpPr>
          <p:nvPr/>
        </p:nvSpPr>
        <p:spPr>
          <a:xfrm xmlns:a="http://schemas.openxmlformats.org/drawingml/2006/main">
            <a:off x="609600" y="6134100"/>
            <a:ext cx="357187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350" b="0">
                <a:solidFill>
                  <a:srgbClr val="007D89"/>
                </a:solidFill>
                <a:latin typeface="Arial"/>
                <a:ea typeface="Arial"/>
                <a:cs typeface="Arial"/>
              </a:defRPr>
            </a:defPPr>
            <a:lvl1pPr>
              <a:defRPr sz="1350" b="0">
                <a:solidFill>
                  <a:srgbClr val="007D89"/>
                </a:solidFill>
                <a:latin typeface="Arial"/>
                <a:ea typeface="Arial"/>
                <a:cs typeface="Arial"/>
              </a:defRPr>
            </a:lvl1pPr>
            <a:lvl2pPr>
              <a:defRPr sz="1350" b="0">
                <a:solidFill>
                  <a:srgbClr val="007D89"/>
                </a:solidFill>
                <a:latin typeface="Arial"/>
                <a:ea typeface="Arial"/>
                <a:cs typeface="Arial"/>
              </a:defRPr>
            </a:lvl2pPr>
            <a:lvl3pPr>
              <a:defRPr sz="1350" b="0">
                <a:solidFill>
                  <a:srgbClr val="007D89"/>
                </a:solidFill>
                <a:latin typeface="Arial"/>
                <a:ea typeface="Arial"/>
                <a:cs typeface="Arial"/>
              </a:defRPr>
            </a:lvl3pPr>
            <a:lvl4pPr>
              <a:defRPr sz="1350" b="0">
                <a:solidFill>
                  <a:srgbClr val="007D89"/>
                </a:solidFill>
                <a:latin typeface="Arial"/>
                <a:ea typeface="Arial"/>
                <a:cs typeface="Arial"/>
              </a:defRPr>
            </a:lvl4pPr>
            <a:lvl5pPr>
              <a:defRPr sz="1350" b="0">
                <a:solidFill>
                  <a:srgbClr val="007D89"/>
                </a:solidFill>
                <a:latin typeface="Arial"/>
                <a:ea typeface="Arial"/>
                <a:cs typeface="Arial"/>
              </a:defRPr>
            </a:lvl5pPr>
            <a:lvl6pPr>
              <a:defRPr sz="1350" b="0">
                <a:solidFill>
                  <a:srgbClr val="007D89"/>
                </a:solidFill>
                <a:latin typeface="Arial"/>
                <a:ea typeface="Arial"/>
                <a:cs typeface="Arial"/>
              </a:defRPr>
            </a:lvl6pPr>
            <a:lvl7pPr>
              <a:defRPr sz="1350" b="0">
                <a:solidFill>
                  <a:srgbClr val="007D89"/>
                </a:solidFill>
                <a:latin typeface="Arial"/>
                <a:ea typeface="Arial"/>
                <a:cs typeface="Arial"/>
              </a:defRPr>
            </a:lvl7pPr>
            <a:lvl8pPr>
              <a:defRPr sz="1350" b="0">
                <a:solidFill>
                  <a:srgbClr val="007D89"/>
                </a:solidFill>
                <a:latin typeface="Arial"/>
                <a:ea typeface="Arial"/>
                <a:cs typeface="Arial"/>
              </a:defRPr>
            </a:lvl8pPr>
            <a:lvl9pPr>
              <a:defRPr sz="1350" b="0">
                <a:solidFill>
                  <a:srgbClr val="007D89"/>
                </a:solidFill>
                <a:latin typeface="Arial"/>
                <a:ea typeface="Arial"/>
                <a:cs typeface="Arial"/>
              </a:defRPr>
            </a:lvl9pPr>
          </a:lstStyle>
          <a:p xmlns:a="http://schemas.openxmlformats.org/drawingml/2006/main">
            <a:pPr>
              <a:defRPr sz="1350" b="0">
                <a:solidFill>
                  <a:srgbClr val="007D89"/>
                </a:solidFill>
                <a:latin typeface="Arial"/>
                <a:ea typeface="Arial"/>
                <a:cs typeface="Arial"/>
              </a:defRPr>
            </a:pPr>
            <a:r>
              <a:rPr sz="1350" u="sng">
                <a:solidFill>
                  <a:srgbClr val="007D89"/>
                </a:solidFill>
                <a:latin typeface="Arial"/>
                <a:ea typeface="Arial"/>
                <a:cs typeface="Arial"/>
                <a:hlinkClick xmlns:r="http://schemas.openxmlformats.org/officeDocument/2006/relationships" r:id="Raf631ccc532f4904"/>
              </a:rPr>
              <a:t>Java: TreeSort.java</a:t>
            </a:r>
          </a:p>
        </p:txBody>
      </p:sp>
    </p:spTree>
    <p:extLst>
      <p:ext uri="{BB962C8B-B14F-4D97-AF65-F5344CB8AC3E}">
        <p14:creationId xmlns:p14="http://schemas.microsoft.com/office/powerpoint/2010/main" val="1754017720"/>
      </p:ext>
    </p:extLst>
  </p:cSld>
</p:sld>
</file>

<file path=ppt/slides/slide38.xml><?xml version="1.0" encoding="utf-8"?>
<p:sld xmlns:p="http://schemas.openxmlformats.org/presentationml/2006/main">
  <p:cSld>
    <p:bg>
      <p:bgPr>
        <a:solidFill xmlns:a="http://schemas.openxmlformats.org/drawingml/2006/main">
          <a:srgbClr val="FAFCFD"/>
        </a:solidFill>
      </p:bgPr>
    </p:bg>
    <p:spTree>
      <p:nvGrpSpPr>
        <p:cNvPr id="1" name=""/>
        <p:cNvGrpSpPr/>
        <p:nvPr/>
      </p:nvGrpSpPr>
      <p:grpSpPr>
        <a:xfrm xmlns:a="http://schemas.openxmlformats.org/drawingml/2006/main"/>
      </p:grpSpPr>
      <p:sp>
        <p:nvSpPr>
          <p:cNvPr id="4" name="text-0">
            <a:extLst xmlns:a="http://schemas.openxmlformats.org/drawingml/2006/main">
              <a:ext uri="{FF2B5EF4-FFF2-40B4-BE49-F238E27FC236}">
                <a16:creationId xmlns:a16="http://schemas.microsoft.com/office/drawing/2014/main" id="{4A7E35BA-4C2A-4558-80AE-A3564C67E043}"/>
              </a:ext>
            </a:extLst>
          </p:cNvPr>
          <p:cNvSpPr>
            <a:spLocks xmlns:a="http://schemas.openxmlformats.org/drawingml/2006/main" noGrp="1"/>
          </p:cNvSpPr>
          <p:nvPr/>
        </p:nvSpPr>
        <p:spPr>
          <a:xfrm xmlns:a="http://schemas.openxmlformats.org/drawingml/2006/main">
            <a:off x="609600" y="419100"/>
            <a:ext cx="10953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lgn="l">
              <a:defRPr sz="3150" b="1">
                <a:solidFill>
                  <a:srgbClr val="142E42"/>
                </a:solidFill>
                <a:latin typeface="Arial"/>
                <a:ea typeface="Arial"/>
                <a:cs typeface="Arial"/>
              </a:defRPr>
            </a:defPPr>
            <a:lvl1pPr algn="l">
              <a:buNone/>
              <a:defRPr sz="3150" b="1">
                <a:solidFill>
                  <a:srgbClr val="142E42"/>
                </a:solidFill>
                <a:latin typeface="Arial"/>
                <a:ea typeface="Arial"/>
                <a:cs typeface="Arial"/>
              </a:defRPr>
            </a:lvl1pPr>
            <a:lvl2pPr algn="l">
              <a:buNone/>
              <a:defRPr sz="3150" b="1">
                <a:solidFill>
                  <a:srgbClr val="142E42"/>
                </a:solidFill>
                <a:latin typeface="Arial"/>
                <a:ea typeface="Arial"/>
                <a:cs typeface="Arial"/>
              </a:defRPr>
            </a:lvl2pPr>
            <a:lvl3pPr algn="l">
              <a:buNone/>
              <a:defRPr sz="3150" b="1">
                <a:solidFill>
                  <a:srgbClr val="142E42"/>
                </a:solidFill>
                <a:latin typeface="Arial"/>
                <a:ea typeface="Arial"/>
                <a:cs typeface="Arial"/>
              </a:defRPr>
            </a:lvl3pPr>
            <a:lvl4pPr algn="l">
              <a:buNone/>
              <a:defRPr sz="3150" b="1">
                <a:solidFill>
                  <a:srgbClr val="142E42"/>
                </a:solidFill>
                <a:latin typeface="Arial"/>
                <a:ea typeface="Arial"/>
                <a:cs typeface="Arial"/>
              </a:defRPr>
            </a:lvl4pPr>
            <a:lvl5pPr algn="l">
              <a:buNone/>
              <a:defRPr sz="3150" b="1">
                <a:solidFill>
                  <a:srgbClr val="142E42"/>
                </a:solidFill>
                <a:latin typeface="Arial"/>
                <a:ea typeface="Arial"/>
                <a:cs typeface="Arial"/>
              </a:defRPr>
            </a:lvl5pPr>
            <a:lvl6pPr algn="l">
              <a:buNone/>
              <a:defRPr sz="3150" b="1">
                <a:solidFill>
                  <a:srgbClr val="142E42"/>
                </a:solidFill>
                <a:latin typeface="Arial"/>
                <a:ea typeface="Arial"/>
                <a:cs typeface="Arial"/>
              </a:defRPr>
            </a:lvl6pPr>
            <a:lvl7pPr algn="l">
              <a:buNone/>
              <a:defRPr sz="3150" b="1">
                <a:solidFill>
                  <a:srgbClr val="142E42"/>
                </a:solidFill>
                <a:latin typeface="Arial"/>
                <a:ea typeface="Arial"/>
                <a:cs typeface="Arial"/>
              </a:defRPr>
            </a:lvl7pPr>
            <a:lvl8pPr algn="l">
              <a:buNone/>
              <a:defRPr sz="3150" b="1">
                <a:solidFill>
                  <a:srgbClr val="142E42"/>
                </a:solidFill>
                <a:latin typeface="Arial"/>
                <a:ea typeface="Arial"/>
                <a:cs typeface="Arial"/>
              </a:defRPr>
            </a:lvl8pPr>
            <a:lvl9pPr algn="l">
              <a:buNone/>
              <a:defRPr sz="3150" b="1">
                <a:solidFill>
                  <a:srgbClr val="142E42"/>
                </a:solidFill>
                <a:latin typeface="Arial"/>
                <a:ea typeface="Arial"/>
                <a:cs typeface="Arial"/>
              </a:defRPr>
            </a:lvl9pPr>
          </a:lstStyle>
          <a:p xmlns:a="http://schemas.openxmlformats.org/drawingml/2006/main">
            <a:pPr algn="l">
              <a:buNone/>
              <a:defRPr sz="3150" b="1">
                <a:solidFill>
                  <a:srgbClr val="142E42"/>
                </a:solidFill>
                <a:latin typeface="Arial"/>
                <a:ea typeface="Arial"/>
                <a:cs typeface="Arial"/>
              </a:defRPr>
            </a:pPr>
            <a:r>
              <a:rPr sz="3150" b="1">
                <a:solidFill>
                  <a:srgbClr val="142E42"/>
                </a:solidFill>
                <a:latin typeface="Arial"/>
                <a:ea typeface="Arial"/>
                <a:cs typeface="Arial"/>
              </a:rPr>
              <a:t>Review problems</a:t>
            </a:r>
          </a:p>
        </p:txBody>
      </p:sp>
      <p:sp>
        <p:nvSpPr>
          <p:cNvPr id="2" name="text-1">
            <a:extLst xmlns:a="http://schemas.openxmlformats.org/drawingml/2006/main">
              <a:ext uri="{FF2B5EF4-FFF2-40B4-BE49-F238E27FC236}">
                <a16:creationId xmlns:a16="http://schemas.microsoft.com/office/drawing/2014/main" id="{39BBF459-4E53-4FC1-A220-39E4A7923301}"/>
              </a:ext>
            </a:extLst>
          </p:cNvPr>
          <p:cNvSpPr>
            <a:spLocks xmlns:a="http://schemas.openxmlformats.org/drawingml/2006/main" noGrp="1"/>
          </p:cNvSpPr>
          <p:nvPr/>
        </p:nvSpPr>
        <p:spPr>
          <a:xfrm xmlns:a="http://schemas.openxmlformats.org/drawingml/2006/main">
            <a:off x="11163300" y="6381750"/>
            <a:ext cx="476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lgn="l">
              <a:defRPr sz="1275" b="0">
                <a:solidFill>
                  <a:srgbClr val="4B6070"/>
                </a:solidFill>
                <a:latin typeface="Arial"/>
                <a:ea typeface="Arial"/>
                <a:cs typeface="Arial"/>
              </a:defRPr>
            </a:defPPr>
            <a:lvl1pPr algn="l">
              <a:buNone/>
              <a:defRPr sz="1275" b="0">
                <a:solidFill>
                  <a:srgbClr val="4B6070"/>
                </a:solidFill>
                <a:latin typeface="Arial"/>
                <a:ea typeface="Arial"/>
                <a:cs typeface="Arial"/>
              </a:defRPr>
            </a:lvl1pPr>
            <a:lvl2pPr algn="l">
              <a:buNone/>
              <a:defRPr sz="1275" b="0">
                <a:solidFill>
                  <a:srgbClr val="4B6070"/>
                </a:solidFill>
                <a:latin typeface="Arial"/>
                <a:ea typeface="Arial"/>
                <a:cs typeface="Arial"/>
              </a:defRPr>
            </a:lvl2pPr>
            <a:lvl3pPr algn="l">
              <a:buNone/>
              <a:defRPr sz="1275" b="0">
                <a:solidFill>
                  <a:srgbClr val="4B6070"/>
                </a:solidFill>
                <a:latin typeface="Arial"/>
                <a:ea typeface="Arial"/>
                <a:cs typeface="Arial"/>
              </a:defRPr>
            </a:lvl3pPr>
            <a:lvl4pPr algn="l">
              <a:buNone/>
              <a:defRPr sz="1275" b="0">
                <a:solidFill>
                  <a:srgbClr val="4B6070"/>
                </a:solidFill>
                <a:latin typeface="Arial"/>
                <a:ea typeface="Arial"/>
                <a:cs typeface="Arial"/>
              </a:defRPr>
            </a:lvl4pPr>
            <a:lvl5pPr algn="l">
              <a:buNone/>
              <a:defRPr sz="1275" b="0">
                <a:solidFill>
                  <a:srgbClr val="4B6070"/>
                </a:solidFill>
                <a:latin typeface="Arial"/>
                <a:ea typeface="Arial"/>
                <a:cs typeface="Arial"/>
              </a:defRPr>
            </a:lvl5pPr>
            <a:lvl6pPr algn="l">
              <a:buNone/>
              <a:defRPr sz="1275" b="0">
                <a:solidFill>
                  <a:srgbClr val="4B6070"/>
                </a:solidFill>
                <a:latin typeface="Arial"/>
                <a:ea typeface="Arial"/>
                <a:cs typeface="Arial"/>
              </a:defRPr>
            </a:lvl6pPr>
            <a:lvl7pPr algn="l">
              <a:buNone/>
              <a:defRPr sz="1275" b="0">
                <a:solidFill>
                  <a:srgbClr val="4B6070"/>
                </a:solidFill>
                <a:latin typeface="Arial"/>
                <a:ea typeface="Arial"/>
                <a:cs typeface="Arial"/>
              </a:defRPr>
            </a:lvl7pPr>
            <a:lvl8pPr algn="l">
              <a:buNone/>
              <a:defRPr sz="1275" b="0">
                <a:solidFill>
                  <a:srgbClr val="4B6070"/>
                </a:solidFill>
                <a:latin typeface="Arial"/>
                <a:ea typeface="Arial"/>
                <a:cs typeface="Arial"/>
              </a:defRPr>
            </a:lvl8pPr>
            <a:lvl9pPr algn="l">
              <a:buNone/>
              <a:defRPr sz="1275" b="0">
                <a:solidFill>
                  <a:srgbClr val="4B6070"/>
                </a:solidFill>
                <a:latin typeface="Arial"/>
                <a:ea typeface="Arial"/>
                <a:cs typeface="Arial"/>
              </a:defRPr>
            </a:lvl9pPr>
          </a:lstStyle>
          <a:p xmlns:a="http://schemas.openxmlformats.org/drawingml/2006/main">
            <a:pPr algn="l">
              <a:buNone/>
              <a:defRPr sz="1275" b="0">
                <a:solidFill>
                  <a:srgbClr val="4B6070"/>
                </a:solidFill>
                <a:latin typeface="Arial"/>
                <a:ea typeface="Arial"/>
                <a:cs typeface="Arial"/>
              </a:defRPr>
            </a:pPr>
            <a:r>
              <a:rPr sz="1275" b="0">
                <a:solidFill>
                  <a:srgbClr val="4B6070"/>
                </a:solidFill>
                <a:latin typeface="Arial"/>
                <a:ea typeface="Arial"/>
                <a:cs typeface="Arial"/>
              </a:rPr>
              <a:t>38</a:t>
            </a:r>
          </a:p>
        </p:txBody>
      </p:sp>
      <p:sp>
        <p:nvSpPr>
          <p:cNvPr id="3" name="text-2">
            <a:extLst xmlns:a="http://schemas.openxmlformats.org/drawingml/2006/main">
              <a:ext uri="{FF2B5EF4-FFF2-40B4-BE49-F238E27FC236}">
                <a16:creationId xmlns:a16="http://schemas.microsoft.com/office/drawing/2014/main" id="{DB2CA441-EA50-49F8-BBF4-289F104977E2}"/>
              </a:ext>
            </a:extLst>
          </p:cNvPr>
          <p:cNvSpPr>
            <a:spLocks xmlns:a="http://schemas.openxmlformats.org/drawingml/2006/main" noGrp="1"/>
          </p:cNvSpPr>
          <p:nvPr/>
        </p:nvSpPr>
        <p:spPr>
          <a:xfrm xmlns:a="http://schemas.openxmlformats.org/drawingml/2006/main">
            <a:off x="609600" y="1571625"/>
            <a:ext cx="10906125" cy="423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lgn="l">
              <a:defRPr sz="2175" b="0">
                <a:solidFill>
                  <a:srgbClr val="142E42"/>
                </a:solidFill>
                <a:latin typeface="Arial"/>
                <a:ea typeface="Arial"/>
                <a:cs typeface="Arial"/>
              </a:defRPr>
            </a:defPPr>
            <a:lvl1pPr algn="l">
              <a:buNone/>
              <a:defRPr sz="2175" b="0">
                <a:solidFill>
                  <a:srgbClr val="142E42"/>
                </a:solidFill>
                <a:latin typeface="Arial"/>
                <a:ea typeface="Arial"/>
                <a:cs typeface="Arial"/>
              </a:defRPr>
            </a:lvl1pPr>
            <a:lvl2pPr algn="l">
              <a:buNone/>
              <a:defRPr sz="2175" b="0">
                <a:solidFill>
                  <a:srgbClr val="142E42"/>
                </a:solidFill>
                <a:latin typeface="Arial"/>
                <a:ea typeface="Arial"/>
                <a:cs typeface="Arial"/>
              </a:defRPr>
            </a:lvl2pPr>
            <a:lvl3pPr algn="l">
              <a:buNone/>
              <a:defRPr sz="2175" b="0">
                <a:solidFill>
                  <a:srgbClr val="142E42"/>
                </a:solidFill>
                <a:latin typeface="Arial"/>
                <a:ea typeface="Arial"/>
                <a:cs typeface="Arial"/>
              </a:defRPr>
            </a:lvl3pPr>
            <a:lvl4pPr algn="l">
              <a:buNone/>
              <a:defRPr sz="2175" b="0">
                <a:solidFill>
                  <a:srgbClr val="142E42"/>
                </a:solidFill>
                <a:latin typeface="Arial"/>
                <a:ea typeface="Arial"/>
                <a:cs typeface="Arial"/>
              </a:defRPr>
            </a:lvl4pPr>
            <a:lvl5pPr algn="l">
              <a:buNone/>
              <a:defRPr sz="2175" b="0">
                <a:solidFill>
                  <a:srgbClr val="142E42"/>
                </a:solidFill>
                <a:latin typeface="Arial"/>
                <a:ea typeface="Arial"/>
                <a:cs typeface="Arial"/>
              </a:defRPr>
            </a:lvl5pPr>
            <a:lvl6pPr algn="l">
              <a:buNone/>
              <a:defRPr sz="2175" b="0">
                <a:solidFill>
                  <a:srgbClr val="142E42"/>
                </a:solidFill>
                <a:latin typeface="Arial"/>
                <a:ea typeface="Arial"/>
                <a:cs typeface="Arial"/>
              </a:defRPr>
            </a:lvl6pPr>
            <a:lvl7pPr algn="l">
              <a:buNone/>
              <a:defRPr sz="2175" b="0">
                <a:solidFill>
                  <a:srgbClr val="142E42"/>
                </a:solidFill>
                <a:latin typeface="Arial"/>
                <a:ea typeface="Arial"/>
                <a:cs typeface="Arial"/>
              </a:defRPr>
            </a:lvl7pPr>
            <a:lvl8pPr algn="l">
              <a:buNone/>
              <a:defRPr sz="2175" b="0">
                <a:solidFill>
                  <a:srgbClr val="142E42"/>
                </a:solidFill>
                <a:latin typeface="Arial"/>
                <a:ea typeface="Arial"/>
                <a:cs typeface="Arial"/>
              </a:defRPr>
            </a:lvl8pPr>
            <a:lvl9pPr algn="l">
              <a:buNone/>
              <a:defRPr sz="2175" b="0">
                <a:solidFill>
                  <a:srgbClr val="142E42"/>
                </a:solidFill>
                <a:latin typeface="Arial"/>
                <a:ea typeface="Arial"/>
                <a:cs typeface="Arial"/>
              </a:defRPr>
            </a:lvl9pPr>
          </a:lstStyle>
          <a:p xmlns:a="http://schemas.openxmlformats.org/drawingml/2006/main">
            <a:pPr algn="l">
              <a:buNone/>
              <a:defRPr sz="2175" b="0">
                <a:solidFill>
                  <a:srgbClr val="142E42"/>
                </a:solidFill>
                <a:latin typeface="Arial"/>
                <a:ea typeface="Arial"/>
                <a:cs typeface="Arial"/>
              </a:defRPr>
            </a:pPr>
            <a:r>
              <a:rPr sz="2175" b="0">
                <a:solidFill>
                  <a:srgbClr val="142E42"/>
                </a:solidFill>
                <a:latin typeface="Arial"/>
                <a:ea typeface="Arial"/>
                <a:cs typeface="Arial"/>
              </a:rPr>
              <a:t>1. What is the maximum node count with 8 levels?</a:t>
            </a:r>
          </a:p>
          <a:p xmlns:a="http://schemas.openxmlformats.org/drawingml/2006/main">
            <a:endParaRPr sz="2175" b="0">
              <a:solidFill>
                <a:srgbClr val="142E42"/>
              </a:solidFill>
              <a:latin typeface="Arial"/>
              <a:ea typeface="Arial"/>
              <a:cs typeface="Arial"/>
            </a:endParaRPr>
          </a:p>
          <a:p xmlns:a="http://schemas.openxmlformats.org/drawingml/2006/main">
            <a:pPr algn="l">
              <a:buNone/>
              <a:defRPr sz="2175" b="0">
                <a:solidFill>
                  <a:srgbClr val="142E42"/>
                </a:solidFill>
                <a:latin typeface="Arial"/>
                <a:ea typeface="Arial"/>
                <a:cs typeface="Arial"/>
              </a:defRPr>
            </a:pPr>
            <a:r>
              <a:rPr sz="2175" b="0">
                <a:solidFill>
                  <a:srgbClr val="142E42"/>
                </a:solidFill>
                <a:latin typeface="Arial"/>
                <a:ea typeface="Arial"/>
                <a:cs typeface="Arial"/>
              </a:rPr>
              <a:t>2. For 2011 nodes, what are the minimum and</a:t>
            </a:r>
          </a:p>
          <a:p xmlns:a="http://schemas.openxmlformats.org/drawingml/2006/main">
            <a:pPr algn="l">
              <a:buNone/>
              <a:defRPr sz="2175" b="0">
                <a:solidFill>
                  <a:srgbClr val="142E42"/>
                </a:solidFill>
                <a:latin typeface="Arial"/>
                <a:ea typeface="Arial"/>
                <a:cs typeface="Arial"/>
              </a:defRPr>
            </a:pPr>
            <a:r>
              <a:rPr sz="2175" b="0">
                <a:solidFill>
                  <a:srgbClr val="142E42"/>
                </a:solidFill>
                <a:latin typeface="Arial"/>
                <a:ea typeface="Arial"/>
                <a:cs typeface="Arial"/>
              </a:rPr>
              <a:t>   maximum numbers of levels?</a:t>
            </a:r>
          </a:p>
          <a:p xmlns:a="http://schemas.openxmlformats.org/drawingml/2006/main">
            <a:endParaRPr sz="2175" b="0">
              <a:solidFill>
                <a:srgbClr val="142E42"/>
              </a:solidFill>
              <a:latin typeface="Arial"/>
              <a:ea typeface="Arial"/>
              <a:cs typeface="Arial"/>
            </a:endParaRPr>
          </a:p>
          <a:p xmlns:a="http://schemas.openxmlformats.org/drawingml/2006/main">
            <a:pPr algn="l">
              <a:buNone/>
              <a:defRPr sz="2175" b="0">
                <a:solidFill>
                  <a:srgbClr val="142E42"/>
                </a:solidFill>
                <a:latin typeface="Arial"/>
                <a:ea typeface="Arial"/>
                <a:cs typeface="Arial"/>
              </a:defRPr>
            </a:pPr>
            <a:r>
              <a:rPr sz="2175" b="0">
                <a:solidFill>
                  <a:srgbClr val="142E42"/>
                </a:solidFill>
                <a:latin typeface="Arial"/>
                <a:ea typeface="Arial"/>
                <a:cs typeface="Arial"/>
              </a:rPr>
              <a:t>3. With exactly 10 levels, what are the minimum</a:t>
            </a:r>
          </a:p>
          <a:p xmlns:a="http://schemas.openxmlformats.org/drawingml/2006/main">
            <a:pPr algn="l">
              <a:buNone/>
              <a:defRPr sz="2175" b="0">
                <a:solidFill>
                  <a:srgbClr val="142E42"/>
                </a:solidFill>
                <a:latin typeface="Arial"/>
                <a:ea typeface="Arial"/>
                <a:cs typeface="Arial"/>
              </a:defRPr>
            </a:pPr>
            <a:r>
              <a:rPr sz="2175" b="0">
                <a:solidFill>
                  <a:srgbClr val="142E42"/>
                </a:solidFill>
                <a:latin typeface="Arial"/>
                <a:ea typeface="Arial"/>
                <a:cs typeface="Arial"/>
              </a:rPr>
              <a:t>   and maximum numbers of leaves?</a:t>
            </a:r>
          </a:p>
          <a:p xmlns:a="http://schemas.openxmlformats.org/drawingml/2006/main">
            <a:endParaRPr sz="2175" b="0">
              <a:solidFill>
                <a:srgbClr val="142E42"/>
              </a:solidFill>
              <a:latin typeface="Arial"/>
              <a:ea typeface="Arial"/>
              <a:cs typeface="Arial"/>
            </a:endParaRPr>
          </a:p>
          <a:p xmlns:a="http://schemas.openxmlformats.org/drawingml/2006/main">
            <a:pPr algn="l">
              <a:buNone/>
              <a:defRPr sz="2175" b="0">
                <a:solidFill>
                  <a:srgbClr val="142E42"/>
                </a:solidFill>
                <a:latin typeface="Arial"/>
                <a:ea typeface="Arial"/>
                <a:cs typeface="Arial"/>
              </a:defRPr>
            </a:pPr>
            <a:r>
              <a:rPr sz="2175" b="0">
                <a:solidFill>
                  <a:srgbClr val="142E42"/>
                </a:solidFill>
                <a:latin typeface="Arial"/>
                <a:ea typeface="Arial"/>
                <a:cs typeface="Arial"/>
              </a:rPr>
              <a:t>4. Why can sorted insertion make a BST slow?</a:t>
            </a:r>
          </a:p>
        </p:txBody>
      </p:sp>
    </p:spTree>
    <p:extLst>
      <p:ext uri="{BB962C8B-B14F-4D97-AF65-F5344CB8AC3E}">
        <p14:creationId xmlns:p14="http://schemas.microsoft.com/office/powerpoint/2010/main" val="679940380"/>
      </p:ext>
    </p:extLst>
  </p:cSld>
</p:sld>
</file>

<file path=ppt/slides/slide39.xml><?xml version="1.0" encoding="utf-8"?>
<p:sld xmlns:p="http://schemas.openxmlformats.org/presentationml/2006/main">
  <p:cSld>
    <p:bg>
      <p:bgPr>
        <a:solidFill xmlns:a="http://schemas.openxmlformats.org/drawingml/2006/main">
          <a:srgbClr val="FAFCFD"/>
        </a:solidFill>
      </p:bgPr>
    </p:bg>
    <p:spTree>
      <p:nvGrpSpPr>
        <p:cNvPr id="1" name=""/>
        <p:cNvGrpSpPr/>
        <p:nvPr/>
      </p:nvGrpSpPr>
      <p:grpSpPr>
        <a:xfrm xmlns:a="http://schemas.openxmlformats.org/drawingml/2006/main"/>
      </p:grpSpPr>
      <p:sp>
        <p:nvSpPr>
          <p:cNvPr id="4" name="text-0">
            <a:extLst xmlns:a="http://schemas.openxmlformats.org/drawingml/2006/main">
              <a:ext uri="{FF2B5EF4-FFF2-40B4-BE49-F238E27FC236}">
                <a16:creationId xmlns:a16="http://schemas.microsoft.com/office/drawing/2014/main" id="{403BE33A-CABD-4658-8812-93106B9E98CF}"/>
              </a:ext>
            </a:extLst>
          </p:cNvPr>
          <p:cNvSpPr>
            <a:spLocks xmlns:a="http://schemas.openxmlformats.org/drawingml/2006/main" noGrp="1"/>
          </p:cNvSpPr>
          <p:nvPr/>
        </p:nvSpPr>
        <p:spPr>
          <a:xfrm xmlns:a="http://schemas.openxmlformats.org/drawingml/2006/main">
            <a:off x="609600" y="419100"/>
            <a:ext cx="10953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lgn="l">
              <a:defRPr sz="3150" b="1">
                <a:solidFill>
                  <a:srgbClr val="142E42"/>
                </a:solidFill>
                <a:latin typeface="Arial"/>
                <a:ea typeface="Arial"/>
                <a:cs typeface="Arial"/>
              </a:defRPr>
            </a:defPPr>
            <a:lvl1pPr algn="l">
              <a:buNone/>
              <a:defRPr sz="3150" b="1">
                <a:solidFill>
                  <a:srgbClr val="142E42"/>
                </a:solidFill>
                <a:latin typeface="Arial"/>
                <a:ea typeface="Arial"/>
                <a:cs typeface="Arial"/>
              </a:defRPr>
            </a:lvl1pPr>
            <a:lvl2pPr algn="l">
              <a:buNone/>
              <a:defRPr sz="3150" b="1">
                <a:solidFill>
                  <a:srgbClr val="142E42"/>
                </a:solidFill>
                <a:latin typeface="Arial"/>
                <a:ea typeface="Arial"/>
                <a:cs typeface="Arial"/>
              </a:defRPr>
            </a:lvl2pPr>
            <a:lvl3pPr algn="l">
              <a:buNone/>
              <a:defRPr sz="3150" b="1">
                <a:solidFill>
                  <a:srgbClr val="142E42"/>
                </a:solidFill>
                <a:latin typeface="Arial"/>
                <a:ea typeface="Arial"/>
                <a:cs typeface="Arial"/>
              </a:defRPr>
            </a:lvl3pPr>
            <a:lvl4pPr algn="l">
              <a:buNone/>
              <a:defRPr sz="3150" b="1">
                <a:solidFill>
                  <a:srgbClr val="142E42"/>
                </a:solidFill>
                <a:latin typeface="Arial"/>
                <a:ea typeface="Arial"/>
                <a:cs typeface="Arial"/>
              </a:defRPr>
            </a:lvl4pPr>
            <a:lvl5pPr algn="l">
              <a:buNone/>
              <a:defRPr sz="3150" b="1">
                <a:solidFill>
                  <a:srgbClr val="142E42"/>
                </a:solidFill>
                <a:latin typeface="Arial"/>
                <a:ea typeface="Arial"/>
                <a:cs typeface="Arial"/>
              </a:defRPr>
            </a:lvl5pPr>
            <a:lvl6pPr algn="l">
              <a:buNone/>
              <a:defRPr sz="3150" b="1">
                <a:solidFill>
                  <a:srgbClr val="142E42"/>
                </a:solidFill>
                <a:latin typeface="Arial"/>
                <a:ea typeface="Arial"/>
                <a:cs typeface="Arial"/>
              </a:defRPr>
            </a:lvl6pPr>
            <a:lvl7pPr algn="l">
              <a:buNone/>
              <a:defRPr sz="3150" b="1">
                <a:solidFill>
                  <a:srgbClr val="142E42"/>
                </a:solidFill>
                <a:latin typeface="Arial"/>
                <a:ea typeface="Arial"/>
                <a:cs typeface="Arial"/>
              </a:defRPr>
            </a:lvl7pPr>
            <a:lvl8pPr algn="l">
              <a:buNone/>
              <a:defRPr sz="3150" b="1">
                <a:solidFill>
                  <a:srgbClr val="142E42"/>
                </a:solidFill>
                <a:latin typeface="Arial"/>
                <a:ea typeface="Arial"/>
                <a:cs typeface="Arial"/>
              </a:defRPr>
            </a:lvl8pPr>
            <a:lvl9pPr algn="l">
              <a:buNone/>
              <a:defRPr sz="3150" b="1">
                <a:solidFill>
                  <a:srgbClr val="142E42"/>
                </a:solidFill>
                <a:latin typeface="Arial"/>
                <a:ea typeface="Arial"/>
                <a:cs typeface="Arial"/>
              </a:defRPr>
            </a:lvl9pPr>
          </a:lstStyle>
          <a:p xmlns:a="http://schemas.openxmlformats.org/drawingml/2006/main">
            <a:pPr algn="l">
              <a:buNone/>
              <a:defRPr sz="3150" b="1">
                <a:solidFill>
                  <a:srgbClr val="142E42"/>
                </a:solidFill>
                <a:latin typeface="Arial"/>
                <a:ea typeface="Arial"/>
                <a:cs typeface="Arial"/>
              </a:defRPr>
            </a:pPr>
            <a:r>
              <a:rPr sz="3150" b="1">
                <a:solidFill>
                  <a:srgbClr val="142E42"/>
                </a:solidFill>
                <a:latin typeface="Arial"/>
                <a:ea typeface="Arial"/>
                <a:cs typeface="Arial"/>
              </a:rPr>
              <a:t>Review answers</a:t>
            </a:r>
          </a:p>
        </p:txBody>
      </p:sp>
      <p:sp>
        <p:nvSpPr>
          <p:cNvPr id="2" name="text-1">
            <a:extLst xmlns:a="http://schemas.openxmlformats.org/drawingml/2006/main">
              <a:ext uri="{FF2B5EF4-FFF2-40B4-BE49-F238E27FC236}">
                <a16:creationId xmlns:a16="http://schemas.microsoft.com/office/drawing/2014/main" id="{A6B0BCEE-BA0D-4EAE-827F-06C1BEA1A48F}"/>
              </a:ext>
            </a:extLst>
          </p:cNvPr>
          <p:cNvSpPr>
            <a:spLocks xmlns:a="http://schemas.openxmlformats.org/drawingml/2006/main" noGrp="1"/>
          </p:cNvSpPr>
          <p:nvPr/>
        </p:nvSpPr>
        <p:spPr>
          <a:xfrm xmlns:a="http://schemas.openxmlformats.org/drawingml/2006/main">
            <a:off x="11163300" y="6381750"/>
            <a:ext cx="476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lgn="l">
              <a:defRPr sz="1275" b="0">
                <a:solidFill>
                  <a:srgbClr val="4B6070"/>
                </a:solidFill>
                <a:latin typeface="Arial"/>
                <a:ea typeface="Arial"/>
                <a:cs typeface="Arial"/>
              </a:defRPr>
            </a:defPPr>
            <a:lvl1pPr algn="l">
              <a:buNone/>
              <a:defRPr sz="1275" b="0">
                <a:solidFill>
                  <a:srgbClr val="4B6070"/>
                </a:solidFill>
                <a:latin typeface="Arial"/>
                <a:ea typeface="Arial"/>
                <a:cs typeface="Arial"/>
              </a:defRPr>
            </a:lvl1pPr>
            <a:lvl2pPr algn="l">
              <a:buNone/>
              <a:defRPr sz="1275" b="0">
                <a:solidFill>
                  <a:srgbClr val="4B6070"/>
                </a:solidFill>
                <a:latin typeface="Arial"/>
                <a:ea typeface="Arial"/>
                <a:cs typeface="Arial"/>
              </a:defRPr>
            </a:lvl2pPr>
            <a:lvl3pPr algn="l">
              <a:buNone/>
              <a:defRPr sz="1275" b="0">
                <a:solidFill>
                  <a:srgbClr val="4B6070"/>
                </a:solidFill>
                <a:latin typeface="Arial"/>
                <a:ea typeface="Arial"/>
                <a:cs typeface="Arial"/>
              </a:defRPr>
            </a:lvl3pPr>
            <a:lvl4pPr algn="l">
              <a:buNone/>
              <a:defRPr sz="1275" b="0">
                <a:solidFill>
                  <a:srgbClr val="4B6070"/>
                </a:solidFill>
                <a:latin typeface="Arial"/>
                <a:ea typeface="Arial"/>
                <a:cs typeface="Arial"/>
              </a:defRPr>
            </a:lvl4pPr>
            <a:lvl5pPr algn="l">
              <a:buNone/>
              <a:defRPr sz="1275" b="0">
                <a:solidFill>
                  <a:srgbClr val="4B6070"/>
                </a:solidFill>
                <a:latin typeface="Arial"/>
                <a:ea typeface="Arial"/>
                <a:cs typeface="Arial"/>
              </a:defRPr>
            </a:lvl5pPr>
            <a:lvl6pPr algn="l">
              <a:buNone/>
              <a:defRPr sz="1275" b="0">
                <a:solidFill>
                  <a:srgbClr val="4B6070"/>
                </a:solidFill>
                <a:latin typeface="Arial"/>
                <a:ea typeface="Arial"/>
                <a:cs typeface="Arial"/>
              </a:defRPr>
            </a:lvl6pPr>
            <a:lvl7pPr algn="l">
              <a:buNone/>
              <a:defRPr sz="1275" b="0">
                <a:solidFill>
                  <a:srgbClr val="4B6070"/>
                </a:solidFill>
                <a:latin typeface="Arial"/>
                <a:ea typeface="Arial"/>
                <a:cs typeface="Arial"/>
              </a:defRPr>
            </a:lvl7pPr>
            <a:lvl8pPr algn="l">
              <a:buNone/>
              <a:defRPr sz="1275" b="0">
                <a:solidFill>
                  <a:srgbClr val="4B6070"/>
                </a:solidFill>
                <a:latin typeface="Arial"/>
                <a:ea typeface="Arial"/>
                <a:cs typeface="Arial"/>
              </a:defRPr>
            </a:lvl8pPr>
            <a:lvl9pPr algn="l">
              <a:buNone/>
              <a:defRPr sz="1275" b="0">
                <a:solidFill>
                  <a:srgbClr val="4B6070"/>
                </a:solidFill>
                <a:latin typeface="Arial"/>
                <a:ea typeface="Arial"/>
                <a:cs typeface="Arial"/>
              </a:defRPr>
            </a:lvl9pPr>
          </a:lstStyle>
          <a:p xmlns:a="http://schemas.openxmlformats.org/drawingml/2006/main">
            <a:pPr algn="l">
              <a:buNone/>
              <a:defRPr sz="1275" b="0">
                <a:solidFill>
                  <a:srgbClr val="4B6070"/>
                </a:solidFill>
                <a:latin typeface="Arial"/>
                <a:ea typeface="Arial"/>
                <a:cs typeface="Arial"/>
              </a:defRPr>
            </a:pPr>
            <a:r>
              <a:rPr sz="1275" b="0">
                <a:solidFill>
                  <a:srgbClr val="4B6070"/>
                </a:solidFill>
                <a:latin typeface="Arial"/>
                <a:ea typeface="Arial"/>
                <a:cs typeface="Arial"/>
              </a:rPr>
              <a:t>39</a:t>
            </a:r>
          </a:p>
        </p:txBody>
      </p:sp>
      <p:sp>
        <p:nvSpPr>
          <p:cNvPr id="3" name="text-2">
            <a:extLst xmlns:a="http://schemas.openxmlformats.org/drawingml/2006/main">
              <a:ext uri="{FF2B5EF4-FFF2-40B4-BE49-F238E27FC236}">
                <a16:creationId xmlns:a16="http://schemas.microsoft.com/office/drawing/2014/main" id="{8729317F-FC96-4200-877E-8688683BEEC6}"/>
              </a:ext>
            </a:extLst>
          </p:cNvPr>
          <p:cNvSpPr>
            <a:spLocks xmlns:a="http://schemas.openxmlformats.org/drawingml/2006/main" noGrp="1"/>
          </p:cNvSpPr>
          <p:nvPr/>
        </p:nvSpPr>
        <p:spPr>
          <a:xfrm xmlns:a="http://schemas.openxmlformats.org/drawingml/2006/main">
            <a:off x="609600" y="1571625"/>
            <a:ext cx="10906125" cy="423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lgn="l">
              <a:defRPr sz="2175" b="0">
                <a:solidFill>
                  <a:srgbClr val="142E42"/>
                </a:solidFill>
                <a:latin typeface="Arial"/>
                <a:ea typeface="Arial"/>
                <a:cs typeface="Arial"/>
              </a:defRPr>
            </a:defPPr>
            <a:lvl1pPr algn="l">
              <a:buNone/>
              <a:defRPr sz="2175" b="0">
                <a:solidFill>
                  <a:srgbClr val="142E42"/>
                </a:solidFill>
                <a:latin typeface="Arial"/>
                <a:ea typeface="Arial"/>
                <a:cs typeface="Arial"/>
              </a:defRPr>
            </a:lvl1pPr>
            <a:lvl2pPr algn="l">
              <a:buNone/>
              <a:defRPr sz="2175" b="0">
                <a:solidFill>
                  <a:srgbClr val="142E42"/>
                </a:solidFill>
                <a:latin typeface="Arial"/>
                <a:ea typeface="Arial"/>
                <a:cs typeface="Arial"/>
              </a:defRPr>
            </a:lvl2pPr>
            <a:lvl3pPr algn="l">
              <a:buNone/>
              <a:defRPr sz="2175" b="0">
                <a:solidFill>
                  <a:srgbClr val="142E42"/>
                </a:solidFill>
                <a:latin typeface="Arial"/>
                <a:ea typeface="Arial"/>
                <a:cs typeface="Arial"/>
              </a:defRPr>
            </a:lvl3pPr>
            <a:lvl4pPr algn="l">
              <a:buNone/>
              <a:defRPr sz="2175" b="0">
                <a:solidFill>
                  <a:srgbClr val="142E42"/>
                </a:solidFill>
                <a:latin typeface="Arial"/>
                <a:ea typeface="Arial"/>
                <a:cs typeface="Arial"/>
              </a:defRPr>
            </a:lvl4pPr>
            <a:lvl5pPr algn="l">
              <a:buNone/>
              <a:defRPr sz="2175" b="0">
                <a:solidFill>
                  <a:srgbClr val="142E42"/>
                </a:solidFill>
                <a:latin typeface="Arial"/>
                <a:ea typeface="Arial"/>
                <a:cs typeface="Arial"/>
              </a:defRPr>
            </a:lvl5pPr>
            <a:lvl6pPr algn="l">
              <a:buNone/>
              <a:defRPr sz="2175" b="0">
                <a:solidFill>
                  <a:srgbClr val="142E42"/>
                </a:solidFill>
                <a:latin typeface="Arial"/>
                <a:ea typeface="Arial"/>
                <a:cs typeface="Arial"/>
              </a:defRPr>
            </a:lvl6pPr>
            <a:lvl7pPr algn="l">
              <a:buNone/>
              <a:defRPr sz="2175" b="0">
                <a:solidFill>
                  <a:srgbClr val="142E42"/>
                </a:solidFill>
                <a:latin typeface="Arial"/>
                <a:ea typeface="Arial"/>
                <a:cs typeface="Arial"/>
              </a:defRPr>
            </a:lvl7pPr>
            <a:lvl8pPr algn="l">
              <a:buNone/>
              <a:defRPr sz="2175" b="0">
                <a:solidFill>
                  <a:srgbClr val="142E42"/>
                </a:solidFill>
                <a:latin typeface="Arial"/>
                <a:ea typeface="Arial"/>
                <a:cs typeface="Arial"/>
              </a:defRPr>
            </a:lvl8pPr>
            <a:lvl9pPr algn="l">
              <a:buNone/>
              <a:defRPr sz="2175" b="0">
                <a:solidFill>
                  <a:srgbClr val="142E42"/>
                </a:solidFill>
                <a:latin typeface="Arial"/>
                <a:ea typeface="Arial"/>
                <a:cs typeface="Arial"/>
              </a:defRPr>
            </a:lvl9pPr>
          </a:lstStyle>
          <a:p xmlns:a="http://schemas.openxmlformats.org/drawingml/2006/main">
            <a:pPr algn="l">
              <a:buNone/>
              <a:defRPr sz="2175" b="0">
                <a:solidFill>
                  <a:srgbClr val="142E42"/>
                </a:solidFill>
                <a:latin typeface="Arial"/>
                <a:ea typeface="Arial"/>
                <a:cs typeface="Arial"/>
              </a:defRPr>
            </a:pPr>
            <a:r>
              <a:rPr sz="2175" b="0">
                <a:solidFill>
                  <a:srgbClr val="142E42"/>
                </a:solidFill>
                <a:latin typeface="Arial"/>
                <a:ea typeface="Arial"/>
                <a:cs typeface="Arial"/>
              </a:rPr>
              <a:t>1. 2⁸ − 1 = 255 nodes.</a:t>
            </a:r>
          </a:p>
          <a:p xmlns:a="http://schemas.openxmlformats.org/drawingml/2006/main">
            <a:endParaRPr sz="2175" b="0">
              <a:solidFill>
                <a:srgbClr val="142E42"/>
              </a:solidFill>
              <a:latin typeface="Arial"/>
              <a:ea typeface="Arial"/>
              <a:cs typeface="Arial"/>
            </a:endParaRPr>
          </a:p>
          <a:p xmlns:a="http://schemas.openxmlformats.org/drawingml/2006/main">
            <a:pPr algn="l">
              <a:buNone/>
              <a:defRPr sz="2175" b="0">
                <a:solidFill>
                  <a:srgbClr val="142E42"/>
                </a:solidFill>
                <a:latin typeface="Arial"/>
                <a:ea typeface="Arial"/>
                <a:cs typeface="Arial"/>
              </a:defRPr>
            </a:pPr>
            <a:r>
              <a:rPr sz="2175" b="0">
                <a:solidFill>
                  <a:srgbClr val="142E42"/>
                </a:solidFill>
                <a:latin typeface="Arial"/>
                <a:ea typeface="Arial"/>
                <a:cs typeface="Arial"/>
              </a:rPr>
              <a:t>2. Minimum: ceil(</a:t>
            </a:r>
            <a:r>
              <a:rPr sz="2175" b="0">
                <a:solidFill>
                  <a:srgbClr val="142E42"/>
                </a:solidFill>
                <a:latin typeface="Arial"/>
                <a:ea typeface="Arial"/>
                <a:cs typeface="Arial"/>
              </a:rPr>
              <a:t>log2</a:t>
            </a:r>
            <a:r>
              <a:rPr sz="2175" b="0">
                <a:solidFill>
                  <a:srgbClr val="142E42"/>
                </a:solidFill>
                <a:latin typeface="Arial"/>
                <a:ea typeface="Arial"/>
                <a:cs typeface="Arial"/>
              </a:rPr>
              <a:t> 2012) = 11 levels.</a:t>
            </a:r>
          </a:p>
          <a:p xmlns:a="http://schemas.openxmlformats.org/drawingml/2006/main">
            <a:pPr algn="l">
              <a:buNone/>
              <a:defRPr sz="2175" b="0">
                <a:solidFill>
                  <a:srgbClr val="142E42"/>
                </a:solidFill>
                <a:latin typeface="Arial"/>
                <a:ea typeface="Arial"/>
                <a:cs typeface="Arial"/>
              </a:defRPr>
            </a:pPr>
            <a:r>
              <a:rPr sz="2175" b="0">
                <a:solidFill>
                  <a:srgbClr val="142E42"/>
                </a:solidFill>
                <a:latin typeface="Arial"/>
                <a:ea typeface="Arial"/>
                <a:cs typeface="Arial"/>
              </a:rPr>
              <a:t>   Maximum: 2011 levels, a chain.</a:t>
            </a:r>
          </a:p>
          <a:p xmlns:a="http://schemas.openxmlformats.org/drawingml/2006/main">
            <a:endParaRPr sz="2175" b="0">
              <a:solidFill>
                <a:srgbClr val="142E42"/>
              </a:solidFill>
              <a:latin typeface="Arial"/>
              <a:ea typeface="Arial"/>
              <a:cs typeface="Arial"/>
            </a:endParaRPr>
          </a:p>
          <a:p xmlns:a="http://schemas.openxmlformats.org/drawingml/2006/main">
            <a:pPr algn="l">
              <a:buNone/>
              <a:defRPr sz="2175" b="0">
                <a:solidFill>
                  <a:srgbClr val="142E42"/>
                </a:solidFill>
                <a:latin typeface="Arial"/>
                <a:ea typeface="Arial"/>
                <a:cs typeface="Arial"/>
              </a:defRPr>
            </a:pPr>
            <a:r>
              <a:rPr sz="2175" b="0">
                <a:solidFill>
                  <a:srgbClr val="142E42"/>
                </a:solidFill>
                <a:latin typeface="Arial"/>
                <a:ea typeface="Arial"/>
                <a:cs typeface="Arial"/>
              </a:rPr>
              <a:t>3. Minimum: 1 leaf. Maximum: 2⁹ = 512 leaves.</a:t>
            </a:r>
          </a:p>
          <a:p xmlns:a="http://schemas.openxmlformats.org/drawingml/2006/main">
            <a:endParaRPr sz="2175" b="0">
              <a:solidFill>
                <a:srgbClr val="142E42"/>
              </a:solidFill>
              <a:latin typeface="Arial"/>
              <a:ea typeface="Arial"/>
              <a:cs typeface="Arial"/>
            </a:endParaRPr>
          </a:p>
          <a:p xmlns:a="http://schemas.openxmlformats.org/drawingml/2006/main">
            <a:pPr algn="l">
              <a:buNone/>
              <a:defRPr sz="2175" b="0">
                <a:solidFill>
                  <a:srgbClr val="142E42"/>
                </a:solidFill>
                <a:latin typeface="Arial"/>
                <a:ea typeface="Arial"/>
                <a:cs typeface="Arial"/>
              </a:defRPr>
            </a:pPr>
            <a:r>
              <a:rPr sz="2175" b="0">
                <a:solidFill>
                  <a:srgbClr val="142E42"/>
                </a:solidFill>
                <a:latin typeface="Arial"/>
                <a:ea typeface="Arial"/>
                <a:cs typeface="Arial"/>
              </a:rPr>
              <a:t>4. Each key can extend the same branch, creating</a:t>
            </a:r>
          </a:p>
          <a:p xmlns:a="http://schemas.openxmlformats.org/drawingml/2006/main">
            <a:pPr algn="l">
              <a:buNone/>
              <a:defRPr sz="2175" b="0">
                <a:solidFill>
                  <a:srgbClr val="142E42"/>
                </a:solidFill>
                <a:latin typeface="Arial"/>
                <a:ea typeface="Arial"/>
                <a:cs typeface="Arial"/>
              </a:defRPr>
            </a:pPr>
            <a:r>
              <a:rPr sz="2175" b="0">
                <a:solidFill>
                  <a:srgbClr val="142E42"/>
                </a:solidFill>
                <a:latin typeface="Arial"/>
                <a:ea typeface="Arial"/>
                <a:cs typeface="Arial"/>
              </a:rPr>
              <a:t>   height n − 1 and linear search paths.</a:t>
            </a:r>
          </a:p>
        </p:txBody>
      </p:sp>
    </p:spTree>
    <p:extLst>
      <p:ext uri="{BB962C8B-B14F-4D97-AF65-F5344CB8AC3E}">
        <p14:creationId xmlns:p14="http://schemas.microsoft.com/office/powerpoint/2010/main" val="308107684"/>
      </p:ext>
    </p:extLst>
  </p:cSld>
</p:sld>
</file>

<file path=ppt/slides/slide40.xml><?xml version="1.0" encoding="utf-8"?>
<p:sld xmlns:p="http://schemas.openxmlformats.org/presentationml/2006/main">
  <p:cSld>
    <p:bg>
      <p:bgPr>
        <a:solidFill xmlns:a="http://schemas.openxmlformats.org/drawingml/2006/main">
          <a:srgbClr val="FAFCFD"/>
        </a:solidFill>
      </p:bgPr>
    </p:bg>
    <p:spTree>
      <p:nvGrpSpPr>
        <p:cNvPr id="1" name=""/>
        <p:cNvGrpSpPr/>
        <p:nvPr/>
      </p:nvGrpSpPr>
      <p:grpSpPr>
        <a:xfrm xmlns:a="http://schemas.openxmlformats.org/drawingml/2006/main"/>
      </p:grpSpPr>
      <p:sp>
        <p:nvSpPr>
          <p:cNvPr id="5" name="text-0">
            <a:extLst xmlns:a="http://schemas.openxmlformats.org/drawingml/2006/main">
              <a:ext uri="{FF2B5EF4-FFF2-40B4-BE49-F238E27FC236}">
                <a16:creationId xmlns:a16="http://schemas.microsoft.com/office/drawing/2014/main" id="{FAAF1ADF-F1A1-428A-BC79-8FF29DA5B4F0}"/>
              </a:ext>
            </a:extLst>
          </p:cNvPr>
          <p:cNvSpPr>
            <a:spLocks xmlns:a="http://schemas.openxmlformats.org/drawingml/2006/main" noGrp="1"/>
          </p:cNvSpPr>
          <p:nvPr/>
        </p:nvSpPr>
        <p:spPr>
          <a:xfrm xmlns:a="http://schemas.openxmlformats.org/drawingml/2006/main">
            <a:off x="609600" y="419100"/>
            <a:ext cx="10953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lgn="l">
              <a:defRPr sz="3150" b="1">
                <a:solidFill>
                  <a:srgbClr val="142E42"/>
                </a:solidFill>
                <a:latin typeface="Arial"/>
                <a:ea typeface="Arial"/>
                <a:cs typeface="Arial"/>
              </a:defRPr>
            </a:defPPr>
            <a:lvl1pPr algn="l">
              <a:buNone/>
              <a:defRPr sz="3150" b="1">
                <a:solidFill>
                  <a:srgbClr val="142E42"/>
                </a:solidFill>
                <a:latin typeface="Arial"/>
                <a:ea typeface="Arial"/>
                <a:cs typeface="Arial"/>
              </a:defRPr>
            </a:lvl1pPr>
            <a:lvl2pPr algn="l">
              <a:buNone/>
              <a:defRPr sz="3150" b="1">
                <a:solidFill>
                  <a:srgbClr val="142E42"/>
                </a:solidFill>
                <a:latin typeface="Arial"/>
                <a:ea typeface="Arial"/>
                <a:cs typeface="Arial"/>
              </a:defRPr>
            </a:lvl2pPr>
            <a:lvl3pPr algn="l">
              <a:buNone/>
              <a:defRPr sz="3150" b="1">
                <a:solidFill>
                  <a:srgbClr val="142E42"/>
                </a:solidFill>
                <a:latin typeface="Arial"/>
                <a:ea typeface="Arial"/>
                <a:cs typeface="Arial"/>
              </a:defRPr>
            </a:lvl3pPr>
            <a:lvl4pPr algn="l">
              <a:buNone/>
              <a:defRPr sz="3150" b="1">
                <a:solidFill>
                  <a:srgbClr val="142E42"/>
                </a:solidFill>
                <a:latin typeface="Arial"/>
                <a:ea typeface="Arial"/>
                <a:cs typeface="Arial"/>
              </a:defRPr>
            </a:lvl4pPr>
            <a:lvl5pPr algn="l">
              <a:buNone/>
              <a:defRPr sz="3150" b="1">
                <a:solidFill>
                  <a:srgbClr val="142E42"/>
                </a:solidFill>
                <a:latin typeface="Arial"/>
                <a:ea typeface="Arial"/>
                <a:cs typeface="Arial"/>
              </a:defRPr>
            </a:lvl5pPr>
            <a:lvl6pPr algn="l">
              <a:buNone/>
              <a:defRPr sz="3150" b="1">
                <a:solidFill>
                  <a:srgbClr val="142E42"/>
                </a:solidFill>
                <a:latin typeface="Arial"/>
                <a:ea typeface="Arial"/>
                <a:cs typeface="Arial"/>
              </a:defRPr>
            </a:lvl6pPr>
            <a:lvl7pPr algn="l">
              <a:buNone/>
              <a:defRPr sz="3150" b="1">
                <a:solidFill>
                  <a:srgbClr val="142E42"/>
                </a:solidFill>
                <a:latin typeface="Arial"/>
                <a:ea typeface="Arial"/>
                <a:cs typeface="Arial"/>
              </a:defRPr>
            </a:lvl7pPr>
            <a:lvl8pPr algn="l">
              <a:buNone/>
              <a:defRPr sz="3150" b="1">
                <a:solidFill>
                  <a:srgbClr val="142E42"/>
                </a:solidFill>
                <a:latin typeface="Arial"/>
                <a:ea typeface="Arial"/>
                <a:cs typeface="Arial"/>
              </a:defRPr>
            </a:lvl8pPr>
            <a:lvl9pPr algn="l">
              <a:buNone/>
              <a:defRPr sz="3150" b="1">
                <a:solidFill>
                  <a:srgbClr val="142E42"/>
                </a:solidFill>
                <a:latin typeface="Arial"/>
                <a:ea typeface="Arial"/>
                <a:cs typeface="Arial"/>
              </a:defRPr>
            </a:lvl9pPr>
          </a:lstStyle>
          <a:p xmlns:a="http://schemas.openxmlformats.org/drawingml/2006/main">
            <a:pPr algn="l">
              <a:buNone/>
              <a:defRPr sz="3150" b="1">
                <a:solidFill>
                  <a:srgbClr val="142E42"/>
                </a:solidFill>
                <a:latin typeface="Arial"/>
                <a:ea typeface="Arial"/>
                <a:cs typeface="Arial"/>
              </a:defRPr>
            </a:pPr>
            <a:r>
              <a:rPr sz="3150" b="1">
                <a:solidFill>
                  <a:srgbClr val="142E42"/>
                </a:solidFill>
                <a:latin typeface="Arial"/>
                <a:ea typeface="Arial"/>
                <a:cs typeface="Arial"/>
              </a:rPr>
              <a:t>Further practice</a:t>
            </a:r>
          </a:p>
        </p:txBody>
      </p:sp>
      <p:sp>
        <p:nvSpPr>
          <p:cNvPr id="2" name="text-1">
            <a:extLst xmlns:a="http://schemas.openxmlformats.org/drawingml/2006/main">
              <a:ext uri="{FF2B5EF4-FFF2-40B4-BE49-F238E27FC236}">
                <a16:creationId xmlns:a16="http://schemas.microsoft.com/office/drawing/2014/main" id="{8D2F1261-AB4C-4CD8-A37B-B7894E1D662F}"/>
              </a:ext>
            </a:extLst>
          </p:cNvPr>
          <p:cNvSpPr>
            <a:spLocks xmlns:a="http://schemas.openxmlformats.org/drawingml/2006/main" noGrp="1"/>
          </p:cNvSpPr>
          <p:nvPr/>
        </p:nvSpPr>
        <p:spPr>
          <a:xfrm xmlns:a="http://schemas.openxmlformats.org/drawingml/2006/main">
            <a:off x="11163300" y="6381750"/>
            <a:ext cx="476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lgn="l">
              <a:defRPr sz="1275" b="0">
                <a:solidFill>
                  <a:srgbClr val="4B6070"/>
                </a:solidFill>
                <a:latin typeface="Arial"/>
                <a:ea typeface="Arial"/>
                <a:cs typeface="Arial"/>
              </a:defRPr>
            </a:defPPr>
            <a:lvl1pPr algn="l">
              <a:buNone/>
              <a:defRPr sz="1275" b="0">
                <a:solidFill>
                  <a:srgbClr val="4B6070"/>
                </a:solidFill>
                <a:latin typeface="Arial"/>
                <a:ea typeface="Arial"/>
                <a:cs typeface="Arial"/>
              </a:defRPr>
            </a:lvl1pPr>
            <a:lvl2pPr algn="l">
              <a:buNone/>
              <a:defRPr sz="1275" b="0">
                <a:solidFill>
                  <a:srgbClr val="4B6070"/>
                </a:solidFill>
                <a:latin typeface="Arial"/>
                <a:ea typeface="Arial"/>
                <a:cs typeface="Arial"/>
              </a:defRPr>
            </a:lvl2pPr>
            <a:lvl3pPr algn="l">
              <a:buNone/>
              <a:defRPr sz="1275" b="0">
                <a:solidFill>
                  <a:srgbClr val="4B6070"/>
                </a:solidFill>
                <a:latin typeface="Arial"/>
                <a:ea typeface="Arial"/>
                <a:cs typeface="Arial"/>
              </a:defRPr>
            </a:lvl3pPr>
            <a:lvl4pPr algn="l">
              <a:buNone/>
              <a:defRPr sz="1275" b="0">
                <a:solidFill>
                  <a:srgbClr val="4B6070"/>
                </a:solidFill>
                <a:latin typeface="Arial"/>
                <a:ea typeface="Arial"/>
                <a:cs typeface="Arial"/>
              </a:defRPr>
            </a:lvl4pPr>
            <a:lvl5pPr algn="l">
              <a:buNone/>
              <a:defRPr sz="1275" b="0">
                <a:solidFill>
                  <a:srgbClr val="4B6070"/>
                </a:solidFill>
                <a:latin typeface="Arial"/>
                <a:ea typeface="Arial"/>
                <a:cs typeface="Arial"/>
              </a:defRPr>
            </a:lvl5pPr>
            <a:lvl6pPr algn="l">
              <a:buNone/>
              <a:defRPr sz="1275" b="0">
                <a:solidFill>
                  <a:srgbClr val="4B6070"/>
                </a:solidFill>
                <a:latin typeface="Arial"/>
                <a:ea typeface="Arial"/>
                <a:cs typeface="Arial"/>
              </a:defRPr>
            </a:lvl6pPr>
            <a:lvl7pPr algn="l">
              <a:buNone/>
              <a:defRPr sz="1275" b="0">
                <a:solidFill>
                  <a:srgbClr val="4B6070"/>
                </a:solidFill>
                <a:latin typeface="Arial"/>
                <a:ea typeface="Arial"/>
                <a:cs typeface="Arial"/>
              </a:defRPr>
            </a:lvl7pPr>
            <a:lvl8pPr algn="l">
              <a:buNone/>
              <a:defRPr sz="1275" b="0">
                <a:solidFill>
                  <a:srgbClr val="4B6070"/>
                </a:solidFill>
                <a:latin typeface="Arial"/>
                <a:ea typeface="Arial"/>
                <a:cs typeface="Arial"/>
              </a:defRPr>
            </a:lvl8pPr>
            <a:lvl9pPr algn="l">
              <a:buNone/>
              <a:defRPr sz="1275" b="0">
                <a:solidFill>
                  <a:srgbClr val="4B6070"/>
                </a:solidFill>
                <a:latin typeface="Arial"/>
                <a:ea typeface="Arial"/>
                <a:cs typeface="Arial"/>
              </a:defRPr>
            </a:lvl9pPr>
          </a:lstStyle>
          <a:p xmlns:a="http://schemas.openxmlformats.org/drawingml/2006/main">
            <a:pPr algn="l">
              <a:buNone/>
              <a:defRPr sz="1275" b="0">
                <a:solidFill>
                  <a:srgbClr val="4B6070"/>
                </a:solidFill>
                <a:latin typeface="Arial"/>
                <a:ea typeface="Arial"/>
                <a:cs typeface="Arial"/>
              </a:defRPr>
            </a:pPr>
            <a:r>
              <a:rPr sz="1275" b="0">
                <a:solidFill>
                  <a:srgbClr val="4B6070"/>
                </a:solidFill>
                <a:latin typeface="Arial"/>
                <a:ea typeface="Arial"/>
                <a:cs typeface="Arial"/>
              </a:rPr>
              <a:t>40</a:t>
            </a:r>
          </a:p>
        </p:txBody>
      </p:sp>
      <p:sp>
        <p:nvSpPr>
          <p:cNvPr id="3" name="text-2">
            <a:extLst xmlns:a="http://schemas.openxmlformats.org/drawingml/2006/main">
              <a:ext uri="{FF2B5EF4-FFF2-40B4-BE49-F238E27FC236}">
                <a16:creationId xmlns:a16="http://schemas.microsoft.com/office/drawing/2014/main" id="{C82E8F85-6827-4757-94F2-C474E8406534}"/>
              </a:ext>
            </a:extLst>
          </p:cNvPr>
          <p:cNvSpPr>
            <a:spLocks xmlns:a="http://schemas.openxmlformats.org/drawingml/2006/main" noGrp="1"/>
          </p:cNvSpPr>
          <p:nvPr/>
        </p:nvSpPr>
        <p:spPr>
          <a:xfrm xmlns:a="http://schemas.openxmlformats.org/drawingml/2006/main">
            <a:off x="609600" y="1619250"/>
            <a:ext cx="10953750" cy="3905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lgn="l">
              <a:defRPr sz="2250" b="0">
                <a:solidFill>
                  <a:srgbClr val="142E42"/>
                </a:solidFill>
                <a:latin typeface="Arial"/>
                <a:ea typeface="Arial"/>
                <a:cs typeface="Arial"/>
              </a:defRPr>
            </a:defPPr>
            <a:lvl1pPr algn="l">
              <a:buNone/>
              <a:defRPr sz="2250" b="0">
                <a:solidFill>
                  <a:srgbClr val="142E42"/>
                </a:solidFill>
                <a:latin typeface="Arial"/>
                <a:ea typeface="Arial"/>
                <a:cs typeface="Arial"/>
              </a:defRPr>
            </a:lvl1pPr>
            <a:lvl2pPr algn="l">
              <a:buNone/>
              <a:defRPr sz="2250" b="0">
                <a:solidFill>
                  <a:srgbClr val="142E42"/>
                </a:solidFill>
                <a:latin typeface="Arial"/>
                <a:ea typeface="Arial"/>
                <a:cs typeface="Arial"/>
              </a:defRPr>
            </a:lvl2pPr>
            <a:lvl3pPr algn="l">
              <a:buNone/>
              <a:defRPr sz="2250" b="0">
                <a:solidFill>
                  <a:srgbClr val="142E42"/>
                </a:solidFill>
                <a:latin typeface="Arial"/>
                <a:ea typeface="Arial"/>
                <a:cs typeface="Arial"/>
              </a:defRPr>
            </a:lvl3pPr>
            <a:lvl4pPr algn="l">
              <a:buNone/>
              <a:defRPr sz="2250" b="0">
                <a:solidFill>
                  <a:srgbClr val="142E42"/>
                </a:solidFill>
                <a:latin typeface="Arial"/>
                <a:ea typeface="Arial"/>
                <a:cs typeface="Arial"/>
              </a:defRPr>
            </a:lvl4pPr>
            <a:lvl5pPr algn="l">
              <a:buNone/>
              <a:defRPr sz="2250" b="0">
                <a:solidFill>
                  <a:srgbClr val="142E42"/>
                </a:solidFill>
                <a:latin typeface="Arial"/>
                <a:ea typeface="Arial"/>
                <a:cs typeface="Arial"/>
              </a:defRPr>
            </a:lvl5pPr>
            <a:lvl6pPr algn="l">
              <a:buNone/>
              <a:defRPr sz="2250" b="0">
                <a:solidFill>
                  <a:srgbClr val="142E42"/>
                </a:solidFill>
                <a:latin typeface="Arial"/>
                <a:ea typeface="Arial"/>
                <a:cs typeface="Arial"/>
              </a:defRPr>
            </a:lvl6pPr>
            <a:lvl7pPr algn="l">
              <a:buNone/>
              <a:defRPr sz="2250" b="0">
                <a:solidFill>
                  <a:srgbClr val="142E42"/>
                </a:solidFill>
                <a:latin typeface="Arial"/>
                <a:ea typeface="Arial"/>
                <a:cs typeface="Arial"/>
              </a:defRPr>
            </a:lvl7pPr>
            <a:lvl8pPr algn="l">
              <a:buNone/>
              <a:defRPr sz="2250" b="0">
                <a:solidFill>
                  <a:srgbClr val="142E42"/>
                </a:solidFill>
                <a:latin typeface="Arial"/>
                <a:ea typeface="Arial"/>
                <a:cs typeface="Arial"/>
              </a:defRPr>
            </a:lvl8pPr>
            <a:lvl9pPr algn="l">
              <a:buNone/>
              <a:defRPr sz="2250" b="0">
                <a:solidFill>
                  <a:srgbClr val="142E42"/>
                </a:solidFill>
                <a:latin typeface="Arial"/>
                <a:ea typeface="Arial"/>
                <a:cs typeface="Arial"/>
              </a:defRPr>
            </a:lvl9pPr>
          </a:lstStyle>
          <a:p xmlns:a="http://schemas.openxmlformats.org/drawingml/2006/main">
            <a:pPr algn="l">
              <a:buNone/>
              <a:defRPr sz="2250" b="0">
                <a:solidFill>
                  <a:srgbClr val="142E42"/>
                </a:solidFill>
                <a:latin typeface="Arial"/>
                <a:ea typeface="Arial"/>
                <a:cs typeface="Arial"/>
              </a:defRPr>
            </a:pPr>
            <a:r>
              <a:rPr sz="2250" b="0">
                <a:solidFill>
                  <a:srgbClr val="142E42"/>
                </a:solidFill>
                <a:latin typeface="Arial"/>
                <a:ea typeface="Arial"/>
                <a:cs typeface="Arial"/>
              </a:rPr>
              <a:t>Implement iterative </a:t>
            </a:r>
            <a:r>
              <a:rPr sz="2250" b="0">
                <a:solidFill>
                  <a:srgbClr val="142E42"/>
                </a:solidFill>
                <a:latin typeface="Arial"/>
                <a:ea typeface="Arial"/>
                <a:cs typeface="Arial"/>
              </a:rPr>
              <a:t>inorder</a:t>
            </a:r>
            <a:r>
              <a:rPr sz="2250" b="0">
                <a:solidFill>
                  <a:srgbClr val="142E42"/>
                </a:solidFill>
                <a:latin typeface="Arial"/>
                <a:ea typeface="Arial"/>
                <a:cs typeface="Arial"/>
              </a:rPr>
              <a:t> traversal with an explicit stack.</a:t>
            </a:r>
          </a:p>
          <a:p xmlns:a="http://schemas.openxmlformats.org/drawingml/2006/main">
            <a:endParaRPr sz="2250" b="0">
              <a:solidFill>
                <a:srgbClr val="142E42"/>
              </a:solidFill>
              <a:latin typeface="Arial"/>
              <a:ea typeface="Arial"/>
              <a:cs typeface="Arial"/>
            </a:endParaRPr>
          </a:p>
          <a:p xmlns:a="http://schemas.openxmlformats.org/drawingml/2006/main">
            <a:pPr algn="l">
              <a:buNone/>
              <a:defRPr sz="2250" b="0">
                <a:solidFill>
                  <a:srgbClr val="142E42"/>
                </a:solidFill>
                <a:latin typeface="Arial"/>
                <a:ea typeface="Arial"/>
                <a:cs typeface="Arial"/>
              </a:defRPr>
            </a:pPr>
            <a:r>
              <a:rPr sz="2250" b="0">
                <a:solidFill>
                  <a:srgbClr val="142E42"/>
                </a:solidFill>
                <a:latin typeface="Arial"/>
                <a:ea typeface="Arial"/>
                <a:cs typeface="Arial"/>
              </a:rPr>
              <a:t>Compute height using a queue and one level at a time.</a:t>
            </a:r>
          </a:p>
          <a:p xmlns:a="http://schemas.openxmlformats.org/drawingml/2006/main">
            <a:endParaRPr sz="2250" b="0">
              <a:solidFill>
                <a:srgbClr val="142E42"/>
              </a:solidFill>
              <a:latin typeface="Arial"/>
              <a:ea typeface="Arial"/>
              <a:cs typeface="Arial"/>
            </a:endParaRPr>
          </a:p>
          <a:p xmlns:a="http://schemas.openxmlformats.org/drawingml/2006/main">
            <a:pPr algn="l">
              <a:buNone/>
              <a:defRPr sz="2250" b="0">
                <a:solidFill>
                  <a:srgbClr val="142E42"/>
                </a:solidFill>
                <a:latin typeface="Arial"/>
                <a:ea typeface="Arial"/>
                <a:cs typeface="Arial"/>
              </a:defRPr>
            </a:pPr>
            <a:r>
              <a:rPr sz="2250" b="0">
                <a:solidFill>
                  <a:srgbClr val="142E42"/>
                </a:solidFill>
                <a:latin typeface="Arial"/>
                <a:ea typeface="Arial"/>
                <a:cs typeface="Arial"/>
              </a:rPr>
              <a:t>Validate a BST using lower and upper bounds.</a:t>
            </a:r>
          </a:p>
          <a:p xmlns:a="http://schemas.openxmlformats.org/drawingml/2006/main">
            <a:endParaRPr sz="2250" b="0">
              <a:solidFill>
                <a:srgbClr val="142E42"/>
              </a:solidFill>
              <a:latin typeface="Arial"/>
              <a:ea typeface="Arial"/>
              <a:cs typeface="Arial"/>
            </a:endParaRPr>
          </a:p>
          <a:p xmlns:a="http://schemas.openxmlformats.org/drawingml/2006/main">
            <a:pPr algn="l">
              <a:buNone/>
              <a:defRPr sz="2250" b="0">
                <a:solidFill>
                  <a:srgbClr val="142E42"/>
                </a:solidFill>
                <a:latin typeface="Arial"/>
                <a:ea typeface="Arial"/>
                <a:cs typeface="Arial"/>
              </a:defRPr>
            </a:pPr>
            <a:r>
              <a:rPr sz="2250" b="0">
                <a:solidFill>
                  <a:srgbClr val="142E42"/>
                </a:solidFill>
                <a:latin typeface="Arial"/>
                <a:ea typeface="Arial"/>
                <a:cs typeface="Arial"/>
              </a:rPr>
              <a:t>Compare sorted insertion with random insertion.</a:t>
            </a:r>
          </a:p>
          <a:p xmlns:a="http://schemas.openxmlformats.org/drawingml/2006/main">
            <a:endParaRPr sz="2250" b="0">
              <a:solidFill>
                <a:srgbClr val="142E42"/>
              </a:solidFill>
              <a:latin typeface="Arial"/>
              <a:ea typeface="Arial"/>
              <a:cs typeface="Arial"/>
            </a:endParaRPr>
          </a:p>
          <a:p xmlns:a="http://schemas.openxmlformats.org/drawingml/2006/main">
            <a:pPr algn="l">
              <a:buNone/>
              <a:defRPr sz="2250" b="0">
                <a:solidFill>
                  <a:srgbClr val="142E42"/>
                </a:solidFill>
                <a:latin typeface="Arial"/>
                <a:ea typeface="Arial"/>
                <a:cs typeface="Arial"/>
              </a:defRPr>
            </a:pPr>
            <a:r>
              <a:rPr sz="2250" b="0">
                <a:solidFill>
                  <a:srgbClr val="142E42"/>
                </a:solidFill>
                <a:latin typeface="Arial"/>
                <a:ea typeface="Arial"/>
                <a:cs typeface="Arial"/>
              </a:rPr>
              <a:t>Explain how changing a stored key could break ordering.</a:t>
            </a:r>
          </a:p>
        </p:txBody>
      </p:sp>
      <p:sp>
        <p:nvSpPr>
          <p:cNvPr id="4" name="text-3">
            <a:extLst xmlns:a="http://schemas.openxmlformats.org/drawingml/2006/main">
              <a:ext uri="{FF2B5EF4-FFF2-40B4-BE49-F238E27FC236}">
                <a16:creationId xmlns:a16="http://schemas.microsoft.com/office/drawing/2014/main" id="{48C7AE37-26FB-4FB5-A158-8476ECC02610}"/>
              </a:ext>
            </a:extLst>
          </p:cNvPr>
          <p:cNvSpPr>
            <a:spLocks xmlns:a="http://schemas.openxmlformats.org/drawingml/2006/main" noGrp="1"/>
          </p:cNvSpPr>
          <p:nvPr/>
        </p:nvSpPr>
        <p:spPr>
          <a:xfrm xmlns:a="http://schemas.openxmlformats.org/drawingml/2006/main">
            <a:off x="609600" y="5800725"/>
            <a:ext cx="104775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lgn="l">
              <a:defRPr sz="1800" b="1">
                <a:solidFill>
                  <a:srgbClr val="007C83"/>
                </a:solidFill>
                <a:latin typeface="Arial"/>
                <a:ea typeface="Arial"/>
                <a:cs typeface="Arial"/>
              </a:defRPr>
            </a:defPPr>
            <a:lvl1pPr algn="l">
              <a:buNone/>
              <a:defRPr sz="1800" b="1">
                <a:solidFill>
                  <a:srgbClr val="007C83"/>
                </a:solidFill>
                <a:latin typeface="Arial"/>
                <a:ea typeface="Arial"/>
                <a:cs typeface="Arial"/>
              </a:defRPr>
            </a:lvl1pPr>
            <a:lvl2pPr algn="l">
              <a:buNone/>
              <a:defRPr sz="1800" b="1">
                <a:solidFill>
                  <a:srgbClr val="007C83"/>
                </a:solidFill>
                <a:latin typeface="Arial"/>
                <a:ea typeface="Arial"/>
                <a:cs typeface="Arial"/>
              </a:defRPr>
            </a:lvl2pPr>
            <a:lvl3pPr algn="l">
              <a:buNone/>
              <a:defRPr sz="1800" b="1">
                <a:solidFill>
                  <a:srgbClr val="007C83"/>
                </a:solidFill>
                <a:latin typeface="Arial"/>
                <a:ea typeface="Arial"/>
                <a:cs typeface="Arial"/>
              </a:defRPr>
            </a:lvl3pPr>
            <a:lvl4pPr algn="l">
              <a:buNone/>
              <a:defRPr sz="1800" b="1">
                <a:solidFill>
                  <a:srgbClr val="007C83"/>
                </a:solidFill>
                <a:latin typeface="Arial"/>
                <a:ea typeface="Arial"/>
                <a:cs typeface="Arial"/>
              </a:defRPr>
            </a:lvl4pPr>
            <a:lvl5pPr algn="l">
              <a:buNone/>
              <a:defRPr sz="1800" b="1">
                <a:solidFill>
                  <a:srgbClr val="007C83"/>
                </a:solidFill>
                <a:latin typeface="Arial"/>
                <a:ea typeface="Arial"/>
                <a:cs typeface="Arial"/>
              </a:defRPr>
            </a:lvl5pPr>
            <a:lvl6pPr algn="l">
              <a:buNone/>
              <a:defRPr sz="1800" b="1">
                <a:solidFill>
                  <a:srgbClr val="007C83"/>
                </a:solidFill>
                <a:latin typeface="Arial"/>
                <a:ea typeface="Arial"/>
                <a:cs typeface="Arial"/>
              </a:defRPr>
            </a:lvl6pPr>
            <a:lvl7pPr algn="l">
              <a:buNone/>
              <a:defRPr sz="1800" b="1">
                <a:solidFill>
                  <a:srgbClr val="007C83"/>
                </a:solidFill>
                <a:latin typeface="Arial"/>
                <a:ea typeface="Arial"/>
                <a:cs typeface="Arial"/>
              </a:defRPr>
            </a:lvl7pPr>
            <a:lvl8pPr algn="l">
              <a:buNone/>
              <a:defRPr sz="1800" b="1">
                <a:solidFill>
                  <a:srgbClr val="007C83"/>
                </a:solidFill>
                <a:latin typeface="Arial"/>
                <a:ea typeface="Arial"/>
                <a:cs typeface="Arial"/>
              </a:defRPr>
            </a:lvl8pPr>
            <a:lvl9pPr algn="l">
              <a:buNone/>
              <a:defRPr sz="1800" b="1">
                <a:solidFill>
                  <a:srgbClr val="007C83"/>
                </a:solidFill>
                <a:latin typeface="Arial"/>
                <a:ea typeface="Arial"/>
                <a:cs typeface="Arial"/>
              </a:defRPr>
            </a:lvl9pPr>
          </a:lstStyle>
          <a:p xmlns:a="http://schemas.openxmlformats.org/drawingml/2006/main">
            <a:pPr algn="l">
              <a:buNone/>
              <a:defRPr sz="1800" b="1">
                <a:solidFill>
                  <a:srgbClr val="007C83"/>
                </a:solidFill>
                <a:latin typeface="Arial"/>
                <a:ea typeface="Arial"/>
                <a:cs typeface="Arial"/>
              </a:defRPr>
            </a:pPr>
            <a:r>
              <a:rPr sz="1800" b="1">
                <a:solidFill>
                  <a:srgbClr val="007C83"/>
                </a:solidFill>
                <a:latin typeface="Arial"/>
                <a:ea typeface="Arial"/>
                <a:cs typeface="Arial"/>
              </a:rPr>
              <a:t>A BST’s ordering rule gives the algorithm. Its shape determines the cost.</a:t>
            </a:r>
          </a:p>
        </p:txBody>
      </p:sp>
      <p:sp>
        <p:nvSpPr>
          <p:cNvPr id="6" name="local-java-BSTPractice">
            <a:extLst xmlns:a="http://schemas.openxmlformats.org/drawingml/2006/main">
              <a:ext uri="{FF2B5EF4-FFF2-40B4-BE49-F238E27FC236}">
                <a16:creationId xmlns:a16="http://schemas.microsoft.com/office/drawing/2014/main" id="{38F216CF-8070-45FE-A249-F10C6983F489}"/>
              </a:ext>
            </a:extLst>
          </p:cNvPr>
          <p:cNvSpPr>
            <a:spLocks xmlns:a="http://schemas.openxmlformats.org/drawingml/2006/main" noGrp="1"/>
          </p:cNvSpPr>
          <p:nvPr/>
        </p:nvSpPr>
        <p:spPr>
          <a:xfrm xmlns:a="http://schemas.openxmlformats.org/drawingml/2006/main">
            <a:off x="609600" y="6134100"/>
            <a:ext cx="357187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350" b="0">
                <a:solidFill>
                  <a:srgbClr val="007D89"/>
                </a:solidFill>
                <a:latin typeface="Arial"/>
                <a:ea typeface="Arial"/>
                <a:cs typeface="Arial"/>
              </a:defRPr>
            </a:defPPr>
            <a:lvl1pPr>
              <a:defRPr sz="1350" b="0">
                <a:solidFill>
                  <a:srgbClr val="007D89"/>
                </a:solidFill>
                <a:latin typeface="Arial"/>
                <a:ea typeface="Arial"/>
                <a:cs typeface="Arial"/>
              </a:defRPr>
            </a:lvl1pPr>
            <a:lvl2pPr>
              <a:defRPr sz="1350" b="0">
                <a:solidFill>
                  <a:srgbClr val="007D89"/>
                </a:solidFill>
                <a:latin typeface="Arial"/>
                <a:ea typeface="Arial"/>
                <a:cs typeface="Arial"/>
              </a:defRPr>
            </a:lvl2pPr>
            <a:lvl3pPr>
              <a:defRPr sz="1350" b="0">
                <a:solidFill>
                  <a:srgbClr val="007D89"/>
                </a:solidFill>
                <a:latin typeface="Arial"/>
                <a:ea typeface="Arial"/>
                <a:cs typeface="Arial"/>
              </a:defRPr>
            </a:lvl3pPr>
            <a:lvl4pPr>
              <a:defRPr sz="1350" b="0">
                <a:solidFill>
                  <a:srgbClr val="007D89"/>
                </a:solidFill>
                <a:latin typeface="Arial"/>
                <a:ea typeface="Arial"/>
                <a:cs typeface="Arial"/>
              </a:defRPr>
            </a:lvl4pPr>
            <a:lvl5pPr>
              <a:defRPr sz="1350" b="0">
                <a:solidFill>
                  <a:srgbClr val="007D89"/>
                </a:solidFill>
                <a:latin typeface="Arial"/>
                <a:ea typeface="Arial"/>
                <a:cs typeface="Arial"/>
              </a:defRPr>
            </a:lvl5pPr>
            <a:lvl6pPr>
              <a:defRPr sz="1350" b="0">
                <a:solidFill>
                  <a:srgbClr val="007D89"/>
                </a:solidFill>
                <a:latin typeface="Arial"/>
                <a:ea typeface="Arial"/>
                <a:cs typeface="Arial"/>
              </a:defRPr>
            </a:lvl6pPr>
            <a:lvl7pPr>
              <a:defRPr sz="1350" b="0">
                <a:solidFill>
                  <a:srgbClr val="007D89"/>
                </a:solidFill>
                <a:latin typeface="Arial"/>
                <a:ea typeface="Arial"/>
                <a:cs typeface="Arial"/>
              </a:defRPr>
            </a:lvl7pPr>
            <a:lvl8pPr>
              <a:defRPr sz="1350" b="0">
                <a:solidFill>
                  <a:srgbClr val="007D89"/>
                </a:solidFill>
                <a:latin typeface="Arial"/>
                <a:ea typeface="Arial"/>
                <a:cs typeface="Arial"/>
              </a:defRPr>
            </a:lvl8pPr>
            <a:lvl9pPr>
              <a:defRPr sz="1350" b="0">
                <a:solidFill>
                  <a:srgbClr val="007D89"/>
                </a:solidFill>
                <a:latin typeface="Arial"/>
                <a:ea typeface="Arial"/>
                <a:cs typeface="Arial"/>
              </a:defRPr>
            </a:lvl9pPr>
          </a:lstStyle>
          <a:p xmlns:a="http://schemas.openxmlformats.org/drawingml/2006/main">
            <a:pPr>
              <a:defRPr sz="1350" b="0">
                <a:solidFill>
                  <a:srgbClr val="007D89"/>
                </a:solidFill>
                <a:latin typeface="Arial"/>
                <a:ea typeface="Arial"/>
                <a:cs typeface="Arial"/>
              </a:defRPr>
            </a:pPr>
            <a:r>
              <a:rPr sz="1350" u="sng">
                <a:solidFill>
                  <a:srgbClr val="007D89"/>
                </a:solidFill>
                <a:latin typeface="Arial"/>
                <a:ea typeface="Arial"/>
                <a:cs typeface="Arial"/>
                <a:hlinkClick xmlns:r="http://schemas.openxmlformats.org/officeDocument/2006/relationships" r:id="Rd2d9d0d6300144e1"/>
              </a:rPr>
              <a:t>Java: BSTPractice.java</a:t>
            </a:r>
          </a:p>
        </p:txBody>
      </p:sp>
      <p:sp>
        <p:nvSpPr>
          <p:cNvPr id="7" name="local-java-HeightDemo">
            <a:extLst xmlns:a="http://schemas.openxmlformats.org/drawingml/2006/main">
              <a:ext uri="{FF2B5EF4-FFF2-40B4-BE49-F238E27FC236}">
                <a16:creationId xmlns:a16="http://schemas.microsoft.com/office/drawing/2014/main" id="{C4151BEC-D3A0-4610-92AC-B743B415501A}"/>
              </a:ext>
            </a:extLst>
          </p:cNvPr>
          <p:cNvSpPr>
            <a:spLocks xmlns:a="http://schemas.openxmlformats.org/drawingml/2006/main" noGrp="1"/>
          </p:cNvSpPr>
          <p:nvPr/>
        </p:nvSpPr>
        <p:spPr>
          <a:xfrm xmlns:a="http://schemas.openxmlformats.org/drawingml/2006/main">
            <a:off x="4229100" y="6134100"/>
            <a:ext cx="357187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350" b="0">
                <a:solidFill>
                  <a:srgbClr val="007D89"/>
                </a:solidFill>
                <a:latin typeface="Arial"/>
                <a:ea typeface="Arial"/>
                <a:cs typeface="Arial"/>
              </a:defRPr>
            </a:defPPr>
            <a:lvl1pPr>
              <a:defRPr sz="1350" b="0">
                <a:solidFill>
                  <a:srgbClr val="007D89"/>
                </a:solidFill>
                <a:latin typeface="Arial"/>
                <a:ea typeface="Arial"/>
                <a:cs typeface="Arial"/>
              </a:defRPr>
            </a:lvl1pPr>
            <a:lvl2pPr>
              <a:defRPr sz="1350" b="0">
                <a:solidFill>
                  <a:srgbClr val="007D89"/>
                </a:solidFill>
                <a:latin typeface="Arial"/>
                <a:ea typeface="Arial"/>
                <a:cs typeface="Arial"/>
              </a:defRPr>
            </a:lvl2pPr>
            <a:lvl3pPr>
              <a:defRPr sz="1350" b="0">
                <a:solidFill>
                  <a:srgbClr val="007D89"/>
                </a:solidFill>
                <a:latin typeface="Arial"/>
                <a:ea typeface="Arial"/>
                <a:cs typeface="Arial"/>
              </a:defRPr>
            </a:lvl3pPr>
            <a:lvl4pPr>
              <a:defRPr sz="1350" b="0">
                <a:solidFill>
                  <a:srgbClr val="007D89"/>
                </a:solidFill>
                <a:latin typeface="Arial"/>
                <a:ea typeface="Arial"/>
                <a:cs typeface="Arial"/>
              </a:defRPr>
            </a:lvl4pPr>
            <a:lvl5pPr>
              <a:defRPr sz="1350" b="0">
                <a:solidFill>
                  <a:srgbClr val="007D89"/>
                </a:solidFill>
                <a:latin typeface="Arial"/>
                <a:ea typeface="Arial"/>
                <a:cs typeface="Arial"/>
              </a:defRPr>
            </a:lvl5pPr>
            <a:lvl6pPr>
              <a:defRPr sz="1350" b="0">
                <a:solidFill>
                  <a:srgbClr val="007D89"/>
                </a:solidFill>
                <a:latin typeface="Arial"/>
                <a:ea typeface="Arial"/>
                <a:cs typeface="Arial"/>
              </a:defRPr>
            </a:lvl6pPr>
            <a:lvl7pPr>
              <a:defRPr sz="1350" b="0">
                <a:solidFill>
                  <a:srgbClr val="007D89"/>
                </a:solidFill>
                <a:latin typeface="Arial"/>
                <a:ea typeface="Arial"/>
                <a:cs typeface="Arial"/>
              </a:defRPr>
            </a:lvl7pPr>
            <a:lvl8pPr>
              <a:defRPr sz="1350" b="0">
                <a:solidFill>
                  <a:srgbClr val="007D89"/>
                </a:solidFill>
                <a:latin typeface="Arial"/>
                <a:ea typeface="Arial"/>
                <a:cs typeface="Arial"/>
              </a:defRPr>
            </a:lvl8pPr>
            <a:lvl9pPr>
              <a:defRPr sz="1350" b="0">
                <a:solidFill>
                  <a:srgbClr val="007D89"/>
                </a:solidFill>
                <a:latin typeface="Arial"/>
                <a:ea typeface="Arial"/>
                <a:cs typeface="Arial"/>
              </a:defRPr>
            </a:lvl9pPr>
          </a:lstStyle>
          <a:p xmlns:a="http://schemas.openxmlformats.org/drawingml/2006/main">
            <a:pPr>
              <a:defRPr sz="1350" b="0">
                <a:solidFill>
                  <a:srgbClr val="007D89"/>
                </a:solidFill>
                <a:latin typeface="Arial"/>
                <a:ea typeface="Arial"/>
                <a:cs typeface="Arial"/>
              </a:defRPr>
            </a:pPr>
            <a:r>
              <a:rPr sz="1350" u="sng">
                <a:solidFill>
                  <a:srgbClr val="007D89"/>
                </a:solidFill>
                <a:latin typeface="Arial"/>
                <a:ea typeface="Arial"/>
                <a:cs typeface="Arial"/>
                <a:hlinkClick xmlns:r="http://schemas.openxmlformats.org/officeDocument/2006/relationships" r:id="Rcdec7ab577b44b1c"/>
              </a:rPr>
              <a:t>Java: HeightDemo.java</a:t>
            </a:r>
          </a:p>
        </p:txBody>
      </p:sp>
      <p:sp>
        <p:nvSpPr>
          <p:cNvPr id="8" name="local-java-IteratorDemo">
            <a:extLst xmlns:a="http://schemas.openxmlformats.org/drawingml/2006/main">
              <a:ext uri="{FF2B5EF4-FFF2-40B4-BE49-F238E27FC236}">
                <a16:creationId xmlns:a16="http://schemas.microsoft.com/office/drawing/2014/main" id="{CFBA4FDD-8760-46D9-8C10-40F24E9A744E}"/>
              </a:ext>
            </a:extLst>
          </p:cNvPr>
          <p:cNvSpPr>
            <a:spLocks xmlns:a="http://schemas.openxmlformats.org/drawingml/2006/main" noGrp="1"/>
          </p:cNvSpPr>
          <p:nvPr/>
        </p:nvSpPr>
        <p:spPr>
          <a:xfrm xmlns:a="http://schemas.openxmlformats.org/drawingml/2006/main">
            <a:off x="7848600" y="6134100"/>
            <a:ext cx="357187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350" b="0">
                <a:solidFill>
                  <a:srgbClr val="007D89"/>
                </a:solidFill>
                <a:latin typeface="Arial"/>
                <a:ea typeface="Arial"/>
                <a:cs typeface="Arial"/>
              </a:defRPr>
            </a:defPPr>
            <a:lvl1pPr>
              <a:defRPr sz="1350" b="0">
                <a:solidFill>
                  <a:srgbClr val="007D89"/>
                </a:solidFill>
                <a:latin typeface="Arial"/>
                <a:ea typeface="Arial"/>
                <a:cs typeface="Arial"/>
              </a:defRPr>
            </a:lvl1pPr>
            <a:lvl2pPr>
              <a:defRPr sz="1350" b="0">
                <a:solidFill>
                  <a:srgbClr val="007D89"/>
                </a:solidFill>
                <a:latin typeface="Arial"/>
                <a:ea typeface="Arial"/>
                <a:cs typeface="Arial"/>
              </a:defRPr>
            </a:lvl2pPr>
            <a:lvl3pPr>
              <a:defRPr sz="1350" b="0">
                <a:solidFill>
                  <a:srgbClr val="007D89"/>
                </a:solidFill>
                <a:latin typeface="Arial"/>
                <a:ea typeface="Arial"/>
                <a:cs typeface="Arial"/>
              </a:defRPr>
            </a:lvl3pPr>
            <a:lvl4pPr>
              <a:defRPr sz="1350" b="0">
                <a:solidFill>
                  <a:srgbClr val="007D89"/>
                </a:solidFill>
                <a:latin typeface="Arial"/>
                <a:ea typeface="Arial"/>
                <a:cs typeface="Arial"/>
              </a:defRPr>
            </a:lvl4pPr>
            <a:lvl5pPr>
              <a:defRPr sz="1350" b="0">
                <a:solidFill>
                  <a:srgbClr val="007D89"/>
                </a:solidFill>
                <a:latin typeface="Arial"/>
                <a:ea typeface="Arial"/>
                <a:cs typeface="Arial"/>
              </a:defRPr>
            </a:lvl5pPr>
            <a:lvl6pPr>
              <a:defRPr sz="1350" b="0">
                <a:solidFill>
                  <a:srgbClr val="007D89"/>
                </a:solidFill>
                <a:latin typeface="Arial"/>
                <a:ea typeface="Arial"/>
                <a:cs typeface="Arial"/>
              </a:defRPr>
            </a:lvl6pPr>
            <a:lvl7pPr>
              <a:defRPr sz="1350" b="0">
                <a:solidFill>
                  <a:srgbClr val="007D89"/>
                </a:solidFill>
                <a:latin typeface="Arial"/>
                <a:ea typeface="Arial"/>
                <a:cs typeface="Arial"/>
              </a:defRPr>
            </a:lvl7pPr>
            <a:lvl8pPr>
              <a:defRPr sz="1350" b="0">
                <a:solidFill>
                  <a:srgbClr val="007D89"/>
                </a:solidFill>
                <a:latin typeface="Arial"/>
                <a:ea typeface="Arial"/>
                <a:cs typeface="Arial"/>
              </a:defRPr>
            </a:lvl8pPr>
            <a:lvl9pPr>
              <a:defRPr sz="1350" b="0">
                <a:solidFill>
                  <a:srgbClr val="007D89"/>
                </a:solidFill>
                <a:latin typeface="Arial"/>
                <a:ea typeface="Arial"/>
                <a:cs typeface="Arial"/>
              </a:defRPr>
            </a:lvl9pPr>
          </a:lstStyle>
          <a:p xmlns:a="http://schemas.openxmlformats.org/drawingml/2006/main">
            <a:pPr>
              <a:defRPr sz="1350" b="0">
                <a:solidFill>
                  <a:srgbClr val="007D89"/>
                </a:solidFill>
                <a:latin typeface="Arial"/>
                <a:ea typeface="Arial"/>
                <a:cs typeface="Arial"/>
              </a:defRPr>
            </a:pPr>
            <a:r>
              <a:rPr sz="1350" u="sng">
                <a:solidFill>
                  <a:srgbClr val="007D89"/>
                </a:solidFill>
                <a:latin typeface="Arial"/>
                <a:ea typeface="Arial"/>
                <a:cs typeface="Arial"/>
                <a:hlinkClick xmlns:r="http://schemas.openxmlformats.org/officeDocument/2006/relationships" r:id="R06d76d20bc8f49d8"/>
              </a:rPr>
              <a:t>Java: IteratorDemo.java</a:t>
            </a:r>
          </a:p>
        </p:txBody>
      </p:sp>
    </p:spTree>
    <p:extLst>
      <p:ext uri="{BB962C8B-B14F-4D97-AF65-F5344CB8AC3E}">
        <p14:creationId xmlns:p14="http://schemas.microsoft.com/office/powerpoint/2010/main" val="1148329980"/>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2026-10-25T16:35:08.1960000Z</dcterms:created>
  <dcterms:modified xsi:type="dcterms:W3CDTF">2026-10-25T16:35:08.1960000Z</dcterms:modified>
</coreProperties>
</file>