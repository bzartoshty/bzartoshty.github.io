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646" r:id="rId3"/>
    <p:sldId id="647" r:id="rId4"/>
    <p:sldId id="257" r:id="rId5"/>
    <p:sldId id="648" r:id="rId6"/>
    <p:sldId id="649" r:id="rId7"/>
    <p:sldId id="260" r:id="rId8"/>
    <p:sldId id="441" r:id="rId9"/>
    <p:sldId id="460" r:id="rId10"/>
    <p:sldId id="484" r:id="rId11"/>
    <p:sldId id="642" r:id="rId12"/>
    <p:sldId id="567" r:id="rId13"/>
    <p:sldId id="593" r:id="rId14"/>
    <p:sldId id="258" r:id="rId15"/>
    <p:sldId id="292" r:id="rId16"/>
    <p:sldId id="261" r:id="rId17"/>
    <p:sldId id="262" r:id="rId18"/>
    <p:sldId id="267" r:id="rId19"/>
    <p:sldId id="259" r:id="rId20"/>
    <p:sldId id="643" r:id="rId21"/>
    <p:sldId id="644" r:id="rId22"/>
    <p:sldId id="545" r:id="rId23"/>
    <p:sldId id="532" r:id="rId24"/>
    <p:sldId id="502" r:id="rId25"/>
    <p:sldId id="533" r:id="rId26"/>
    <p:sldId id="534" r:id="rId27"/>
    <p:sldId id="535" r:id="rId28"/>
    <p:sldId id="536" r:id="rId29"/>
    <p:sldId id="537" r:id="rId30"/>
    <p:sldId id="548" r:id="rId31"/>
    <p:sldId id="539" r:id="rId32"/>
    <p:sldId id="307" r:id="rId33"/>
    <p:sldId id="308" r:id="rId34"/>
    <p:sldId id="549" r:id="rId35"/>
    <p:sldId id="650" r:id="rId36"/>
    <p:sldId id="494" r:id="rId37"/>
    <p:sldId id="506" r:id="rId38"/>
    <p:sldId id="651" r:id="rId39"/>
    <p:sldId id="652" r:id="rId40"/>
    <p:sldId id="653" r:id="rId41"/>
    <p:sldId id="263" r:id="rId42"/>
    <p:sldId id="645" r:id="rId43"/>
    <p:sldId id="264" r:id="rId44"/>
    <p:sldId id="269" r:id="rId45"/>
    <p:sldId id="284" r:id="rId46"/>
    <p:sldId id="286" r:id="rId47"/>
    <p:sldId id="288" r:id="rId48"/>
    <p:sldId id="266" r:id="rId49"/>
    <p:sldId id="654" r:id="rId50"/>
    <p:sldId id="268" r:id="rId51"/>
    <p:sldId id="303" r:id="rId52"/>
    <p:sldId id="271" r:id="rId53"/>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153" d="100"/>
          <a:sy n="153" d="100"/>
        </p:scale>
        <p:origin x="286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20" cy="466435"/>
          </a:xfrm>
          <a:prstGeom prst="rect">
            <a:avLst/>
          </a:prstGeom>
        </p:spPr>
        <p:txBody>
          <a:bodyPr vert="horz" lIns="92427" tIns="46213" rIns="92427" bIns="46213" rtlCol="0"/>
          <a:lstStyle>
            <a:lvl1pPr algn="l">
              <a:defRPr sz="1100"/>
            </a:lvl1pPr>
          </a:lstStyle>
          <a:p>
            <a:endParaRPr lang="en-US"/>
          </a:p>
        </p:txBody>
      </p:sp>
      <p:sp>
        <p:nvSpPr>
          <p:cNvPr id="3" name="Date Placeholder 2"/>
          <p:cNvSpPr>
            <a:spLocks noGrp="1"/>
          </p:cNvSpPr>
          <p:nvPr>
            <p:ph type="dt" idx="1"/>
          </p:nvPr>
        </p:nvSpPr>
        <p:spPr>
          <a:xfrm>
            <a:off x="3898103" y="0"/>
            <a:ext cx="2982120" cy="466435"/>
          </a:xfrm>
          <a:prstGeom prst="rect">
            <a:avLst/>
          </a:prstGeom>
        </p:spPr>
        <p:txBody>
          <a:bodyPr vert="horz" lIns="92427" tIns="46213" rIns="92427" bIns="46213" rtlCol="0"/>
          <a:lstStyle>
            <a:lvl1pPr algn="r">
              <a:defRPr sz="1100"/>
            </a:lvl1pPr>
          </a:lstStyle>
          <a:p>
            <a:fld id="{FABD1B7A-3B2A-444F-9104-C545921A2A80}" type="datetimeFigureOut">
              <a:rPr lang="en-US" smtClean="0"/>
              <a:t>6/10/2025</a:t>
            </a:fld>
            <a:endParaRPr lang="en-US"/>
          </a:p>
        </p:txBody>
      </p:sp>
      <p:sp>
        <p:nvSpPr>
          <p:cNvPr id="4" name="Slide Image Placeholder 3"/>
          <p:cNvSpPr>
            <a:spLocks noGrp="1" noRot="1" noChangeAspect="1"/>
          </p:cNvSpPr>
          <p:nvPr>
            <p:ph type="sldImg" idx="2"/>
          </p:nvPr>
        </p:nvSpPr>
        <p:spPr>
          <a:xfrm>
            <a:off x="654050" y="1162050"/>
            <a:ext cx="5573713" cy="3136900"/>
          </a:xfrm>
          <a:prstGeom prst="rect">
            <a:avLst/>
          </a:prstGeom>
          <a:noFill/>
          <a:ln w="12700">
            <a:solidFill>
              <a:prstClr val="black"/>
            </a:solidFill>
          </a:ln>
        </p:spPr>
        <p:txBody>
          <a:bodyPr vert="horz" lIns="92427" tIns="46213" rIns="92427" bIns="46213" rtlCol="0" anchor="ctr"/>
          <a:lstStyle/>
          <a:p>
            <a:endParaRPr lang="en-US"/>
          </a:p>
        </p:txBody>
      </p:sp>
      <p:sp>
        <p:nvSpPr>
          <p:cNvPr id="5" name="Notes Placeholder 4"/>
          <p:cNvSpPr>
            <a:spLocks noGrp="1"/>
          </p:cNvSpPr>
          <p:nvPr>
            <p:ph type="body" sz="quarter" idx="3"/>
          </p:nvPr>
        </p:nvSpPr>
        <p:spPr>
          <a:xfrm>
            <a:off x="688182" y="4473893"/>
            <a:ext cx="5505450" cy="3660458"/>
          </a:xfrm>
          <a:prstGeom prst="rect">
            <a:avLst/>
          </a:prstGeom>
        </p:spPr>
        <p:txBody>
          <a:bodyPr vert="horz" lIns="92427" tIns="46213" rIns="92427" bIns="4621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2982120" cy="466434"/>
          </a:xfrm>
          <a:prstGeom prst="rect">
            <a:avLst/>
          </a:prstGeom>
        </p:spPr>
        <p:txBody>
          <a:bodyPr vert="horz" lIns="92427" tIns="46213" rIns="92427" bIns="46213" rtlCol="0" anchor="b"/>
          <a:lstStyle>
            <a:lvl1pPr algn="l">
              <a:defRPr sz="1100"/>
            </a:lvl1pPr>
          </a:lstStyle>
          <a:p>
            <a:endParaRPr lang="en-US"/>
          </a:p>
        </p:txBody>
      </p:sp>
      <p:sp>
        <p:nvSpPr>
          <p:cNvPr id="7" name="Slide Number Placeholder 6"/>
          <p:cNvSpPr>
            <a:spLocks noGrp="1"/>
          </p:cNvSpPr>
          <p:nvPr>
            <p:ph type="sldNum" sz="quarter" idx="5"/>
          </p:nvPr>
        </p:nvSpPr>
        <p:spPr>
          <a:xfrm>
            <a:off x="3898103" y="8829968"/>
            <a:ext cx="2982120" cy="466434"/>
          </a:xfrm>
          <a:prstGeom prst="rect">
            <a:avLst/>
          </a:prstGeom>
        </p:spPr>
        <p:txBody>
          <a:bodyPr vert="horz" lIns="92427" tIns="46213" rIns="92427" bIns="46213" rtlCol="0" anchor="b"/>
          <a:lstStyle>
            <a:lvl1pPr algn="r">
              <a:defRPr sz="1100"/>
            </a:lvl1pPr>
          </a:lstStyle>
          <a:p>
            <a:fld id="{B4114142-4438-4E1D-A2D3-2EB2345C83C0}" type="slidenum">
              <a:rPr lang="en-US" smtClean="0"/>
              <a:t>‹#›</a:t>
            </a:fld>
            <a:endParaRPr lang="en-US"/>
          </a:p>
        </p:txBody>
      </p:sp>
    </p:spTree>
    <p:extLst>
      <p:ext uri="{BB962C8B-B14F-4D97-AF65-F5344CB8AC3E}">
        <p14:creationId xmlns:p14="http://schemas.microsoft.com/office/powerpoint/2010/main" val="2827512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1</a:t>
            </a:fld>
            <a:endParaRPr lang="en-US"/>
          </a:p>
        </p:txBody>
      </p:sp>
    </p:spTree>
    <p:extLst>
      <p:ext uri="{BB962C8B-B14F-4D97-AF65-F5344CB8AC3E}">
        <p14:creationId xmlns:p14="http://schemas.microsoft.com/office/powerpoint/2010/main" val="1708954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2</a:t>
            </a:fld>
            <a:endParaRPr lang="en-US"/>
          </a:p>
        </p:txBody>
      </p:sp>
    </p:spTree>
    <p:extLst>
      <p:ext uri="{BB962C8B-B14F-4D97-AF65-F5344CB8AC3E}">
        <p14:creationId xmlns:p14="http://schemas.microsoft.com/office/powerpoint/2010/main" val="1768996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a:t>
            </a:fld>
            <a:endParaRPr lang="en-US"/>
          </a:p>
        </p:txBody>
      </p:sp>
    </p:spTree>
    <p:extLst>
      <p:ext uri="{BB962C8B-B14F-4D97-AF65-F5344CB8AC3E}">
        <p14:creationId xmlns:p14="http://schemas.microsoft.com/office/powerpoint/2010/main" val="1753841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DS: arrays, linked list, Stack, binary trees, hash tables</a:t>
            </a:r>
          </a:p>
          <a:p>
            <a:r>
              <a:rPr lang="en-US" dirty="0"/>
              <a:t>Example of algorithms: sorting arrays, binary search, infix to postfix</a:t>
            </a:r>
          </a:p>
        </p:txBody>
      </p:sp>
      <p:sp>
        <p:nvSpPr>
          <p:cNvPr id="4" name="Slide Number Placeholder 3"/>
          <p:cNvSpPr>
            <a:spLocks noGrp="1"/>
          </p:cNvSpPr>
          <p:nvPr>
            <p:ph type="sldNum" sz="quarter" idx="5"/>
          </p:nvPr>
        </p:nvSpPr>
        <p:spPr/>
        <p:txBody>
          <a:bodyPr/>
          <a:lstStyle/>
          <a:p>
            <a:fld id="{B4114142-4438-4E1D-A2D3-2EB2345C83C0}" type="slidenum">
              <a:rPr lang="en-US" smtClean="0"/>
              <a:t>4</a:t>
            </a:fld>
            <a:endParaRPr lang="en-US"/>
          </a:p>
        </p:txBody>
      </p:sp>
    </p:spTree>
    <p:extLst>
      <p:ext uri="{BB962C8B-B14F-4D97-AF65-F5344CB8AC3E}">
        <p14:creationId xmlns:p14="http://schemas.microsoft.com/office/powerpoint/2010/main" val="4012700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5</a:t>
            </a:fld>
            <a:endParaRPr lang="en-US"/>
          </a:p>
        </p:txBody>
      </p:sp>
    </p:spTree>
    <p:extLst>
      <p:ext uri="{BB962C8B-B14F-4D97-AF65-F5344CB8AC3E}">
        <p14:creationId xmlns:p14="http://schemas.microsoft.com/office/powerpoint/2010/main" val="1889732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6</a:t>
            </a:fld>
            <a:endParaRPr lang="en-US"/>
          </a:p>
        </p:txBody>
      </p:sp>
    </p:spTree>
    <p:extLst>
      <p:ext uri="{BB962C8B-B14F-4D97-AF65-F5344CB8AC3E}">
        <p14:creationId xmlns:p14="http://schemas.microsoft.com/office/powerpoint/2010/main" val="3501335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altLang="en-US" sz="2700" dirty="0"/>
              <a:t>Data abstraction</a:t>
            </a:r>
          </a:p>
          <a:p>
            <a:pPr lvl="1" eaLnBrk="1" hangingPunct="1">
              <a:lnSpc>
                <a:spcPct val="90000"/>
              </a:lnSpc>
            </a:pPr>
            <a:r>
              <a:rPr lang="en-US" altLang="en-US" sz="2300" dirty="0"/>
              <a:t>Focuses of the operations of data, not on the implementation of the operations</a:t>
            </a:r>
          </a:p>
          <a:p>
            <a:pPr lvl="1" eaLnBrk="1" hangingPunct="1">
              <a:lnSpc>
                <a:spcPct val="90000"/>
              </a:lnSpc>
            </a:pPr>
            <a:r>
              <a:rPr lang="en-US" altLang="en-US" sz="2300" dirty="0"/>
              <a:t>Abstract data type (ADT)</a:t>
            </a:r>
          </a:p>
          <a:p>
            <a:pPr lvl="2" eaLnBrk="1" hangingPunct="1">
              <a:lnSpc>
                <a:spcPct val="90000"/>
              </a:lnSpc>
            </a:pPr>
            <a:r>
              <a:rPr lang="en-US" altLang="en-US" sz="1900" dirty="0"/>
              <a:t>A collection of data and a set of operations on the data</a:t>
            </a:r>
          </a:p>
          <a:p>
            <a:pPr lvl="2" eaLnBrk="1" hangingPunct="1">
              <a:lnSpc>
                <a:spcPct val="90000"/>
              </a:lnSpc>
            </a:pPr>
            <a:r>
              <a:rPr lang="en-US" altLang="en-US" sz="1900" dirty="0"/>
              <a:t>An ADT’s operations can be used without knowing how the operations are implemented, if:</a:t>
            </a:r>
          </a:p>
          <a:p>
            <a:pPr lvl="3" eaLnBrk="1" hangingPunct="1">
              <a:lnSpc>
                <a:spcPct val="90000"/>
              </a:lnSpc>
            </a:pPr>
            <a:r>
              <a:rPr lang="en-US" altLang="en-US" sz="1700" dirty="0"/>
              <a:t>the operations’ specifications are known</a:t>
            </a:r>
          </a:p>
          <a:p>
            <a:pPr lvl="1" eaLnBrk="1" hangingPunct="1">
              <a:lnSpc>
                <a:spcPct val="90000"/>
              </a:lnSpc>
            </a:pPr>
            <a:r>
              <a:rPr lang="en-US" altLang="en-US" sz="2300" dirty="0"/>
              <a:t>Data structure</a:t>
            </a:r>
          </a:p>
          <a:p>
            <a:pPr lvl="2" eaLnBrk="1" hangingPunct="1">
              <a:lnSpc>
                <a:spcPct val="90000"/>
              </a:lnSpc>
            </a:pPr>
            <a:r>
              <a:rPr lang="en-US" altLang="en-US" sz="1900" dirty="0"/>
              <a:t>A construct that can be defined within a programming language to store a collection of data</a:t>
            </a:r>
          </a:p>
          <a:p>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7</a:t>
            </a:fld>
            <a:endParaRPr lang="en-US"/>
          </a:p>
        </p:txBody>
      </p:sp>
    </p:spTree>
    <p:extLst>
      <p:ext uri="{BB962C8B-B14F-4D97-AF65-F5344CB8AC3E}">
        <p14:creationId xmlns:p14="http://schemas.microsoft.com/office/powerpoint/2010/main" val="3790081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8</a:t>
            </a:fld>
            <a:endParaRPr lang="en-US"/>
          </a:p>
        </p:txBody>
      </p:sp>
    </p:spTree>
    <p:extLst>
      <p:ext uri="{BB962C8B-B14F-4D97-AF65-F5344CB8AC3E}">
        <p14:creationId xmlns:p14="http://schemas.microsoft.com/office/powerpoint/2010/main" val="1164693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DB9007-7141-42EA-AFE9-F427D2810F17}" type="slidenum">
              <a:rPr lang="en-US" altLang="en-US" smtClean="0"/>
              <a:pPr/>
              <a:t>9</a:t>
            </a:fld>
            <a:endParaRPr lang="en-US" altLang="en-US"/>
          </a:p>
        </p:txBody>
      </p:sp>
    </p:spTree>
    <p:extLst>
      <p:ext uri="{BB962C8B-B14F-4D97-AF65-F5344CB8AC3E}">
        <p14:creationId xmlns:p14="http://schemas.microsoft.com/office/powerpoint/2010/main" val="696921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DB9007-7141-42EA-AFE9-F427D2810F17}" type="slidenum">
              <a:rPr lang="en-US" altLang="en-US" smtClean="0"/>
              <a:pPr/>
              <a:t>10</a:t>
            </a:fld>
            <a:endParaRPr lang="en-US" altLang="en-US"/>
          </a:p>
        </p:txBody>
      </p:sp>
    </p:spTree>
    <p:extLst>
      <p:ext uri="{BB962C8B-B14F-4D97-AF65-F5344CB8AC3E}">
        <p14:creationId xmlns:p14="http://schemas.microsoft.com/office/powerpoint/2010/main" val="4047031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BB929B6-BD61-4750-A6B4-47FEDF4318B6}" type="slidenum">
              <a:rPr lang="en-US" altLang="en-US" smtClean="0"/>
              <a:pPr>
                <a:defRPr/>
              </a:pPr>
              <a:t>11</a:t>
            </a:fld>
            <a:endParaRPr lang="en-US" altLang="en-US"/>
          </a:p>
        </p:txBody>
      </p:sp>
    </p:spTree>
    <p:extLst>
      <p:ext uri="{BB962C8B-B14F-4D97-AF65-F5344CB8AC3E}">
        <p14:creationId xmlns:p14="http://schemas.microsoft.com/office/powerpoint/2010/main" val="3756685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12</a:t>
            </a:fld>
            <a:endParaRPr lang="en-US"/>
          </a:p>
        </p:txBody>
      </p:sp>
    </p:spTree>
    <p:extLst>
      <p:ext uri="{BB962C8B-B14F-4D97-AF65-F5344CB8AC3E}">
        <p14:creationId xmlns:p14="http://schemas.microsoft.com/office/powerpoint/2010/main" val="4155511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13</a:t>
            </a:fld>
            <a:endParaRPr lang="en-US"/>
          </a:p>
        </p:txBody>
      </p:sp>
    </p:spTree>
    <p:extLst>
      <p:ext uri="{BB962C8B-B14F-4D97-AF65-F5344CB8AC3E}">
        <p14:creationId xmlns:p14="http://schemas.microsoft.com/office/powerpoint/2010/main" val="810037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6C4A6137-6CD3-4FCF-8D25-B75928E883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5242" indent="-294323">
              <a:defRPr sz="2500">
                <a:solidFill>
                  <a:schemeClr val="tx1"/>
                </a:solidFill>
                <a:latin typeface="Times" panose="02020603050405020304" pitchFamily="18" charset="0"/>
              </a:defRPr>
            </a:lvl2pPr>
            <a:lvl3pPr marL="1177294" indent="-235458">
              <a:defRPr sz="2500">
                <a:solidFill>
                  <a:schemeClr val="tx1"/>
                </a:solidFill>
                <a:latin typeface="Times" panose="02020603050405020304" pitchFamily="18" charset="0"/>
              </a:defRPr>
            </a:lvl3pPr>
            <a:lvl4pPr marL="1648212" indent="-235458">
              <a:defRPr sz="2500">
                <a:solidFill>
                  <a:schemeClr val="tx1"/>
                </a:solidFill>
                <a:latin typeface="Times" panose="02020603050405020304" pitchFamily="18" charset="0"/>
              </a:defRPr>
            </a:lvl4pPr>
            <a:lvl5pPr marL="2119130" indent="-235458">
              <a:defRPr sz="2500">
                <a:solidFill>
                  <a:schemeClr val="tx1"/>
                </a:solidFill>
                <a:latin typeface="Times" panose="02020603050405020304" pitchFamily="18" charset="0"/>
              </a:defRPr>
            </a:lvl5pPr>
            <a:lvl6pPr marL="2590047" indent="-235458" eaLnBrk="0" fontAlgn="base" hangingPunct="0">
              <a:spcBef>
                <a:spcPct val="0"/>
              </a:spcBef>
              <a:spcAft>
                <a:spcPct val="0"/>
              </a:spcAft>
              <a:defRPr sz="2500">
                <a:solidFill>
                  <a:schemeClr val="tx1"/>
                </a:solidFill>
                <a:latin typeface="Times" panose="02020603050405020304" pitchFamily="18" charset="0"/>
              </a:defRPr>
            </a:lvl6pPr>
            <a:lvl7pPr marL="3060965" indent="-235458" eaLnBrk="0" fontAlgn="base" hangingPunct="0">
              <a:spcBef>
                <a:spcPct val="0"/>
              </a:spcBef>
              <a:spcAft>
                <a:spcPct val="0"/>
              </a:spcAft>
              <a:defRPr sz="2500">
                <a:solidFill>
                  <a:schemeClr val="tx1"/>
                </a:solidFill>
                <a:latin typeface="Times" panose="02020603050405020304" pitchFamily="18" charset="0"/>
              </a:defRPr>
            </a:lvl7pPr>
            <a:lvl8pPr marL="3531883" indent="-235458" eaLnBrk="0" fontAlgn="base" hangingPunct="0">
              <a:spcBef>
                <a:spcPct val="0"/>
              </a:spcBef>
              <a:spcAft>
                <a:spcPct val="0"/>
              </a:spcAft>
              <a:defRPr sz="2500">
                <a:solidFill>
                  <a:schemeClr val="tx1"/>
                </a:solidFill>
                <a:latin typeface="Times" panose="02020603050405020304" pitchFamily="18" charset="0"/>
              </a:defRPr>
            </a:lvl8pPr>
            <a:lvl9pPr marL="4002800" indent="-235458" eaLnBrk="0" fontAlgn="base" hangingPunct="0">
              <a:spcBef>
                <a:spcPct val="0"/>
              </a:spcBef>
              <a:spcAft>
                <a:spcPct val="0"/>
              </a:spcAft>
              <a:defRPr sz="2500">
                <a:solidFill>
                  <a:schemeClr val="tx1"/>
                </a:solidFill>
                <a:latin typeface="Times" panose="02020603050405020304" pitchFamily="18" charset="0"/>
              </a:defRPr>
            </a:lvl9pPr>
          </a:lstStyle>
          <a:p>
            <a:fld id="{9EC3EC4C-F8F3-4708-BDD8-27EBBD5A650B}" type="slidenum">
              <a:rPr lang="en-US" altLang="en-US" sz="1100"/>
              <a:pPr/>
              <a:t>14</a:t>
            </a:fld>
            <a:endParaRPr lang="en-US" altLang="en-US" sz="1100"/>
          </a:p>
        </p:txBody>
      </p:sp>
      <p:sp>
        <p:nvSpPr>
          <p:cNvPr id="32771" name="Rectangle 2">
            <a:extLst>
              <a:ext uri="{FF2B5EF4-FFF2-40B4-BE49-F238E27FC236}">
                <a16:creationId xmlns:a16="http://schemas.microsoft.com/office/drawing/2014/main" id="{1B2BF050-E99D-43CD-A3CA-F9C8AAB54121}"/>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F45555F1-DB16-41D3-8A0F-058BD8F417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24274" fontAlgn="base">
              <a:spcBef>
                <a:spcPct val="30000"/>
              </a:spcBef>
              <a:spcAft>
                <a:spcPct val="0"/>
              </a:spcAft>
              <a:defRPr/>
            </a:pPr>
            <a:r>
              <a:rPr lang="en-US" altLang="en-US" dirty="0">
                <a:cs typeface="Courier New" panose="02070309020205020404" pitchFamily="49" charset="0"/>
              </a:rPr>
              <a:t>Since </a:t>
            </a:r>
            <a:r>
              <a:rPr lang="en-US" altLang="en-US" dirty="0" err="1">
                <a:cs typeface="Courier New" panose="02070309020205020404" pitchFamily="49" charset="0"/>
              </a:rPr>
              <a:t>MyArrayList</a:t>
            </a:r>
            <a:r>
              <a:rPr lang="en-US" altLang="en-US" dirty="0">
                <a:cs typeface="Courier New" panose="02070309020205020404" pitchFamily="49" charset="0"/>
              </a:rPr>
              <a:t> is implemented using an array, the methods get(int index) and set(int index, Object o) for accessing and modifying an element through an index and the add(Object o) for adding an element at the end of the list are efficient. However, the methods add(int index, Object o) and remove(int index) are inefficient because it requires shifting potentially a large number of elements. You can use a linked structure to implement a list to improve efficiency for adding and removing an element anywhere in a list.</a:t>
            </a:r>
          </a:p>
          <a:p>
            <a:pPr eaLnBrk="1" hangingPunct="1"/>
            <a:endParaRPr lang="en-US" altLang="en-US" dirty="0">
              <a:latin typeface="Times"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0E6DAF-CB61-9443-B196-0930DA28D295}" type="slidenum">
              <a:rPr lang="en-US" smtClean="0"/>
              <a:t>15</a:t>
            </a:fld>
            <a:endParaRPr lang="en-US"/>
          </a:p>
        </p:txBody>
      </p:sp>
    </p:spTree>
    <p:extLst>
      <p:ext uri="{BB962C8B-B14F-4D97-AF65-F5344CB8AC3E}">
        <p14:creationId xmlns:p14="http://schemas.microsoft.com/office/powerpoint/2010/main" val="1066034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629E474-4C0D-4A19-BD0B-DD1814B9C0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5242" indent="-294323">
              <a:defRPr sz="2500">
                <a:solidFill>
                  <a:schemeClr val="tx1"/>
                </a:solidFill>
                <a:latin typeface="Times" panose="02020603050405020304" pitchFamily="18" charset="0"/>
              </a:defRPr>
            </a:lvl2pPr>
            <a:lvl3pPr marL="1177294" indent="-235458">
              <a:defRPr sz="2500">
                <a:solidFill>
                  <a:schemeClr val="tx1"/>
                </a:solidFill>
                <a:latin typeface="Times" panose="02020603050405020304" pitchFamily="18" charset="0"/>
              </a:defRPr>
            </a:lvl3pPr>
            <a:lvl4pPr marL="1648212" indent="-235458">
              <a:defRPr sz="2500">
                <a:solidFill>
                  <a:schemeClr val="tx1"/>
                </a:solidFill>
                <a:latin typeface="Times" panose="02020603050405020304" pitchFamily="18" charset="0"/>
              </a:defRPr>
            </a:lvl4pPr>
            <a:lvl5pPr marL="2119130" indent="-235458">
              <a:defRPr sz="2500">
                <a:solidFill>
                  <a:schemeClr val="tx1"/>
                </a:solidFill>
                <a:latin typeface="Times" panose="02020603050405020304" pitchFamily="18" charset="0"/>
              </a:defRPr>
            </a:lvl5pPr>
            <a:lvl6pPr marL="2590047" indent="-235458" eaLnBrk="0" fontAlgn="base" hangingPunct="0">
              <a:spcBef>
                <a:spcPct val="0"/>
              </a:spcBef>
              <a:spcAft>
                <a:spcPct val="0"/>
              </a:spcAft>
              <a:defRPr sz="2500">
                <a:solidFill>
                  <a:schemeClr val="tx1"/>
                </a:solidFill>
                <a:latin typeface="Times" panose="02020603050405020304" pitchFamily="18" charset="0"/>
              </a:defRPr>
            </a:lvl6pPr>
            <a:lvl7pPr marL="3060965" indent="-235458" eaLnBrk="0" fontAlgn="base" hangingPunct="0">
              <a:spcBef>
                <a:spcPct val="0"/>
              </a:spcBef>
              <a:spcAft>
                <a:spcPct val="0"/>
              </a:spcAft>
              <a:defRPr sz="2500">
                <a:solidFill>
                  <a:schemeClr val="tx1"/>
                </a:solidFill>
                <a:latin typeface="Times" panose="02020603050405020304" pitchFamily="18" charset="0"/>
              </a:defRPr>
            </a:lvl7pPr>
            <a:lvl8pPr marL="3531883" indent="-235458" eaLnBrk="0" fontAlgn="base" hangingPunct="0">
              <a:spcBef>
                <a:spcPct val="0"/>
              </a:spcBef>
              <a:spcAft>
                <a:spcPct val="0"/>
              </a:spcAft>
              <a:defRPr sz="2500">
                <a:solidFill>
                  <a:schemeClr val="tx1"/>
                </a:solidFill>
                <a:latin typeface="Times" panose="02020603050405020304" pitchFamily="18" charset="0"/>
              </a:defRPr>
            </a:lvl8pPr>
            <a:lvl9pPr marL="4002800" indent="-235458" eaLnBrk="0" fontAlgn="base" hangingPunct="0">
              <a:spcBef>
                <a:spcPct val="0"/>
              </a:spcBef>
              <a:spcAft>
                <a:spcPct val="0"/>
              </a:spcAft>
              <a:defRPr sz="2500">
                <a:solidFill>
                  <a:schemeClr val="tx1"/>
                </a:solidFill>
                <a:latin typeface="Times" panose="02020603050405020304" pitchFamily="18" charset="0"/>
              </a:defRPr>
            </a:lvl9pPr>
          </a:lstStyle>
          <a:p>
            <a:fld id="{6B74E1DC-244E-4A4F-985A-88E746D877F9}" type="slidenum">
              <a:rPr lang="en-US" altLang="en-US" sz="1100"/>
              <a:pPr/>
              <a:t>16</a:t>
            </a:fld>
            <a:endParaRPr lang="en-US" altLang="en-US" sz="1100"/>
          </a:p>
        </p:txBody>
      </p:sp>
      <p:sp>
        <p:nvSpPr>
          <p:cNvPr id="34819" name="Rectangle 2">
            <a:extLst>
              <a:ext uri="{FF2B5EF4-FFF2-40B4-BE49-F238E27FC236}">
                <a16:creationId xmlns:a16="http://schemas.microsoft.com/office/drawing/2014/main" id="{AA2AD1E1-BAD5-4118-80F1-B1C9887A5387}"/>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0AC5698C-553A-428B-B313-7DF90E68B9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A444DD71-E1BE-4442-A5F9-217525C6EE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5242" indent="-294323">
              <a:defRPr sz="2500">
                <a:solidFill>
                  <a:schemeClr val="tx1"/>
                </a:solidFill>
                <a:latin typeface="Times" panose="02020603050405020304" pitchFamily="18" charset="0"/>
              </a:defRPr>
            </a:lvl2pPr>
            <a:lvl3pPr marL="1177294" indent="-235458">
              <a:defRPr sz="2500">
                <a:solidFill>
                  <a:schemeClr val="tx1"/>
                </a:solidFill>
                <a:latin typeface="Times" panose="02020603050405020304" pitchFamily="18" charset="0"/>
              </a:defRPr>
            </a:lvl3pPr>
            <a:lvl4pPr marL="1648212" indent="-235458">
              <a:defRPr sz="2500">
                <a:solidFill>
                  <a:schemeClr val="tx1"/>
                </a:solidFill>
                <a:latin typeface="Times" panose="02020603050405020304" pitchFamily="18" charset="0"/>
              </a:defRPr>
            </a:lvl4pPr>
            <a:lvl5pPr marL="2119130" indent="-235458">
              <a:defRPr sz="2500">
                <a:solidFill>
                  <a:schemeClr val="tx1"/>
                </a:solidFill>
                <a:latin typeface="Times" panose="02020603050405020304" pitchFamily="18" charset="0"/>
              </a:defRPr>
            </a:lvl5pPr>
            <a:lvl6pPr marL="2590047" indent="-235458" eaLnBrk="0" fontAlgn="base" hangingPunct="0">
              <a:spcBef>
                <a:spcPct val="0"/>
              </a:spcBef>
              <a:spcAft>
                <a:spcPct val="0"/>
              </a:spcAft>
              <a:defRPr sz="2500">
                <a:solidFill>
                  <a:schemeClr val="tx1"/>
                </a:solidFill>
                <a:latin typeface="Times" panose="02020603050405020304" pitchFamily="18" charset="0"/>
              </a:defRPr>
            </a:lvl6pPr>
            <a:lvl7pPr marL="3060965" indent="-235458" eaLnBrk="0" fontAlgn="base" hangingPunct="0">
              <a:spcBef>
                <a:spcPct val="0"/>
              </a:spcBef>
              <a:spcAft>
                <a:spcPct val="0"/>
              </a:spcAft>
              <a:defRPr sz="2500">
                <a:solidFill>
                  <a:schemeClr val="tx1"/>
                </a:solidFill>
                <a:latin typeface="Times" panose="02020603050405020304" pitchFamily="18" charset="0"/>
              </a:defRPr>
            </a:lvl7pPr>
            <a:lvl8pPr marL="3531883" indent="-235458" eaLnBrk="0" fontAlgn="base" hangingPunct="0">
              <a:spcBef>
                <a:spcPct val="0"/>
              </a:spcBef>
              <a:spcAft>
                <a:spcPct val="0"/>
              </a:spcAft>
              <a:defRPr sz="2500">
                <a:solidFill>
                  <a:schemeClr val="tx1"/>
                </a:solidFill>
                <a:latin typeface="Times" panose="02020603050405020304" pitchFamily="18" charset="0"/>
              </a:defRPr>
            </a:lvl8pPr>
            <a:lvl9pPr marL="4002800" indent="-235458" eaLnBrk="0" fontAlgn="base" hangingPunct="0">
              <a:spcBef>
                <a:spcPct val="0"/>
              </a:spcBef>
              <a:spcAft>
                <a:spcPct val="0"/>
              </a:spcAft>
              <a:defRPr sz="2500">
                <a:solidFill>
                  <a:schemeClr val="tx1"/>
                </a:solidFill>
                <a:latin typeface="Times" panose="02020603050405020304" pitchFamily="18" charset="0"/>
              </a:defRPr>
            </a:lvl9pPr>
          </a:lstStyle>
          <a:p>
            <a:fld id="{B99564FE-F490-4EB7-B547-3EFBD1B4F9AB}" type="slidenum">
              <a:rPr lang="en-US" altLang="en-US" sz="1100"/>
              <a:pPr/>
              <a:t>17</a:t>
            </a:fld>
            <a:endParaRPr lang="en-US" altLang="en-US" sz="1100"/>
          </a:p>
        </p:txBody>
      </p:sp>
      <p:sp>
        <p:nvSpPr>
          <p:cNvPr id="35843" name="Rectangle 2">
            <a:extLst>
              <a:ext uri="{FF2B5EF4-FFF2-40B4-BE49-F238E27FC236}">
                <a16:creationId xmlns:a16="http://schemas.microsoft.com/office/drawing/2014/main" id="{288160F3-C961-43A9-B700-591D59D608E1}"/>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89C41377-649F-439C-BEA9-8137A19AEA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5F689F5D-3B5E-440C-B37C-B43D5A2684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5242" indent="-294323">
              <a:defRPr sz="2500">
                <a:solidFill>
                  <a:schemeClr val="tx1"/>
                </a:solidFill>
                <a:latin typeface="Times" panose="02020603050405020304" pitchFamily="18" charset="0"/>
              </a:defRPr>
            </a:lvl2pPr>
            <a:lvl3pPr marL="1177294" indent="-235458">
              <a:defRPr sz="2500">
                <a:solidFill>
                  <a:schemeClr val="tx1"/>
                </a:solidFill>
                <a:latin typeface="Times" panose="02020603050405020304" pitchFamily="18" charset="0"/>
              </a:defRPr>
            </a:lvl3pPr>
            <a:lvl4pPr marL="1648212" indent="-235458">
              <a:defRPr sz="2500">
                <a:solidFill>
                  <a:schemeClr val="tx1"/>
                </a:solidFill>
                <a:latin typeface="Times" panose="02020603050405020304" pitchFamily="18" charset="0"/>
              </a:defRPr>
            </a:lvl4pPr>
            <a:lvl5pPr marL="2119130" indent="-235458">
              <a:defRPr sz="2500">
                <a:solidFill>
                  <a:schemeClr val="tx1"/>
                </a:solidFill>
                <a:latin typeface="Times" panose="02020603050405020304" pitchFamily="18" charset="0"/>
              </a:defRPr>
            </a:lvl5pPr>
            <a:lvl6pPr marL="2590047" indent="-235458" eaLnBrk="0" fontAlgn="base" hangingPunct="0">
              <a:spcBef>
                <a:spcPct val="0"/>
              </a:spcBef>
              <a:spcAft>
                <a:spcPct val="0"/>
              </a:spcAft>
              <a:defRPr sz="2500">
                <a:solidFill>
                  <a:schemeClr val="tx1"/>
                </a:solidFill>
                <a:latin typeface="Times" panose="02020603050405020304" pitchFamily="18" charset="0"/>
              </a:defRPr>
            </a:lvl6pPr>
            <a:lvl7pPr marL="3060965" indent="-235458" eaLnBrk="0" fontAlgn="base" hangingPunct="0">
              <a:spcBef>
                <a:spcPct val="0"/>
              </a:spcBef>
              <a:spcAft>
                <a:spcPct val="0"/>
              </a:spcAft>
              <a:defRPr sz="2500">
                <a:solidFill>
                  <a:schemeClr val="tx1"/>
                </a:solidFill>
                <a:latin typeface="Times" panose="02020603050405020304" pitchFamily="18" charset="0"/>
              </a:defRPr>
            </a:lvl7pPr>
            <a:lvl8pPr marL="3531883" indent="-235458" eaLnBrk="0" fontAlgn="base" hangingPunct="0">
              <a:spcBef>
                <a:spcPct val="0"/>
              </a:spcBef>
              <a:spcAft>
                <a:spcPct val="0"/>
              </a:spcAft>
              <a:defRPr sz="2500">
                <a:solidFill>
                  <a:schemeClr val="tx1"/>
                </a:solidFill>
                <a:latin typeface="Times" panose="02020603050405020304" pitchFamily="18" charset="0"/>
              </a:defRPr>
            </a:lvl8pPr>
            <a:lvl9pPr marL="4002800" indent="-235458" eaLnBrk="0" fontAlgn="base" hangingPunct="0">
              <a:spcBef>
                <a:spcPct val="0"/>
              </a:spcBef>
              <a:spcAft>
                <a:spcPct val="0"/>
              </a:spcAft>
              <a:defRPr sz="2500">
                <a:solidFill>
                  <a:schemeClr val="tx1"/>
                </a:solidFill>
                <a:latin typeface="Times" panose="02020603050405020304" pitchFamily="18" charset="0"/>
              </a:defRPr>
            </a:lvl9pPr>
          </a:lstStyle>
          <a:p>
            <a:fld id="{74B6D25A-F2C7-4349-9AFB-87B55C5F0AEB}" type="slidenum">
              <a:rPr lang="en-US" altLang="en-US" sz="1100"/>
              <a:pPr/>
              <a:t>18</a:t>
            </a:fld>
            <a:endParaRPr lang="en-US" altLang="en-US" sz="1100"/>
          </a:p>
        </p:txBody>
      </p:sp>
      <p:sp>
        <p:nvSpPr>
          <p:cNvPr id="36867" name="Rectangle 2">
            <a:extLst>
              <a:ext uri="{FF2B5EF4-FFF2-40B4-BE49-F238E27FC236}">
                <a16:creationId xmlns:a16="http://schemas.microsoft.com/office/drawing/2014/main" id="{7279D7AA-F09C-4047-8CAA-2E1848D8A1D4}"/>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36A85AB9-528F-45D2-9F95-8DD466C800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06A06854-D534-4F2B-9194-0EFC0B746A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5242" indent="-294323">
              <a:defRPr sz="2500">
                <a:solidFill>
                  <a:schemeClr val="tx1"/>
                </a:solidFill>
                <a:latin typeface="Times" panose="02020603050405020304" pitchFamily="18" charset="0"/>
              </a:defRPr>
            </a:lvl2pPr>
            <a:lvl3pPr marL="1177294" indent="-235458">
              <a:defRPr sz="2500">
                <a:solidFill>
                  <a:schemeClr val="tx1"/>
                </a:solidFill>
                <a:latin typeface="Times" panose="02020603050405020304" pitchFamily="18" charset="0"/>
              </a:defRPr>
            </a:lvl3pPr>
            <a:lvl4pPr marL="1648212" indent="-235458">
              <a:defRPr sz="2500">
                <a:solidFill>
                  <a:schemeClr val="tx1"/>
                </a:solidFill>
                <a:latin typeface="Times" panose="02020603050405020304" pitchFamily="18" charset="0"/>
              </a:defRPr>
            </a:lvl4pPr>
            <a:lvl5pPr marL="2119130" indent="-235458">
              <a:defRPr sz="2500">
                <a:solidFill>
                  <a:schemeClr val="tx1"/>
                </a:solidFill>
                <a:latin typeface="Times" panose="02020603050405020304" pitchFamily="18" charset="0"/>
              </a:defRPr>
            </a:lvl5pPr>
            <a:lvl6pPr marL="2590047" indent="-235458" eaLnBrk="0" fontAlgn="base" hangingPunct="0">
              <a:spcBef>
                <a:spcPct val="0"/>
              </a:spcBef>
              <a:spcAft>
                <a:spcPct val="0"/>
              </a:spcAft>
              <a:defRPr sz="2500">
                <a:solidFill>
                  <a:schemeClr val="tx1"/>
                </a:solidFill>
                <a:latin typeface="Times" panose="02020603050405020304" pitchFamily="18" charset="0"/>
              </a:defRPr>
            </a:lvl6pPr>
            <a:lvl7pPr marL="3060965" indent="-235458" eaLnBrk="0" fontAlgn="base" hangingPunct="0">
              <a:spcBef>
                <a:spcPct val="0"/>
              </a:spcBef>
              <a:spcAft>
                <a:spcPct val="0"/>
              </a:spcAft>
              <a:defRPr sz="2500">
                <a:solidFill>
                  <a:schemeClr val="tx1"/>
                </a:solidFill>
                <a:latin typeface="Times" panose="02020603050405020304" pitchFamily="18" charset="0"/>
              </a:defRPr>
            </a:lvl7pPr>
            <a:lvl8pPr marL="3531883" indent="-235458" eaLnBrk="0" fontAlgn="base" hangingPunct="0">
              <a:spcBef>
                <a:spcPct val="0"/>
              </a:spcBef>
              <a:spcAft>
                <a:spcPct val="0"/>
              </a:spcAft>
              <a:defRPr sz="2500">
                <a:solidFill>
                  <a:schemeClr val="tx1"/>
                </a:solidFill>
                <a:latin typeface="Times" panose="02020603050405020304" pitchFamily="18" charset="0"/>
              </a:defRPr>
            </a:lvl8pPr>
            <a:lvl9pPr marL="4002800" indent="-235458" eaLnBrk="0" fontAlgn="base" hangingPunct="0">
              <a:spcBef>
                <a:spcPct val="0"/>
              </a:spcBef>
              <a:spcAft>
                <a:spcPct val="0"/>
              </a:spcAft>
              <a:defRPr sz="2500">
                <a:solidFill>
                  <a:schemeClr val="tx1"/>
                </a:solidFill>
                <a:latin typeface="Times" panose="02020603050405020304" pitchFamily="18" charset="0"/>
              </a:defRPr>
            </a:lvl9pPr>
          </a:lstStyle>
          <a:p>
            <a:fld id="{82BA33AE-839D-44A5-A652-991B87CF33FA}" type="slidenum">
              <a:rPr lang="en-US" altLang="en-US" sz="1100"/>
              <a:pPr/>
              <a:t>19</a:t>
            </a:fld>
            <a:endParaRPr lang="en-US" altLang="en-US" sz="1100"/>
          </a:p>
        </p:txBody>
      </p:sp>
      <p:sp>
        <p:nvSpPr>
          <p:cNvPr id="33795" name="Rectangle 2">
            <a:extLst>
              <a:ext uri="{FF2B5EF4-FFF2-40B4-BE49-F238E27FC236}">
                <a16:creationId xmlns:a16="http://schemas.microsoft.com/office/drawing/2014/main" id="{B4D319E9-9315-4CA3-90A7-D3BFB54AA80E}"/>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F8632F5E-9B91-4E3E-A79A-0D34C5306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package-private</a:t>
            </a:r>
          </a:p>
        </p:txBody>
      </p:sp>
      <p:sp>
        <p:nvSpPr>
          <p:cNvPr id="4" name="Slide Number Placeholder 3"/>
          <p:cNvSpPr>
            <a:spLocks noGrp="1"/>
          </p:cNvSpPr>
          <p:nvPr>
            <p:ph type="sldNum" sz="quarter" idx="10"/>
          </p:nvPr>
        </p:nvSpPr>
        <p:spPr/>
        <p:txBody>
          <a:bodyPr/>
          <a:lstStyle/>
          <a:p>
            <a:fld id="{D498A21B-4299-4826-AEF8-B7DAE2664AEE}" type="slidenum">
              <a:rPr lang="en-US" altLang="en-US" smtClean="0"/>
              <a:pPr/>
              <a:t>20</a:t>
            </a:fld>
            <a:endParaRPr lang="en-US" altLang="en-US"/>
          </a:p>
        </p:txBody>
      </p:sp>
    </p:spTree>
    <p:extLst>
      <p:ext uri="{BB962C8B-B14F-4D97-AF65-F5344CB8AC3E}">
        <p14:creationId xmlns:p14="http://schemas.microsoft.com/office/powerpoint/2010/main" val="1879497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21</a:t>
            </a:fld>
            <a:endParaRPr lang="en-US"/>
          </a:p>
        </p:txBody>
      </p:sp>
    </p:spTree>
    <p:extLst>
      <p:ext uri="{BB962C8B-B14F-4D97-AF65-F5344CB8AC3E}">
        <p14:creationId xmlns:p14="http://schemas.microsoft.com/office/powerpoint/2010/main" val="3400731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98A21B-4299-4826-AEF8-B7DAE2664AEE}" type="slidenum">
              <a:rPr lang="en-US" altLang="en-US" smtClean="0"/>
              <a:pPr/>
              <a:t>22</a:t>
            </a:fld>
            <a:endParaRPr lang="en-US" altLang="en-US"/>
          </a:p>
        </p:txBody>
      </p:sp>
    </p:spTree>
    <p:extLst>
      <p:ext uri="{BB962C8B-B14F-4D97-AF65-F5344CB8AC3E}">
        <p14:creationId xmlns:p14="http://schemas.microsoft.com/office/powerpoint/2010/main" val="1296038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23</a:t>
            </a:fld>
            <a:endParaRPr lang="en-US"/>
          </a:p>
        </p:txBody>
      </p:sp>
    </p:spTree>
    <p:extLst>
      <p:ext uri="{BB962C8B-B14F-4D97-AF65-F5344CB8AC3E}">
        <p14:creationId xmlns:p14="http://schemas.microsoft.com/office/powerpoint/2010/main" val="4215655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100" dirty="0">
                <a:solidFill>
                  <a:schemeClr val="tx2"/>
                </a:solidFill>
              </a:rPr>
              <a:t>public void </a:t>
            </a:r>
            <a:r>
              <a:rPr lang="en-US" altLang="en-US" sz="1100" dirty="0" err="1">
                <a:solidFill>
                  <a:schemeClr val="tx2"/>
                </a:solidFill>
              </a:rPr>
              <a:t>addFirst</a:t>
            </a:r>
            <a:r>
              <a:rPr lang="en-US" altLang="en-US" sz="1100" dirty="0">
                <a:solidFill>
                  <a:schemeClr val="tx2"/>
                </a:solidFill>
              </a:rPr>
              <a:t>(E e) {</a:t>
            </a:r>
          </a:p>
          <a:p>
            <a:pPr>
              <a:lnSpc>
                <a:spcPct val="80000"/>
              </a:lnSpc>
            </a:pPr>
            <a:r>
              <a:rPr lang="en-US" altLang="en-US" sz="1100" dirty="0">
                <a:solidFill>
                  <a:schemeClr val="tx2"/>
                </a:solidFill>
              </a:rPr>
              <a:t>  Node&lt;E&gt; </a:t>
            </a:r>
            <a:r>
              <a:rPr lang="en-US" altLang="en-US" sz="1100" dirty="0" err="1">
                <a:solidFill>
                  <a:schemeClr val="tx2"/>
                </a:solidFill>
              </a:rPr>
              <a:t>newNode</a:t>
            </a:r>
            <a:r>
              <a:rPr lang="en-US" altLang="en-US" sz="1100" dirty="0">
                <a:solidFill>
                  <a:schemeClr val="tx2"/>
                </a:solidFill>
              </a:rPr>
              <a:t> = new Node&lt;&gt;(e);</a:t>
            </a:r>
          </a:p>
          <a:p>
            <a:pPr>
              <a:lnSpc>
                <a:spcPct val="80000"/>
              </a:lnSpc>
            </a:pPr>
            <a:r>
              <a:rPr lang="en-US" altLang="en-US" sz="1100" dirty="0">
                <a:solidFill>
                  <a:schemeClr val="tx2"/>
                </a:solidFill>
              </a:rPr>
              <a:t>  </a:t>
            </a:r>
            <a:r>
              <a:rPr lang="en-US" altLang="en-US" sz="1100" dirty="0" err="1">
                <a:solidFill>
                  <a:schemeClr val="tx2"/>
                </a:solidFill>
              </a:rPr>
              <a:t>newNode.next</a:t>
            </a:r>
            <a:r>
              <a:rPr lang="en-US" altLang="en-US" sz="1100" dirty="0">
                <a:solidFill>
                  <a:schemeClr val="tx2"/>
                </a:solidFill>
              </a:rPr>
              <a:t> = head;</a:t>
            </a:r>
          </a:p>
          <a:p>
            <a:pPr>
              <a:lnSpc>
                <a:spcPct val="80000"/>
              </a:lnSpc>
            </a:pPr>
            <a:r>
              <a:rPr lang="en-US" altLang="en-US" sz="1100" dirty="0">
                <a:solidFill>
                  <a:schemeClr val="tx2"/>
                </a:solidFill>
              </a:rPr>
              <a:t>  head = </a:t>
            </a:r>
            <a:r>
              <a:rPr lang="en-US" altLang="en-US" sz="1100" dirty="0" err="1">
                <a:solidFill>
                  <a:schemeClr val="tx2"/>
                </a:solidFill>
              </a:rPr>
              <a:t>newNode</a:t>
            </a:r>
            <a:r>
              <a:rPr lang="en-US" altLang="en-US" sz="1100" dirty="0">
                <a:solidFill>
                  <a:schemeClr val="tx2"/>
                </a:solidFill>
              </a:rPr>
              <a:t>;</a:t>
            </a:r>
          </a:p>
          <a:p>
            <a:pPr>
              <a:lnSpc>
                <a:spcPct val="80000"/>
              </a:lnSpc>
            </a:pPr>
            <a:r>
              <a:rPr lang="en-US" altLang="en-US" sz="1100" dirty="0">
                <a:solidFill>
                  <a:schemeClr val="tx2"/>
                </a:solidFill>
              </a:rPr>
              <a:t>  size++;</a:t>
            </a:r>
          </a:p>
          <a:p>
            <a:pPr>
              <a:lnSpc>
                <a:spcPct val="80000"/>
              </a:lnSpc>
            </a:pPr>
            <a:r>
              <a:rPr lang="en-US" altLang="en-US" sz="1100" dirty="0">
                <a:solidFill>
                  <a:schemeClr val="tx2"/>
                </a:solidFill>
              </a:rPr>
              <a:t>  if (tail == null)</a:t>
            </a:r>
          </a:p>
          <a:p>
            <a:pPr>
              <a:lnSpc>
                <a:spcPct val="80000"/>
              </a:lnSpc>
            </a:pPr>
            <a:r>
              <a:rPr lang="en-US" altLang="en-US" sz="1100" dirty="0">
                <a:solidFill>
                  <a:schemeClr val="tx2"/>
                </a:solidFill>
              </a:rPr>
              <a:t>    tail = head;</a:t>
            </a:r>
          </a:p>
          <a:p>
            <a:pPr>
              <a:lnSpc>
                <a:spcPct val="80000"/>
              </a:lnSpc>
            </a:pPr>
            <a:r>
              <a:rPr lang="en-US" altLang="en-US" sz="1100" dirty="0">
                <a:solidFill>
                  <a:schemeClr val="tx2"/>
                </a:solidFill>
              </a:rPr>
              <a:t>}</a:t>
            </a:r>
          </a:p>
          <a:p>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24</a:t>
            </a:fld>
            <a:endParaRPr lang="en-US"/>
          </a:p>
        </p:txBody>
      </p:sp>
    </p:spTree>
    <p:extLst>
      <p:ext uri="{BB962C8B-B14F-4D97-AF65-F5344CB8AC3E}">
        <p14:creationId xmlns:p14="http://schemas.microsoft.com/office/powerpoint/2010/main" val="28837779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100" b="1" dirty="0">
                <a:solidFill>
                  <a:schemeClr val="tx2"/>
                </a:solidFill>
              </a:rPr>
              <a:t>public void</a:t>
            </a:r>
            <a:r>
              <a:rPr lang="en-US" altLang="en-US" sz="1100" dirty="0">
                <a:solidFill>
                  <a:schemeClr val="tx2"/>
                </a:solidFill>
              </a:rPr>
              <a:t> </a:t>
            </a:r>
            <a:r>
              <a:rPr lang="en-US" altLang="en-US" sz="1100" dirty="0" err="1">
                <a:solidFill>
                  <a:schemeClr val="tx2"/>
                </a:solidFill>
              </a:rPr>
              <a:t>addLast</a:t>
            </a:r>
            <a:r>
              <a:rPr lang="en-US" altLang="en-US" sz="1100" dirty="0">
                <a:solidFill>
                  <a:schemeClr val="tx2"/>
                </a:solidFill>
              </a:rPr>
              <a:t>(E e) {</a:t>
            </a:r>
          </a:p>
          <a:p>
            <a:pPr>
              <a:lnSpc>
                <a:spcPct val="80000"/>
              </a:lnSpc>
            </a:pPr>
            <a:r>
              <a:rPr lang="en-US" altLang="en-US" sz="1100" dirty="0">
                <a:solidFill>
                  <a:schemeClr val="tx2"/>
                </a:solidFill>
              </a:rPr>
              <a:t>  </a:t>
            </a:r>
            <a:r>
              <a:rPr lang="en-US" altLang="en-US" sz="1100" b="1" dirty="0">
                <a:solidFill>
                  <a:schemeClr val="tx2"/>
                </a:solidFill>
              </a:rPr>
              <a:t>if</a:t>
            </a:r>
            <a:r>
              <a:rPr lang="en-US" altLang="en-US" sz="1100" dirty="0">
                <a:solidFill>
                  <a:schemeClr val="tx2"/>
                </a:solidFill>
              </a:rPr>
              <a:t> (tail == </a:t>
            </a:r>
            <a:r>
              <a:rPr lang="en-US" altLang="en-US" sz="1100" b="1" dirty="0">
                <a:solidFill>
                  <a:schemeClr val="tx2"/>
                </a:solidFill>
              </a:rPr>
              <a:t>null</a:t>
            </a:r>
            <a:r>
              <a:rPr lang="en-US" altLang="en-US" sz="1100" dirty="0">
                <a:solidFill>
                  <a:schemeClr val="tx2"/>
                </a:solidFill>
              </a:rPr>
              <a:t>) {</a:t>
            </a:r>
          </a:p>
          <a:p>
            <a:pPr>
              <a:lnSpc>
                <a:spcPct val="80000"/>
              </a:lnSpc>
            </a:pPr>
            <a:r>
              <a:rPr lang="en-US" altLang="en-US" sz="1100" dirty="0">
                <a:solidFill>
                  <a:schemeClr val="tx2"/>
                </a:solidFill>
              </a:rPr>
              <a:t>    head = tail = </a:t>
            </a:r>
            <a:r>
              <a:rPr lang="en-US" altLang="en-US" sz="1100" b="1" dirty="0">
                <a:solidFill>
                  <a:schemeClr val="tx2"/>
                </a:solidFill>
              </a:rPr>
              <a:t>new</a:t>
            </a:r>
            <a:r>
              <a:rPr lang="en-US" altLang="en-US" sz="1100" dirty="0">
                <a:solidFill>
                  <a:schemeClr val="tx2"/>
                </a:solidFill>
              </a:rPr>
              <a:t> Node&lt;&gt;(e);</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  </a:t>
            </a:r>
            <a:r>
              <a:rPr lang="en-US" altLang="en-US" sz="1100" b="1" dirty="0">
                <a:solidFill>
                  <a:schemeClr val="tx2"/>
                </a:solidFill>
              </a:rPr>
              <a:t>else</a:t>
            </a:r>
            <a:r>
              <a:rPr lang="en-US" altLang="en-US" sz="1100" dirty="0">
                <a:solidFill>
                  <a:schemeClr val="tx2"/>
                </a:solidFill>
              </a:rPr>
              <a:t> {</a:t>
            </a:r>
          </a:p>
          <a:p>
            <a:pPr>
              <a:lnSpc>
                <a:spcPct val="80000"/>
              </a:lnSpc>
            </a:pPr>
            <a:r>
              <a:rPr lang="en-US" altLang="en-US" sz="1100" dirty="0">
                <a:solidFill>
                  <a:schemeClr val="tx2"/>
                </a:solidFill>
              </a:rPr>
              <a:t>    </a:t>
            </a:r>
            <a:r>
              <a:rPr lang="en-US" altLang="en-US" sz="1100" dirty="0" err="1">
                <a:solidFill>
                  <a:schemeClr val="tx2"/>
                </a:solidFill>
              </a:rPr>
              <a:t>tail.next</a:t>
            </a:r>
            <a:r>
              <a:rPr lang="en-US" altLang="en-US" sz="1100" dirty="0">
                <a:solidFill>
                  <a:schemeClr val="tx2"/>
                </a:solidFill>
              </a:rPr>
              <a:t> = </a:t>
            </a:r>
            <a:r>
              <a:rPr lang="en-US" altLang="en-US" sz="1100" b="1" dirty="0">
                <a:solidFill>
                  <a:schemeClr val="tx2"/>
                </a:solidFill>
              </a:rPr>
              <a:t>new</a:t>
            </a:r>
            <a:r>
              <a:rPr lang="en-US" altLang="en-US" sz="1100" dirty="0">
                <a:solidFill>
                  <a:schemeClr val="tx2"/>
                </a:solidFill>
              </a:rPr>
              <a:t> Node&lt;&gt;(e);</a:t>
            </a:r>
          </a:p>
          <a:p>
            <a:pPr>
              <a:lnSpc>
                <a:spcPct val="80000"/>
              </a:lnSpc>
            </a:pPr>
            <a:r>
              <a:rPr lang="en-US" altLang="en-US" sz="1100" dirty="0">
                <a:solidFill>
                  <a:schemeClr val="tx2"/>
                </a:solidFill>
              </a:rPr>
              <a:t>    tail = </a:t>
            </a:r>
            <a:r>
              <a:rPr lang="en-US" altLang="en-US" sz="1100" dirty="0" err="1">
                <a:solidFill>
                  <a:schemeClr val="tx2"/>
                </a:solidFill>
              </a:rPr>
              <a:t>tail.next</a:t>
            </a:r>
            <a:r>
              <a:rPr lang="en-US" altLang="en-US" sz="1100" dirty="0">
                <a:solidFill>
                  <a:schemeClr val="tx2"/>
                </a:solidFill>
              </a:rPr>
              <a:t>;</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  size++;</a:t>
            </a:r>
          </a:p>
          <a:p>
            <a:pPr>
              <a:lnSpc>
                <a:spcPct val="80000"/>
              </a:lnSpc>
            </a:pPr>
            <a:r>
              <a:rPr lang="en-US" altLang="en-US" sz="1100" dirty="0">
                <a:solidFill>
                  <a:schemeClr val="tx2"/>
                </a:solidFill>
              </a:rPr>
              <a:t>}</a:t>
            </a:r>
          </a:p>
          <a:p>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25</a:t>
            </a:fld>
            <a:endParaRPr lang="en-US"/>
          </a:p>
        </p:txBody>
      </p:sp>
    </p:spTree>
    <p:extLst>
      <p:ext uri="{BB962C8B-B14F-4D97-AF65-F5344CB8AC3E}">
        <p14:creationId xmlns:p14="http://schemas.microsoft.com/office/powerpoint/2010/main" val="1800018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100" b="1" dirty="0">
                <a:solidFill>
                  <a:schemeClr val="tx2"/>
                </a:solidFill>
              </a:rPr>
              <a:t>public void</a:t>
            </a:r>
            <a:r>
              <a:rPr lang="en-US" altLang="en-US" sz="1100" dirty="0">
                <a:solidFill>
                  <a:schemeClr val="tx2"/>
                </a:solidFill>
              </a:rPr>
              <a:t> add(</a:t>
            </a:r>
            <a:r>
              <a:rPr lang="en-US" altLang="en-US" sz="1100" b="1" dirty="0">
                <a:solidFill>
                  <a:schemeClr val="tx2"/>
                </a:solidFill>
              </a:rPr>
              <a:t>int</a:t>
            </a:r>
            <a:r>
              <a:rPr lang="en-US" altLang="en-US" sz="1100" dirty="0">
                <a:solidFill>
                  <a:schemeClr val="tx2"/>
                </a:solidFill>
              </a:rPr>
              <a:t> index, E e) {</a:t>
            </a:r>
          </a:p>
          <a:p>
            <a:pPr>
              <a:lnSpc>
                <a:spcPct val="80000"/>
              </a:lnSpc>
            </a:pPr>
            <a:r>
              <a:rPr lang="en-US" altLang="en-US" sz="1100" dirty="0">
                <a:solidFill>
                  <a:schemeClr val="tx2"/>
                </a:solidFill>
              </a:rPr>
              <a:t>  </a:t>
            </a:r>
            <a:r>
              <a:rPr lang="en-US" altLang="en-US" sz="1100" b="1" dirty="0">
                <a:solidFill>
                  <a:schemeClr val="tx2"/>
                </a:solidFill>
              </a:rPr>
              <a:t>if</a:t>
            </a:r>
            <a:r>
              <a:rPr lang="en-US" altLang="en-US" sz="1100" dirty="0">
                <a:solidFill>
                  <a:schemeClr val="tx2"/>
                </a:solidFill>
              </a:rPr>
              <a:t> (index == 0) </a:t>
            </a:r>
            <a:r>
              <a:rPr lang="en-US" altLang="en-US" sz="1100" dirty="0" err="1">
                <a:solidFill>
                  <a:schemeClr val="tx2"/>
                </a:solidFill>
              </a:rPr>
              <a:t>addFirst</a:t>
            </a:r>
            <a:r>
              <a:rPr lang="en-US" altLang="en-US" sz="1100" dirty="0">
                <a:solidFill>
                  <a:schemeClr val="tx2"/>
                </a:solidFill>
              </a:rPr>
              <a:t>(e);</a:t>
            </a:r>
          </a:p>
          <a:p>
            <a:pPr>
              <a:lnSpc>
                <a:spcPct val="80000"/>
              </a:lnSpc>
            </a:pPr>
            <a:r>
              <a:rPr lang="en-US" altLang="en-US" sz="1100" dirty="0">
                <a:solidFill>
                  <a:schemeClr val="tx2"/>
                </a:solidFill>
              </a:rPr>
              <a:t>  </a:t>
            </a:r>
            <a:r>
              <a:rPr lang="en-US" altLang="en-US" sz="1100" b="1" dirty="0">
                <a:solidFill>
                  <a:schemeClr val="tx2"/>
                </a:solidFill>
              </a:rPr>
              <a:t>else if</a:t>
            </a:r>
            <a:r>
              <a:rPr lang="en-US" altLang="en-US" sz="1100" dirty="0">
                <a:solidFill>
                  <a:schemeClr val="tx2"/>
                </a:solidFill>
              </a:rPr>
              <a:t> (index &gt;= size) </a:t>
            </a:r>
            <a:r>
              <a:rPr lang="en-US" altLang="en-US" sz="1100" dirty="0" err="1">
                <a:solidFill>
                  <a:schemeClr val="tx2"/>
                </a:solidFill>
              </a:rPr>
              <a:t>addLast</a:t>
            </a:r>
            <a:r>
              <a:rPr lang="en-US" altLang="en-US" sz="1100" dirty="0">
                <a:solidFill>
                  <a:schemeClr val="tx2"/>
                </a:solidFill>
              </a:rPr>
              <a:t>(e);</a:t>
            </a:r>
          </a:p>
          <a:p>
            <a:pPr>
              <a:lnSpc>
                <a:spcPct val="80000"/>
              </a:lnSpc>
            </a:pPr>
            <a:r>
              <a:rPr lang="en-US" altLang="en-US" sz="1100" dirty="0">
                <a:solidFill>
                  <a:schemeClr val="tx2"/>
                </a:solidFill>
              </a:rPr>
              <a:t>  </a:t>
            </a:r>
            <a:r>
              <a:rPr lang="en-US" altLang="en-US" sz="1100" b="1" dirty="0">
                <a:solidFill>
                  <a:schemeClr val="tx2"/>
                </a:solidFill>
              </a:rPr>
              <a:t>else</a:t>
            </a:r>
            <a:r>
              <a:rPr lang="en-US" altLang="en-US" sz="1100" dirty="0">
                <a:solidFill>
                  <a:schemeClr val="tx2"/>
                </a:solidFill>
              </a:rPr>
              <a:t> {</a:t>
            </a:r>
          </a:p>
          <a:p>
            <a:pPr>
              <a:lnSpc>
                <a:spcPct val="80000"/>
              </a:lnSpc>
            </a:pPr>
            <a:r>
              <a:rPr lang="en-US" altLang="en-US" sz="1100" dirty="0">
                <a:solidFill>
                  <a:schemeClr val="tx2"/>
                </a:solidFill>
              </a:rPr>
              <a:t>    Node&lt;E&gt; current = head;</a:t>
            </a:r>
          </a:p>
          <a:p>
            <a:pPr>
              <a:lnSpc>
                <a:spcPct val="80000"/>
              </a:lnSpc>
            </a:pPr>
            <a:r>
              <a:rPr lang="en-US" altLang="en-US" sz="1100" dirty="0">
                <a:solidFill>
                  <a:schemeClr val="tx2"/>
                </a:solidFill>
              </a:rPr>
              <a:t>    </a:t>
            </a:r>
            <a:r>
              <a:rPr lang="en-US" altLang="en-US" sz="1100" b="1" dirty="0">
                <a:solidFill>
                  <a:schemeClr val="tx2"/>
                </a:solidFill>
              </a:rPr>
              <a:t>for</a:t>
            </a:r>
            <a:r>
              <a:rPr lang="en-US" altLang="en-US" sz="1100" dirty="0">
                <a:solidFill>
                  <a:schemeClr val="tx2"/>
                </a:solidFill>
              </a:rPr>
              <a:t> (</a:t>
            </a:r>
            <a:r>
              <a:rPr lang="en-US" altLang="en-US" sz="1100" b="1" dirty="0">
                <a:solidFill>
                  <a:schemeClr val="tx2"/>
                </a:solidFill>
              </a:rPr>
              <a:t>int</a:t>
            </a:r>
            <a:r>
              <a:rPr lang="en-US" altLang="en-US" sz="1100" dirty="0">
                <a:solidFill>
                  <a:schemeClr val="tx2"/>
                </a:solidFill>
              </a:rPr>
              <a:t> </a:t>
            </a:r>
            <a:r>
              <a:rPr lang="en-US" altLang="en-US" sz="1100" dirty="0" err="1">
                <a:solidFill>
                  <a:schemeClr val="tx2"/>
                </a:solidFill>
              </a:rPr>
              <a:t>i</a:t>
            </a:r>
            <a:r>
              <a:rPr lang="en-US" altLang="en-US" sz="1100" dirty="0">
                <a:solidFill>
                  <a:schemeClr val="tx2"/>
                </a:solidFill>
              </a:rPr>
              <a:t> = 1; </a:t>
            </a:r>
            <a:r>
              <a:rPr lang="en-US" altLang="en-US" sz="1100" dirty="0" err="1">
                <a:solidFill>
                  <a:schemeClr val="tx2"/>
                </a:solidFill>
              </a:rPr>
              <a:t>i</a:t>
            </a:r>
            <a:r>
              <a:rPr lang="en-US" altLang="en-US" sz="1100" dirty="0">
                <a:solidFill>
                  <a:schemeClr val="tx2"/>
                </a:solidFill>
              </a:rPr>
              <a:t> &lt; index; </a:t>
            </a:r>
            <a:r>
              <a:rPr lang="en-US" altLang="en-US" sz="1100" dirty="0" err="1">
                <a:solidFill>
                  <a:schemeClr val="tx2"/>
                </a:solidFill>
              </a:rPr>
              <a:t>i</a:t>
            </a:r>
            <a:r>
              <a:rPr lang="en-US" altLang="en-US" sz="1100" dirty="0">
                <a:solidFill>
                  <a:schemeClr val="tx2"/>
                </a:solidFill>
              </a:rPr>
              <a:t>++)</a:t>
            </a:r>
          </a:p>
          <a:p>
            <a:pPr>
              <a:lnSpc>
                <a:spcPct val="80000"/>
              </a:lnSpc>
            </a:pPr>
            <a:r>
              <a:rPr lang="en-US" altLang="en-US" sz="1100" dirty="0">
                <a:solidFill>
                  <a:schemeClr val="tx2"/>
                </a:solidFill>
              </a:rPr>
              <a:t>      current = </a:t>
            </a:r>
            <a:r>
              <a:rPr lang="en-US" altLang="en-US" sz="1100" dirty="0" err="1">
                <a:solidFill>
                  <a:schemeClr val="tx2"/>
                </a:solidFill>
              </a:rPr>
              <a:t>current.next</a:t>
            </a:r>
            <a:r>
              <a:rPr lang="en-US" altLang="en-US" sz="1100" dirty="0">
                <a:solidFill>
                  <a:schemeClr val="tx2"/>
                </a:solidFill>
              </a:rPr>
              <a:t>;</a:t>
            </a:r>
          </a:p>
          <a:p>
            <a:pPr>
              <a:lnSpc>
                <a:spcPct val="80000"/>
              </a:lnSpc>
            </a:pPr>
            <a:r>
              <a:rPr lang="en-US" altLang="en-US" sz="1100" dirty="0">
                <a:solidFill>
                  <a:schemeClr val="tx2"/>
                </a:solidFill>
              </a:rPr>
              <a:t>    Node&lt;E&gt; temp = </a:t>
            </a:r>
            <a:r>
              <a:rPr lang="en-US" altLang="en-US" sz="1100" dirty="0" err="1">
                <a:solidFill>
                  <a:schemeClr val="tx2"/>
                </a:solidFill>
              </a:rPr>
              <a:t>current.next</a:t>
            </a:r>
            <a:r>
              <a:rPr lang="en-US" altLang="en-US" sz="1100" dirty="0">
                <a:solidFill>
                  <a:schemeClr val="tx2"/>
                </a:solidFill>
              </a:rPr>
              <a:t>;</a:t>
            </a:r>
          </a:p>
          <a:p>
            <a:pPr>
              <a:lnSpc>
                <a:spcPct val="80000"/>
              </a:lnSpc>
            </a:pPr>
            <a:r>
              <a:rPr lang="en-US" altLang="en-US" sz="1100" dirty="0">
                <a:solidFill>
                  <a:schemeClr val="tx2"/>
                </a:solidFill>
              </a:rPr>
              <a:t>    </a:t>
            </a:r>
            <a:r>
              <a:rPr lang="en-US" altLang="en-US" sz="1100" dirty="0" err="1">
                <a:solidFill>
                  <a:schemeClr val="tx2"/>
                </a:solidFill>
              </a:rPr>
              <a:t>current.next</a:t>
            </a:r>
            <a:r>
              <a:rPr lang="en-US" altLang="en-US" sz="1100" dirty="0">
                <a:solidFill>
                  <a:schemeClr val="tx2"/>
                </a:solidFill>
              </a:rPr>
              <a:t> = </a:t>
            </a:r>
            <a:r>
              <a:rPr lang="en-US" altLang="en-US" sz="1100" b="1" dirty="0">
                <a:solidFill>
                  <a:schemeClr val="tx2"/>
                </a:solidFill>
              </a:rPr>
              <a:t>new</a:t>
            </a:r>
            <a:r>
              <a:rPr lang="en-US" altLang="en-US" sz="1100" dirty="0">
                <a:solidFill>
                  <a:schemeClr val="tx2"/>
                </a:solidFill>
              </a:rPr>
              <a:t> Node&lt;&gt;(e);</a:t>
            </a:r>
          </a:p>
          <a:p>
            <a:pPr>
              <a:lnSpc>
                <a:spcPct val="80000"/>
              </a:lnSpc>
            </a:pPr>
            <a:r>
              <a:rPr lang="en-US" altLang="en-US" sz="1100" dirty="0">
                <a:solidFill>
                  <a:schemeClr val="tx2"/>
                </a:solidFill>
              </a:rPr>
              <a:t>    (</a:t>
            </a:r>
            <a:r>
              <a:rPr lang="en-US" altLang="en-US" sz="1100" dirty="0" err="1">
                <a:solidFill>
                  <a:schemeClr val="tx2"/>
                </a:solidFill>
              </a:rPr>
              <a:t>current.next</a:t>
            </a:r>
            <a:r>
              <a:rPr lang="en-US" altLang="en-US" sz="1100" dirty="0">
                <a:solidFill>
                  <a:schemeClr val="tx2"/>
                </a:solidFill>
              </a:rPr>
              <a:t>).next = temp;</a:t>
            </a:r>
          </a:p>
          <a:p>
            <a:pPr>
              <a:lnSpc>
                <a:spcPct val="80000"/>
              </a:lnSpc>
            </a:pPr>
            <a:r>
              <a:rPr lang="en-US" altLang="en-US" sz="1100" dirty="0">
                <a:solidFill>
                  <a:schemeClr val="tx2"/>
                </a:solidFill>
              </a:rPr>
              <a:t>    size++;</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a:t>
            </a:r>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26</a:t>
            </a:fld>
            <a:endParaRPr lang="en-US"/>
          </a:p>
        </p:txBody>
      </p:sp>
    </p:spTree>
    <p:extLst>
      <p:ext uri="{BB962C8B-B14F-4D97-AF65-F5344CB8AC3E}">
        <p14:creationId xmlns:p14="http://schemas.microsoft.com/office/powerpoint/2010/main" val="3721057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100" b="1" dirty="0">
                <a:solidFill>
                  <a:schemeClr val="tx2"/>
                </a:solidFill>
              </a:rPr>
              <a:t>public</a:t>
            </a:r>
            <a:r>
              <a:rPr lang="en-US" altLang="en-US" sz="1100" dirty="0">
                <a:solidFill>
                  <a:schemeClr val="tx2"/>
                </a:solidFill>
              </a:rPr>
              <a:t> E </a:t>
            </a:r>
            <a:r>
              <a:rPr lang="en-US" altLang="en-US" sz="1100" dirty="0" err="1">
                <a:solidFill>
                  <a:schemeClr val="tx2"/>
                </a:solidFill>
              </a:rPr>
              <a:t>removeFirst</a:t>
            </a:r>
            <a:r>
              <a:rPr lang="en-US" altLang="en-US" sz="1100" dirty="0">
                <a:solidFill>
                  <a:schemeClr val="tx2"/>
                </a:solidFill>
              </a:rPr>
              <a:t>() {</a:t>
            </a:r>
          </a:p>
          <a:p>
            <a:pPr>
              <a:lnSpc>
                <a:spcPct val="80000"/>
              </a:lnSpc>
            </a:pPr>
            <a:r>
              <a:rPr lang="en-US" altLang="en-US" sz="1100" dirty="0">
                <a:solidFill>
                  <a:schemeClr val="tx2"/>
                </a:solidFill>
              </a:rPr>
              <a:t>  </a:t>
            </a:r>
            <a:r>
              <a:rPr lang="en-US" altLang="en-US" sz="1100" b="1" dirty="0">
                <a:solidFill>
                  <a:schemeClr val="tx2"/>
                </a:solidFill>
              </a:rPr>
              <a:t>if</a:t>
            </a:r>
            <a:r>
              <a:rPr lang="en-US" altLang="en-US" sz="1100" dirty="0">
                <a:solidFill>
                  <a:schemeClr val="tx2"/>
                </a:solidFill>
              </a:rPr>
              <a:t> (size == 0) </a:t>
            </a:r>
            <a:r>
              <a:rPr lang="en-US" altLang="en-US" sz="1100" b="1" dirty="0">
                <a:solidFill>
                  <a:schemeClr val="tx2"/>
                </a:solidFill>
              </a:rPr>
              <a:t>return null</a:t>
            </a:r>
            <a:r>
              <a:rPr lang="en-US" altLang="en-US" sz="1100" dirty="0">
                <a:solidFill>
                  <a:schemeClr val="tx2"/>
                </a:solidFill>
              </a:rPr>
              <a:t>;</a:t>
            </a:r>
          </a:p>
          <a:p>
            <a:pPr>
              <a:lnSpc>
                <a:spcPct val="80000"/>
              </a:lnSpc>
            </a:pPr>
            <a:r>
              <a:rPr lang="en-US" altLang="en-US" sz="1100" dirty="0">
                <a:solidFill>
                  <a:schemeClr val="tx2"/>
                </a:solidFill>
              </a:rPr>
              <a:t>  </a:t>
            </a:r>
            <a:r>
              <a:rPr lang="en-US" altLang="en-US" sz="1100" b="1" dirty="0">
                <a:solidFill>
                  <a:schemeClr val="tx2"/>
                </a:solidFill>
              </a:rPr>
              <a:t>else</a:t>
            </a:r>
            <a:r>
              <a:rPr lang="en-US" altLang="en-US" sz="1100" dirty="0">
                <a:solidFill>
                  <a:schemeClr val="tx2"/>
                </a:solidFill>
              </a:rPr>
              <a:t> {</a:t>
            </a:r>
          </a:p>
          <a:p>
            <a:pPr>
              <a:lnSpc>
                <a:spcPct val="80000"/>
              </a:lnSpc>
            </a:pPr>
            <a:r>
              <a:rPr lang="en-US" altLang="en-US" sz="1100" dirty="0">
                <a:solidFill>
                  <a:schemeClr val="tx2"/>
                </a:solidFill>
              </a:rPr>
              <a:t>    Node&lt;E&gt; temp = head;</a:t>
            </a:r>
          </a:p>
          <a:p>
            <a:pPr>
              <a:lnSpc>
                <a:spcPct val="80000"/>
              </a:lnSpc>
            </a:pPr>
            <a:r>
              <a:rPr lang="en-US" altLang="en-US" sz="1100" dirty="0">
                <a:solidFill>
                  <a:schemeClr val="tx2"/>
                </a:solidFill>
              </a:rPr>
              <a:t>    head = </a:t>
            </a:r>
            <a:r>
              <a:rPr lang="en-US" altLang="en-US" sz="1100" dirty="0" err="1">
                <a:solidFill>
                  <a:schemeClr val="tx2"/>
                </a:solidFill>
              </a:rPr>
              <a:t>head.next</a:t>
            </a:r>
            <a:r>
              <a:rPr lang="en-US" altLang="en-US" sz="1100" dirty="0">
                <a:solidFill>
                  <a:schemeClr val="tx2"/>
                </a:solidFill>
              </a:rPr>
              <a:t>;</a:t>
            </a:r>
          </a:p>
          <a:p>
            <a:pPr>
              <a:lnSpc>
                <a:spcPct val="80000"/>
              </a:lnSpc>
            </a:pPr>
            <a:r>
              <a:rPr lang="en-US" altLang="en-US" sz="1100" dirty="0">
                <a:solidFill>
                  <a:schemeClr val="tx2"/>
                </a:solidFill>
              </a:rPr>
              <a:t>    size--;</a:t>
            </a:r>
          </a:p>
          <a:p>
            <a:pPr>
              <a:lnSpc>
                <a:spcPct val="80000"/>
              </a:lnSpc>
            </a:pPr>
            <a:r>
              <a:rPr lang="en-US" altLang="en-US" sz="1100" dirty="0">
                <a:solidFill>
                  <a:schemeClr val="tx2"/>
                </a:solidFill>
              </a:rPr>
              <a:t>    </a:t>
            </a:r>
            <a:r>
              <a:rPr lang="en-US" altLang="en-US" sz="1100" b="1" dirty="0">
                <a:solidFill>
                  <a:schemeClr val="tx2"/>
                </a:solidFill>
              </a:rPr>
              <a:t>if</a:t>
            </a:r>
            <a:r>
              <a:rPr lang="en-US" altLang="en-US" sz="1100" dirty="0">
                <a:solidFill>
                  <a:schemeClr val="tx2"/>
                </a:solidFill>
              </a:rPr>
              <a:t> (head == </a:t>
            </a:r>
            <a:r>
              <a:rPr lang="en-US" altLang="en-US" sz="1100" b="1" dirty="0">
                <a:solidFill>
                  <a:schemeClr val="tx2"/>
                </a:solidFill>
              </a:rPr>
              <a:t>null</a:t>
            </a:r>
            <a:r>
              <a:rPr lang="en-US" altLang="en-US" sz="1100" dirty="0">
                <a:solidFill>
                  <a:schemeClr val="tx2"/>
                </a:solidFill>
              </a:rPr>
              <a:t>) tail = </a:t>
            </a:r>
            <a:r>
              <a:rPr lang="en-US" altLang="en-US" sz="1100" b="1" dirty="0">
                <a:solidFill>
                  <a:schemeClr val="tx2"/>
                </a:solidFill>
              </a:rPr>
              <a:t>null</a:t>
            </a:r>
            <a:r>
              <a:rPr lang="en-US" altLang="en-US" sz="1100" dirty="0">
                <a:solidFill>
                  <a:schemeClr val="tx2"/>
                </a:solidFill>
              </a:rPr>
              <a:t>;</a:t>
            </a:r>
          </a:p>
          <a:p>
            <a:pPr>
              <a:lnSpc>
                <a:spcPct val="80000"/>
              </a:lnSpc>
            </a:pPr>
            <a:r>
              <a:rPr lang="en-US" altLang="en-US" sz="1100" dirty="0">
                <a:solidFill>
                  <a:schemeClr val="tx2"/>
                </a:solidFill>
              </a:rPr>
              <a:t>    return </a:t>
            </a:r>
            <a:r>
              <a:rPr lang="en-US" altLang="en-US" sz="1100" dirty="0" err="1">
                <a:solidFill>
                  <a:schemeClr val="tx2"/>
                </a:solidFill>
              </a:rPr>
              <a:t>temp.element</a:t>
            </a:r>
            <a:r>
              <a:rPr lang="en-US" altLang="en-US" sz="1100" dirty="0">
                <a:solidFill>
                  <a:schemeClr val="tx2"/>
                </a:solidFill>
              </a:rPr>
              <a:t>;</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a:t>
            </a:r>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27</a:t>
            </a:fld>
            <a:endParaRPr lang="en-US"/>
          </a:p>
        </p:txBody>
      </p:sp>
    </p:spTree>
    <p:extLst>
      <p:ext uri="{BB962C8B-B14F-4D97-AF65-F5344CB8AC3E}">
        <p14:creationId xmlns:p14="http://schemas.microsoft.com/office/powerpoint/2010/main" val="39897271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100" b="1" dirty="0">
                <a:solidFill>
                  <a:schemeClr val="tx2"/>
                </a:solidFill>
              </a:rPr>
              <a:t>public</a:t>
            </a:r>
            <a:r>
              <a:rPr lang="en-US" altLang="en-US" sz="1100" dirty="0">
                <a:solidFill>
                  <a:schemeClr val="tx2"/>
                </a:solidFill>
              </a:rPr>
              <a:t> E </a:t>
            </a:r>
            <a:r>
              <a:rPr lang="en-US" altLang="en-US" sz="1100" dirty="0" err="1">
                <a:solidFill>
                  <a:schemeClr val="tx2"/>
                </a:solidFill>
              </a:rPr>
              <a:t>removeLast</a:t>
            </a:r>
            <a:r>
              <a:rPr lang="en-US" altLang="en-US" sz="1100" dirty="0">
                <a:solidFill>
                  <a:schemeClr val="tx2"/>
                </a:solidFill>
              </a:rPr>
              <a:t>() {</a:t>
            </a:r>
          </a:p>
          <a:p>
            <a:pPr>
              <a:lnSpc>
                <a:spcPct val="80000"/>
              </a:lnSpc>
            </a:pPr>
            <a:r>
              <a:rPr lang="en-US" altLang="en-US" sz="1100" dirty="0">
                <a:solidFill>
                  <a:schemeClr val="tx2"/>
                </a:solidFill>
              </a:rPr>
              <a:t>  </a:t>
            </a:r>
            <a:r>
              <a:rPr lang="en-US" altLang="en-US" sz="1100" b="1" dirty="0">
                <a:solidFill>
                  <a:schemeClr val="tx2"/>
                </a:solidFill>
              </a:rPr>
              <a:t>if</a:t>
            </a:r>
            <a:r>
              <a:rPr lang="en-US" altLang="en-US" sz="1100" dirty="0">
                <a:solidFill>
                  <a:schemeClr val="tx2"/>
                </a:solidFill>
              </a:rPr>
              <a:t> (size == 0) </a:t>
            </a:r>
            <a:r>
              <a:rPr lang="en-US" altLang="en-US" sz="1100" b="1" dirty="0">
                <a:solidFill>
                  <a:schemeClr val="tx2"/>
                </a:solidFill>
              </a:rPr>
              <a:t>return null</a:t>
            </a:r>
            <a:r>
              <a:rPr lang="en-US" altLang="en-US" sz="1100" dirty="0">
                <a:solidFill>
                  <a:schemeClr val="tx2"/>
                </a:solidFill>
              </a:rPr>
              <a:t>;</a:t>
            </a:r>
          </a:p>
          <a:p>
            <a:pPr>
              <a:lnSpc>
                <a:spcPct val="80000"/>
              </a:lnSpc>
            </a:pPr>
            <a:r>
              <a:rPr lang="en-US" altLang="en-US" sz="1100" dirty="0">
                <a:solidFill>
                  <a:schemeClr val="tx2"/>
                </a:solidFill>
              </a:rPr>
              <a:t>  </a:t>
            </a:r>
            <a:r>
              <a:rPr lang="en-US" altLang="en-US" sz="1100" b="1" dirty="0">
                <a:solidFill>
                  <a:schemeClr val="tx2"/>
                </a:solidFill>
              </a:rPr>
              <a:t>else if</a:t>
            </a:r>
            <a:r>
              <a:rPr lang="en-US" altLang="en-US" sz="1100" dirty="0">
                <a:solidFill>
                  <a:schemeClr val="tx2"/>
                </a:solidFill>
              </a:rPr>
              <a:t> (size == 1)</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    Node&lt;E&gt; temp = head;</a:t>
            </a:r>
          </a:p>
          <a:p>
            <a:pPr>
              <a:lnSpc>
                <a:spcPct val="80000"/>
              </a:lnSpc>
            </a:pPr>
            <a:r>
              <a:rPr lang="en-US" altLang="en-US" sz="1100" dirty="0">
                <a:solidFill>
                  <a:schemeClr val="tx2"/>
                </a:solidFill>
              </a:rPr>
              <a:t>    head = tail = </a:t>
            </a:r>
            <a:r>
              <a:rPr lang="en-US" altLang="en-US" sz="1100" b="1" dirty="0">
                <a:solidFill>
                  <a:schemeClr val="tx2"/>
                </a:solidFill>
              </a:rPr>
              <a:t>null</a:t>
            </a:r>
            <a:r>
              <a:rPr lang="en-US" altLang="en-US" sz="1100" dirty="0">
                <a:solidFill>
                  <a:schemeClr val="tx2"/>
                </a:solidFill>
              </a:rPr>
              <a:t>;</a:t>
            </a:r>
          </a:p>
          <a:p>
            <a:pPr>
              <a:lnSpc>
                <a:spcPct val="80000"/>
              </a:lnSpc>
            </a:pPr>
            <a:r>
              <a:rPr lang="en-US" altLang="en-US" sz="1100" dirty="0">
                <a:solidFill>
                  <a:schemeClr val="tx2"/>
                </a:solidFill>
              </a:rPr>
              <a:t>    size = 0;</a:t>
            </a:r>
          </a:p>
          <a:p>
            <a:pPr>
              <a:lnSpc>
                <a:spcPct val="80000"/>
              </a:lnSpc>
            </a:pPr>
            <a:r>
              <a:rPr lang="en-US" altLang="en-US" sz="1100" dirty="0">
                <a:solidFill>
                  <a:schemeClr val="tx2"/>
                </a:solidFill>
              </a:rPr>
              <a:t>    return </a:t>
            </a:r>
            <a:r>
              <a:rPr lang="en-US" altLang="en-US" sz="1100" dirty="0" err="1">
                <a:solidFill>
                  <a:schemeClr val="tx2"/>
                </a:solidFill>
              </a:rPr>
              <a:t>temp.element</a:t>
            </a:r>
            <a:r>
              <a:rPr lang="en-US" altLang="en-US" sz="1100" dirty="0">
                <a:solidFill>
                  <a:schemeClr val="tx2"/>
                </a:solidFill>
              </a:rPr>
              <a:t>;</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  </a:t>
            </a:r>
            <a:r>
              <a:rPr lang="en-US" altLang="en-US" sz="1100" b="1" dirty="0">
                <a:solidFill>
                  <a:schemeClr val="tx2"/>
                </a:solidFill>
              </a:rPr>
              <a:t>else</a:t>
            </a:r>
            <a:endParaRPr lang="en-US" altLang="en-US" sz="1100" dirty="0">
              <a:solidFill>
                <a:schemeClr val="tx2"/>
              </a:solidFill>
            </a:endParaRP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    Node&lt;E&gt; current = head;</a:t>
            </a:r>
          </a:p>
          <a:p>
            <a:pPr>
              <a:lnSpc>
                <a:spcPct val="80000"/>
              </a:lnSpc>
            </a:pPr>
            <a:r>
              <a:rPr lang="en-US" altLang="en-US" sz="1100" dirty="0">
                <a:solidFill>
                  <a:schemeClr val="tx2"/>
                </a:solidFill>
              </a:rPr>
              <a:t>    </a:t>
            </a:r>
            <a:r>
              <a:rPr lang="en-US" altLang="en-US" sz="1100" b="1" dirty="0">
                <a:solidFill>
                  <a:schemeClr val="tx2"/>
                </a:solidFill>
              </a:rPr>
              <a:t>for</a:t>
            </a:r>
            <a:r>
              <a:rPr lang="en-US" altLang="en-US" sz="1100" dirty="0">
                <a:solidFill>
                  <a:schemeClr val="tx2"/>
                </a:solidFill>
              </a:rPr>
              <a:t> (</a:t>
            </a:r>
            <a:r>
              <a:rPr lang="en-US" altLang="en-US" sz="1100" b="1" dirty="0">
                <a:solidFill>
                  <a:schemeClr val="tx2"/>
                </a:solidFill>
              </a:rPr>
              <a:t>int</a:t>
            </a:r>
            <a:r>
              <a:rPr lang="en-US" altLang="en-US" sz="1100" dirty="0">
                <a:solidFill>
                  <a:schemeClr val="tx2"/>
                </a:solidFill>
              </a:rPr>
              <a:t> </a:t>
            </a:r>
            <a:r>
              <a:rPr lang="en-US" altLang="en-US" sz="1100" dirty="0" err="1">
                <a:solidFill>
                  <a:schemeClr val="tx2"/>
                </a:solidFill>
              </a:rPr>
              <a:t>i</a:t>
            </a:r>
            <a:r>
              <a:rPr lang="en-US" altLang="en-US" sz="1100" dirty="0">
                <a:solidFill>
                  <a:schemeClr val="tx2"/>
                </a:solidFill>
              </a:rPr>
              <a:t> = 0; </a:t>
            </a:r>
            <a:r>
              <a:rPr lang="en-US" altLang="en-US" sz="1100" dirty="0" err="1">
                <a:solidFill>
                  <a:schemeClr val="tx2"/>
                </a:solidFill>
              </a:rPr>
              <a:t>i</a:t>
            </a:r>
            <a:r>
              <a:rPr lang="en-US" altLang="en-US" sz="1100" dirty="0">
                <a:solidFill>
                  <a:schemeClr val="tx2"/>
                </a:solidFill>
              </a:rPr>
              <a:t> &lt; size - 2; </a:t>
            </a:r>
            <a:r>
              <a:rPr lang="en-US" altLang="en-US" sz="1100" dirty="0" err="1">
                <a:solidFill>
                  <a:schemeClr val="tx2"/>
                </a:solidFill>
              </a:rPr>
              <a:t>i</a:t>
            </a:r>
            <a:r>
              <a:rPr lang="en-US" altLang="en-US" sz="1100" dirty="0">
                <a:solidFill>
                  <a:schemeClr val="tx2"/>
                </a:solidFill>
              </a:rPr>
              <a:t>++)</a:t>
            </a:r>
          </a:p>
          <a:p>
            <a:pPr>
              <a:lnSpc>
                <a:spcPct val="80000"/>
              </a:lnSpc>
            </a:pPr>
            <a:r>
              <a:rPr lang="en-US" altLang="en-US" sz="1100" dirty="0">
                <a:solidFill>
                  <a:schemeClr val="tx2"/>
                </a:solidFill>
              </a:rPr>
              <a:t>      current = </a:t>
            </a:r>
            <a:r>
              <a:rPr lang="en-US" altLang="en-US" sz="1100" dirty="0" err="1">
                <a:solidFill>
                  <a:schemeClr val="tx2"/>
                </a:solidFill>
              </a:rPr>
              <a:t>current.next</a:t>
            </a:r>
            <a:r>
              <a:rPr lang="en-US" altLang="en-US" sz="1100" dirty="0">
                <a:solidFill>
                  <a:schemeClr val="tx2"/>
                </a:solidFill>
              </a:rPr>
              <a:t>;</a:t>
            </a:r>
          </a:p>
          <a:p>
            <a:pPr>
              <a:lnSpc>
                <a:spcPct val="80000"/>
              </a:lnSpc>
            </a:pPr>
            <a:r>
              <a:rPr lang="en-US" altLang="en-US" sz="1100" dirty="0">
                <a:solidFill>
                  <a:schemeClr val="tx2"/>
                </a:solidFill>
              </a:rPr>
              <a:t>    Node temp = tail;</a:t>
            </a:r>
          </a:p>
          <a:p>
            <a:pPr>
              <a:lnSpc>
                <a:spcPct val="80000"/>
              </a:lnSpc>
            </a:pPr>
            <a:r>
              <a:rPr lang="en-US" altLang="en-US" sz="1100" dirty="0">
                <a:solidFill>
                  <a:schemeClr val="tx2"/>
                </a:solidFill>
              </a:rPr>
              <a:t>    tail = current;</a:t>
            </a:r>
          </a:p>
          <a:p>
            <a:pPr>
              <a:lnSpc>
                <a:spcPct val="80000"/>
              </a:lnSpc>
            </a:pPr>
            <a:r>
              <a:rPr lang="en-US" altLang="en-US" sz="1100" dirty="0">
                <a:solidFill>
                  <a:schemeClr val="tx2"/>
                </a:solidFill>
              </a:rPr>
              <a:t>    </a:t>
            </a:r>
            <a:r>
              <a:rPr lang="en-US" altLang="en-US" sz="1100" dirty="0" err="1">
                <a:solidFill>
                  <a:schemeClr val="tx2"/>
                </a:solidFill>
              </a:rPr>
              <a:t>tail.next</a:t>
            </a:r>
            <a:r>
              <a:rPr lang="en-US" altLang="en-US" sz="1100" dirty="0">
                <a:solidFill>
                  <a:schemeClr val="tx2"/>
                </a:solidFill>
              </a:rPr>
              <a:t> = </a:t>
            </a:r>
            <a:r>
              <a:rPr lang="en-US" altLang="en-US" sz="1100" b="1" dirty="0">
                <a:solidFill>
                  <a:schemeClr val="tx2"/>
                </a:solidFill>
              </a:rPr>
              <a:t>null</a:t>
            </a:r>
            <a:r>
              <a:rPr lang="en-US" altLang="en-US" sz="1100" dirty="0">
                <a:solidFill>
                  <a:schemeClr val="tx2"/>
                </a:solidFill>
              </a:rPr>
              <a:t>;</a:t>
            </a:r>
          </a:p>
          <a:p>
            <a:pPr>
              <a:lnSpc>
                <a:spcPct val="80000"/>
              </a:lnSpc>
            </a:pPr>
            <a:r>
              <a:rPr lang="en-US" altLang="en-US" sz="1100" dirty="0">
                <a:solidFill>
                  <a:schemeClr val="tx2"/>
                </a:solidFill>
              </a:rPr>
              <a:t>    size--;</a:t>
            </a:r>
          </a:p>
          <a:p>
            <a:pPr>
              <a:lnSpc>
                <a:spcPct val="80000"/>
              </a:lnSpc>
            </a:pPr>
            <a:r>
              <a:rPr lang="en-US" altLang="en-US" sz="1100" dirty="0">
                <a:solidFill>
                  <a:schemeClr val="tx2"/>
                </a:solidFill>
              </a:rPr>
              <a:t>    </a:t>
            </a:r>
            <a:r>
              <a:rPr lang="en-US" altLang="en-US" sz="1100" b="1" dirty="0">
                <a:solidFill>
                  <a:schemeClr val="tx2"/>
                </a:solidFill>
              </a:rPr>
              <a:t>return</a:t>
            </a:r>
            <a:r>
              <a:rPr lang="en-US" altLang="en-US" sz="1100" dirty="0">
                <a:solidFill>
                  <a:schemeClr val="tx2"/>
                </a:solidFill>
              </a:rPr>
              <a:t> </a:t>
            </a:r>
            <a:r>
              <a:rPr lang="en-US" altLang="en-US" sz="1100" dirty="0" err="1">
                <a:solidFill>
                  <a:schemeClr val="tx2"/>
                </a:solidFill>
              </a:rPr>
              <a:t>temp.element</a:t>
            </a:r>
            <a:r>
              <a:rPr lang="en-US" altLang="en-US" sz="1100" dirty="0">
                <a:solidFill>
                  <a:schemeClr val="tx2"/>
                </a:solidFill>
              </a:rPr>
              <a:t>;</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a:t>
            </a:r>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28</a:t>
            </a:fld>
            <a:endParaRPr lang="en-US"/>
          </a:p>
        </p:txBody>
      </p:sp>
    </p:spTree>
    <p:extLst>
      <p:ext uri="{BB962C8B-B14F-4D97-AF65-F5344CB8AC3E}">
        <p14:creationId xmlns:p14="http://schemas.microsoft.com/office/powerpoint/2010/main" val="16010619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100" b="1" dirty="0">
                <a:solidFill>
                  <a:schemeClr val="tx2"/>
                </a:solidFill>
              </a:rPr>
              <a:t>public</a:t>
            </a:r>
            <a:r>
              <a:rPr lang="en-US" altLang="en-US" sz="1100" dirty="0">
                <a:solidFill>
                  <a:schemeClr val="tx2"/>
                </a:solidFill>
              </a:rPr>
              <a:t> E remove(</a:t>
            </a:r>
            <a:r>
              <a:rPr lang="en-US" altLang="en-US" sz="1100" b="1" dirty="0">
                <a:solidFill>
                  <a:schemeClr val="tx2"/>
                </a:solidFill>
              </a:rPr>
              <a:t>int</a:t>
            </a:r>
            <a:r>
              <a:rPr lang="en-US" altLang="en-US" sz="1100" dirty="0">
                <a:solidFill>
                  <a:schemeClr val="tx2"/>
                </a:solidFill>
              </a:rPr>
              <a:t> index) {</a:t>
            </a:r>
          </a:p>
          <a:p>
            <a:pPr>
              <a:lnSpc>
                <a:spcPct val="80000"/>
              </a:lnSpc>
            </a:pPr>
            <a:r>
              <a:rPr lang="en-US" altLang="en-US" sz="1100" dirty="0">
                <a:solidFill>
                  <a:schemeClr val="tx2"/>
                </a:solidFill>
              </a:rPr>
              <a:t>  </a:t>
            </a:r>
            <a:r>
              <a:rPr lang="en-US" altLang="en-US" sz="1100" b="1" dirty="0">
                <a:solidFill>
                  <a:schemeClr val="tx2"/>
                </a:solidFill>
              </a:rPr>
              <a:t>if</a:t>
            </a:r>
            <a:r>
              <a:rPr lang="en-US" altLang="en-US" sz="1100" dirty="0">
                <a:solidFill>
                  <a:schemeClr val="tx2"/>
                </a:solidFill>
              </a:rPr>
              <a:t> (index &lt; 0 || index &gt;= size) </a:t>
            </a:r>
            <a:r>
              <a:rPr lang="en-US" altLang="en-US" sz="1100" b="1" dirty="0">
                <a:solidFill>
                  <a:schemeClr val="tx2"/>
                </a:solidFill>
              </a:rPr>
              <a:t>return null</a:t>
            </a:r>
            <a:r>
              <a:rPr lang="en-US" altLang="en-US" sz="1100" dirty="0">
                <a:solidFill>
                  <a:schemeClr val="tx2"/>
                </a:solidFill>
              </a:rPr>
              <a:t>;</a:t>
            </a:r>
          </a:p>
          <a:p>
            <a:pPr>
              <a:lnSpc>
                <a:spcPct val="80000"/>
              </a:lnSpc>
            </a:pPr>
            <a:r>
              <a:rPr lang="en-US" altLang="en-US" sz="1100" dirty="0">
                <a:solidFill>
                  <a:schemeClr val="tx2"/>
                </a:solidFill>
              </a:rPr>
              <a:t>  </a:t>
            </a:r>
            <a:r>
              <a:rPr lang="en-US" altLang="en-US" sz="1100" b="1" dirty="0">
                <a:solidFill>
                  <a:schemeClr val="tx2"/>
                </a:solidFill>
              </a:rPr>
              <a:t>else if</a:t>
            </a:r>
            <a:r>
              <a:rPr lang="en-US" altLang="en-US" sz="1100" dirty="0">
                <a:solidFill>
                  <a:schemeClr val="tx2"/>
                </a:solidFill>
              </a:rPr>
              <a:t> (index == 0) </a:t>
            </a:r>
            <a:r>
              <a:rPr lang="en-US" altLang="en-US" sz="1100" b="1" dirty="0">
                <a:solidFill>
                  <a:schemeClr val="tx2"/>
                </a:solidFill>
              </a:rPr>
              <a:t>return</a:t>
            </a:r>
            <a:r>
              <a:rPr lang="en-US" altLang="en-US" sz="1100" dirty="0">
                <a:solidFill>
                  <a:schemeClr val="tx2"/>
                </a:solidFill>
              </a:rPr>
              <a:t> </a:t>
            </a:r>
            <a:r>
              <a:rPr lang="en-US" altLang="en-US" sz="1100" dirty="0" err="1">
                <a:solidFill>
                  <a:schemeClr val="tx2"/>
                </a:solidFill>
              </a:rPr>
              <a:t>removeFirst</a:t>
            </a:r>
            <a:r>
              <a:rPr lang="en-US" altLang="en-US" sz="1100" dirty="0">
                <a:solidFill>
                  <a:schemeClr val="tx2"/>
                </a:solidFill>
              </a:rPr>
              <a:t>();</a:t>
            </a:r>
          </a:p>
          <a:p>
            <a:pPr>
              <a:lnSpc>
                <a:spcPct val="80000"/>
              </a:lnSpc>
            </a:pPr>
            <a:r>
              <a:rPr lang="en-US" altLang="en-US" sz="1100" dirty="0">
                <a:solidFill>
                  <a:schemeClr val="tx2"/>
                </a:solidFill>
              </a:rPr>
              <a:t>  </a:t>
            </a:r>
            <a:r>
              <a:rPr lang="en-US" altLang="en-US" sz="1100" b="1" dirty="0">
                <a:solidFill>
                  <a:schemeClr val="tx2"/>
                </a:solidFill>
              </a:rPr>
              <a:t>else if </a:t>
            </a:r>
            <a:r>
              <a:rPr lang="en-US" altLang="en-US" sz="1100" dirty="0">
                <a:solidFill>
                  <a:schemeClr val="tx2"/>
                </a:solidFill>
              </a:rPr>
              <a:t>(index == size - 1) </a:t>
            </a:r>
            <a:r>
              <a:rPr lang="en-US" altLang="en-US" sz="1100" b="1" dirty="0">
                <a:solidFill>
                  <a:schemeClr val="tx2"/>
                </a:solidFill>
              </a:rPr>
              <a:t>return</a:t>
            </a:r>
            <a:r>
              <a:rPr lang="en-US" altLang="en-US" sz="1100" dirty="0">
                <a:solidFill>
                  <a:schemeClr val="tx2"/>
                </a:solidFill>
              </a:rPr>
              <a:t> </a:t>
            </a:r>
            <a:r>
              <a:rPr lang="en-US" altLang="en-US" sz="1100" dirty="0" err="1">
                <a:solidFill>
                  <a:schemeClr val="tx2"/>
                </a:solidFill>
              </a:rPr>
              <a:t>removeLast</a:t>
            </a:r>
            <a:r>
              <a:rPr lang="en-US" altLang="en-US" sz="1100" dirty="0">
                <a:solidFill>
                  <a:schemeClr val="tx2"/>
                </a:solidFill>
              </a:rPr>
              <a:t>();</a:t>
            </a:r>
          </a:p>
          <a:p>
            <a:pPr>
              <a:lnSpc>
                <a:spcPct val="80000"/>
              </a:lnSpc>
            </a:pPr>
            <a:r>
              <a:rPr lang="en-US" altLang="en-US" sz="1100" dirty="0">
                <a:solidFill>
                  <a:schemeClr val="tx2"/>
                </a:solidFill>
              </a:rPr>
              <a:t>  </a:t>
            </a:r>
            <a:r>
              <a:rPr lang="en-US" altLang="en-US" sz="1100" b="1" dirty="0">
                <a:solidFill>
                  <a:schemeClr val="tx2"/>
                </a:solidFill>
              </a:rPr>
              <a:t>else</a:t>
            </a:r>
            <a:r>
              <a:rPr lang="en-US" altLang="en-US" sz="1100" dirty="0">
                <a:solidFill>
                  <a:schemeClr val="tx2"/>
                </a:solidFill>
              </a:rPr>
              <a:t> {</a:t>
            </a:r>
          </a:p>
          <a:p>
            <a:pPr>
              <a:lnSpc>
                <a:spcPct val="80000"/>
              </a:lnSpc>
            </a:pPr>
            <a:r>
              <a:rPr lang="en-US" altLang="en-US" sz="1100" dirty="0">
                <a:solidFill>
                  <a:schemeClr val="tx2"/>
                </a:solidFill>
              </a:rPr>
              <a:t>    Node&lt;E&gt; previous = head;</a:t>
            </a:r>
          </a:p>
          <a:p>
            <a:pPr>
              <a:lnSpc>
                <a:spcPct val="80000"/>
              </a:lnSpc>
            </a:pPr>
            <a:r>
              <a:rPr lang="en-US" altLang="en-US" sz="1100" dirty="0">
                <a:solidFill>
                  <a:schemeClr val="tx2"/>
                </a:solidFill>
              </a:rPr>
              <a:t>    </a:t>
            </a:r>
            <a:r>
              <a:rPr lang="en-US" altLang="en-US" sz="1100" b="1" dirty="0">
                <a:solidFill>
                  <a:schemeClr val="tx2"/>
                </a:solidFill>
              </a:rPr>
              <a:t>for</a:t>
            </a:r>
            <a:r>
              <a:rPr lang="en-US" altLang="en-US" sz="1100" dirty="0">
                <a:solidFill>
                  <a:schemeClr val="tx2"/>
                </a:solidFill>
              </a:rPr>
              <a:t> (int </a:t>
            </a:r>
            <a:r>
              <a:rPr lang="en-US" altLang="en-US" sz="1100" dirty="0" err="1">
                <a:solidFill>
                  <a:schemeClr val="tx2"/>
                </a:solidFill>
              </a:rPr>
              <a:t>i</a:t>
            </a:r>
            <a:r>
              <a:rPr lang="en-US" altLang="en-US" sz="1100" dirty="0">
                <a:solidFill>
                  <a:schemeClr val="tx2"/>
                </a:solidFill>
              </a:rPr>
              <a:t> = 1; </a:t>
            </a:r>
            <a:r>
              <a:rPr lang="en-US" altLang="en-US" sz="1100" dirty="0" err="1">
                <a:solidFill>
                  <a:schemeClr val="tx2"/>
                </a:solidFill>
              </a:rPr>
              <a:t>i</a:t>
            </a:r>
            <a:r>
              <a:rPr lang="en-US" altLang="en-US" sz="1100" dirty="0">
                <a:solidFill>
                  <a:schemeClr val="tx2"/>
                </a:solidFill>
              </a:rPr>
              <a:t> &lt; index; </a:t>
            </a:r>
            <a:r>
              <a:rPr lang="en-US" altLang="en-US" sz="1100" dirty="0" err="1">
                <a:solidFill>
                  <a:schemeClr val="tx2"/>
                </a:solidFill>
              </a:rPr>
              <a:t>i</a:t>
            </a:r>
            <a:r>
              <a:rPr lang="en-US" altLang="en-US" sz="1100" dirty="0">
                <a:solidFill>
                  <a:schemeClr val="tx2"/>
                </a:solidFill>
              </a:rPr>
              <a:t>++) {</a:t>
            </a:r>
          </a:p>
          <a:p>
            <a:pPr>
              <a:lnSpc>
                <a:spcPct val="80000"/>
              </a:lnSpc>
            </a:pPr>
            <a:r>
              <a:rPr lang="en-US" altLang="en-US" sz="1100" dirty="0">
                <a:solidFill>
                  <a:schemeClr val="tx2"/>
                </a:solidFill>
              </a:rPr>
              <a:t>      previous = </a:t>
            </a:r>
            <a:r>
              <a:rPr lang="en-US" altLang="en-US" sz="1100" dirty="0" err="1">
                <a:solidFill>
                  <a:schemeClr val="tx2"/>
                </a:solidFill>
              </a:rPr>
              <a:t>previous.next</a:t>
            </a:r>
            <a:r>
              <a:rPr lang="en-US" altLang="en-US" sz="1100" dirty="0">
                <a:solidFill>
                  <a:schemeClr val="tx2"/>
                </a:solidFill>
              </a:rPr>
              <a:t>;</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    Node&lt;E&gt; current = </a:t>
            </a:r>
            <a:r>
              <a:rPr lang="en-US" altLang="en-US" sz="1100" dirty="0" err="1">
                <a:solidFill>
                  <a:schemeClr val="tx2"/>
                </a:solidFill>
              </a:rPr>
              <a:t>previous.next</a:t>
            </a:r>
            <a:r>
              <a:rPr lang="en-US" altLang="en-US" sz="1100" dirty="0">
                <a:solidFill>
                  <a:schemeClr val="tx2"/>
                </a:solidFill>
              </a:rPr>
              <a:t>;</a:t>
            </a:r>
          </a:p>
          <a:p>
            <a:pPr>
              <a:lnSpc>
                <a:spcPct val="80000"/>
              </a:lnSpc>
            </a:pPr>
            <a:r>
              <a:rPr lang="en-US" altLang="en-US" sz="1100" dirty="0">
                <a:solidFill>
                  <a:schemeClr val="tx2"/>
                </a:solidFill>
              </a:rPr>
              <a:t>    </a:t>
            </a:r>
            <a:r>
              <a:rPr lang="en-US" altLang="en-US" sz="1100" dirty="0" err="1">
                <a:solidFill>
                  <a:schemeClr val="tx2"/>
                </a:solidFill>
              </a:rPr>
              <a:t>previous.next</a:t>
            </a:r>
            <a:r>
              <a:rPr lang="en-US" altLang="en-US" sz="1100" dirty="0">
                <a:solidFill>
                  <a:schemeClr val="tx2"/>
                </a:solidFill>
              </a:rPr>
              <a:t> = </a:t>
            </a:r>
            <a:r>
              <a:rPr lang="en-US" altLang="en-US" sz="1100" dirty="0" err="1">
                <a:solidFill>
                  <a:schemeClr val="tx2"/>
                </a:solidFill>
              </a:rPr>
              <a:t>current.next</a:t>
            </a:r>
            <a:r>
              <a:rPr lang="en-US" altLang="en-US" sz="1100" dirty="0">
                <a:solidFill>
                  <a:schemeClr val="tx2"/>
                </a:solidFill>
              </a:rPr>
              <a:t>;</a:t>
            </a:r>
          </a:p>
          <a:p>
            <a:pPr>
              <a:lnSpc>
                <a:spcPct val="80000"/>
              </a:lnSpc>
            </a:pPr>
            <a:r>
              <a:rPr lang="en-US" altLang="en-US" sz="1100" dirty="0">
                <a:solidFill>
                  <a:schemeClr val="tx2"/>
                </a:solidFill>
              </a:rPr>
              <a:t>    size--;</a:t>
            </a:r>
          </a:p>
          <a:p>
            <a:pPr>
              <a:lnSpc>
                <a:spcPct val="80000"/>
              </a:lnSpc>
            </a:pPr>
            <a:r>
              <a:rPr lang="en-US" altLang="en-US" sz="1100" dirty="0">
                <a:solidFill>
                  <a:schemeClr val="tx2"/>
                </a:solidFill>
              </a:rPr>
              <a:t>    </a:t>
            </a:r>
            <a:r>
              <a:rPr lang="en-US" altLang="en-US" sz="1100" b="1" dirty="0">
                <a:solidFill>
                  <a:schemeClr val="tx2"/>
                </a:solidFill>
              </a:rPr>
              <a:t>return </a:t>
            </a:r>
            <a:r>
              <a:rPr lang="en-US" altLang="en-US" sz="1100" dirty="0" err="1">
                <a:solidFill>
                  <a:schemeClr val="tx2"/>
                </a:solidFill>
              </a:rPr>
              <a:t>current.element</a:t>
            </a:r>
            <a:r>
              <a:rPr lang="en-US" altLang="en-US" sz="1100" dirty="0">
                <a:solidFill>
                  <a:schemeClr val="tx2"/>
                </a:solidFill>
              </a:rPr>
              <a:t>;</a:t>
            </a:r>
          </a:p>
          <a:p>
            <a:pPr>
              <a:lnSpc>
                <a:spcPct val="80000"/>
              </a:lnSpc>
            </a:pPr>
            <a:r>
              <a:rPr lang="en-US" altLang="en-US" sz="1100" dirty="0">
                <a:solidFill>
                  <a:schemeClr val="tx2"/>
                </a:solidFill>
              </a:rPr>
              <a:t>  }</a:t>
            </a:r>
          </a:p>
          <a:p>
            <a:pPr>
              <a:lnSpc>
                <a:spcPct val="80000"/>
              </a:lnSpc>
            </a:pPr>
            <a:r>
              <a:rPr lang="en-US" altLang="en-US" sz="1100" dirty="0">
                <a:solidFill>
                  <a:schemeClr val="tx2"/>
                </a:solidFill>
              </a:rPr>
              <a:t>}</a:t>
            </a:r>
            <a:endParaRPr lang="en-US" dirty="0"/>
          </a:p>
        </p:txBody>
      </p:sp>
      <p:sp>
        <p:nvSpPr>
          <p:cNvPr id="4" name="Slide Number Placeholder 3"/>
          <p:cNvSpPr>
            <a:spLocks noGrp="1"/>
          </p:cNvSpPr>
          <p:nvPr>
            <p:ph type="sldNum" sz="quarter" idx="5"/>
          </p:nvPr>
        </p:nvSpPr>
        <p:spPr/>
        <p:txBody>
          <a:bodyPr/>
          <a:lstStyle/>
          <a:p>
            <a:fld id="{B4114142-4438-4E1D-A2D3-2EB2345C83C0}" type="slidenum">
              <a:rPr lang="en-US" smtClean="0"/>
              <a:t>29</a:t>
            </a:fld>
            <a:endParaRPr lang="en-US"/>
          </a:p>
        </p:txBody>
      </p:sp>
    </p:spTree>
    <p:extLst>
      <p:ext uri="{BB962C8B-B14F-4D97-AF65-F5344CB8AC3E}">
        <p14:creationId xmlns:p14="http://schemas.microsoft.com/office/powerpoint/2010/main" val="38025933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30</a:t>
            </a:fld>
            <a:endParaRPr lang="en-US"/>
          </a:p>
        </p:txBody>
      </p:sp>
    </p:spTree>
    <p:extLst>
      <p:ext uri="{BB962C8B-B14F-4D97-AF65-F5344CB8AC3E}">
        <p14:creationId xmlns:p14="http://schemas.microsoft.com/office/powerpoint/2010/main" val="17269099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31</a:t>
            </a:fld>
            <a:endParaRPr lang="en-US"/>
          </a:p>
        </p:txBody>
      </p:sp>
    </p:spTree>
    <p:extLst>
      <p:ext uri="{BB962C8B-B14F-4D97-AF65-F5344CB8AC3E}">
        <p14:creationId xmlns:p14="http://schemas.microsoft.com/office/powerpoint/2010/main" val="28257792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4D43230F-ABE5-43FB-B869-F710EDADD2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31016" indent="-281160">
              <a:defRPr sz="2400">
                <a:solidFill>
                  <a:schemeClr val="tx1"/>
                </a:solidFill>
                <a:latin typeface="Times" panose="02020603050405020304" pitchFamily="18" charset="0"/>
              </a:defRPr>
            </a:lvl2pPr>
            <a:lvl3pPr marL="1124640" indent="-224928">
              <a:defRPr sz="2400">
                <a:solidFill>
                  <a:schemeClr val="tx1"/>
                </a:solidFill>
                <a:latin typeface="Times" panose="02020603050405020304" pitchFamily="18" charset="0"/>
              </a:defRPr>
            </a:lvl3pPr>
            <a:lvl4pPr marL="1574496" indent="-224928">
              <a:defRPr sz="2400">
                <a:solidFill>
                  <a:schemeClr val="tx1"/>
                </a:solidFill>
                <a:latin typeface="Times" panose="02020603050405020304" pitchFamily="18" charset="0"/>
              </a:defRPr>
            </a:lvl4pPr>
            <a:lvl5pPr marL="2024352" indent="-224928">
              <a:defRPr sz="2400">
                <a:solidFill>
                  <a:schemeClr val="tx1"/>
                </a:solidFill>
                <a:latin typeface="Times" panose="02020603050405020304" pitchFamily="18" charset="0"/>
              </a:defRPr>
            </a:lvl5pPr>
            <a:lvl6pPr marL="2474208" indent="-224928" eaLnBrk="0" fontAlgn="base" hangingPunct="0">
              <a:spcBef>
                <a:spcPct val="0"/>
              </a:spcBef>
              <a:spcAft>
                <a:spcPct val="0"/>
              </a:spcAft>
              <a:defRPr sz="2400">
                <a:solidFill>
                  <a:schemeClr val="tx1"/>
                </a:solidFill>
                <a:latin typeface="Times" panose="02020603050405020304" pitchFamily="18" charset="0"/>
              </a:defRPr>
            </a:lvl6pPr>
            <a:lvl7pPr marL="2924064" indent="-224928" eaLnBrk="0" fontAlgn="base" hangingPunct="0">
              <a:spcBef>
                <a:spcPct val="0"/>
              </a:spcBef>
              <a:spcAft>
                <a:spcPct val="0"/>
              </a:spcAft>
              <a:defRPr sz="2400">
                <a:solidFill>
                  <a:schemeClr val="tx1"/>
                </a:solidFill>
                <a:latin typeface="Times" panose="02020603050405020304" pitchFamily="18" charset="0"/>
              </a:defRPr>
            </a:lvl7pPr>
            <a:lvl8pPr marL="3373920" indent="-224928" eaLnBrk="0" fontAlgn="base" hangingPunct="0">
              <a:spcBef>
                <a:spcPct val="0"/>
              </a:spcBef>
              <a:spcAft>
                <a:spcPct val="0"/>
              </a:spcAft>
              <a:defRPr sz="2400">
                <a:solidFill>
                  <a:schemeClr val="tx1"/>
                </a:solidFill>
                <a:latin typeface="Times" panose="02020603050405020304" pitchFamily="18" charset="0"/>
              </a:defRPr>
            </a:lvl8pPr>
            <a:lvl9pPr marL="3823776" indent="-224928" eaLnBrk="0" fontAlgn="base" hangingPunct="0">
              <a:spcBef>
                <a:spcPct val="0"/>
              </a:spcBef>
              <a:spcAft>
                <a:spcPct val="0"/>
              </a:spcAft>
              <a:defRPr sz="2400">
                <a:solidFill>
                  <a:schemeClr val="tx1"/>
                </a:solidFill>
                <a:latin typeface="Times" panose="02020603050405020304" pitchFamily="18" charset="0"/>
              </a:defRPr>
            </a:lvl9pPr>
          </a:lstStyle>
          <a:p>
            <a:fld id="{F2BB4153-33B3-4933-904B-991EC8D02D8A}" type="slidenum">
              <a:rPr lang="en-US" altLang="en-US" sz="1100"/>
              <a:pPr/>
              <a:t>32</a:t>
            </a:fld>
            <a:endParaRPr lang="en-US" altLang="en-US" sz="1100"/>
          </a:p>
        </p:txBody>
      </p:sp>
      <p:sp>
        <p:nvSpPr>
          <p:cNvPr id="55299" name="Rectangle 2">
            <a:extLst>
              <a:ext uri="{FF2B5EF4-FFF2-40B4-BE49-F238E27FC236}">
                <a16:creationId xmlns:a16="http://schemas.microsoft.com/office/drawing/2014/main" id="{455B3B4E-E84D-43B4-941E-AF7E2468C027}"/>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9A6280D3-6BA4-4FF2-8205-503303F5F2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625777B-AE76-43B6-B225-3414812FF5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31016" indent="-281160">
              <a:defRPr sz="2400">
                <a:solidFill>
                  <a:schemeClr val="tx1"/>
                </a:solidFill>
                <a:latin typeface="Times" panose="02020603050405020304" pitchFamily="18" charset="0"/>
              </a:defRPr>
            </a:lvl2pPr>
            <a:lvl3pPr marL="1124640" indent="-224928">
              <a:defRPr sz="2400">
                <a:solidFill>
                  <a:schemeClr val="tx1"/>
                </a:solidFill>
                <a:latin typeface="Times" panose="02020603050405020304" pitchFamily="18" charset="0"/>
              </a:defRPr>
            </a:lvl3pPr>
            <a:lvl4pPr marL="1574496" indent="-224928">
              <a:defRPr sz="2400">
                <a:solidFill>
                  <a:schemeClr val="tx1"/>
                </a:solidFill>
                <a:latin typeface="Times" panose="02020603050405020304" pitchFamily="18" charset="0"/>
              </a:defRPr>
            </a:lvl4pPr>
            <a:lvl5pPr marL="2024352" indent="-224928">
              <a:defRPr sz="2400">
                <a:solidFill>
                  <a:schemeClr val="tx1"/>
                </a:solidFill>
                <a:latin typeface="Times" panose="02020603050405020304" pitchFamily="18" charset="0"/>
              </a:defRPr>
            </a:lvl5pPr>
            <a:lvl6pPr marL="2474208" indent="-224928" eaLnBrk="0" fontAlgn="base" hangingPunct="0">
              <a:spcBef>
                <a:spcPct val="0"/>
              </a:spcBef>
              <a:spcAft>
                <a:spcPct val="0"/>
              </a:spcAft>
              <a:defRPr sz="2400">
                <a:solidFill>
                  <a:schemeClr val="tx1"/>
                </a:solidFill>
                <a:latin typeface="Times" panose="02020603050405020304" pitchFamily="18" charset="0"/>
              </a:defRPr>
            </a:lvl6pPr>
            <a:lvl7pPr marL="2924064" indent="-224928" eaLnBrk="0" fontAlgn="base" hangingPunct="0">
              <a:spcBef>
                <a:spcPct val="0"/>
              </a:spcBef>
              <a:spcAft>
                <a:spcPct val="0"/>
              </a:spcAft>
              <a:defRPr sz="2400">
                <a:solidFill>
                  <a:schemeClr val="tx1"/>
                </a:solidFill>
                <a:latin typeface="Times" panose="02020603050405020304" pitchFamily="18" charset="0"/>
              </a:defRPr>
            </a:lvl7pPr>
            <a:lvl8pPr marL="3373920" indent="-224928" eaLnBrk="0" fontAlgn="base" hangingPunct="0">
              <a:spcBef>
                <a:spcPct val="0"/>
              </a:spcBef>
              <a:spcAft>
                <a:spcPct val="0"/>
              </a:spcAft>
              <a:defRPr sz="2400">
                <a:solidFill>
                  <a:schemeClr val="tx1"/>
                </a:solidFill>
                <a:latin typeface="Times" panose="02020603050405020304" pitchFamily="18" charset="0"/>
              </a:defRPr>
            </a:lvl8pPr>
            <a:lvl9pPr marL="3823776" indent="-224928" eaLnBrk="0" fontAlgn="base" hangingPunct="0">
              <a:spcBef>
                <a:spcPct val="0"/>
              </a:spcBef>
              <a:spcAft>
                <a:spcPct val="0"/>
              </a:spcAft>
              <a:defRPr sz="2400">
                <a:solidFill>
                  <a:schemeClr val="tx1"/>
                </a:solidFill>
                <a:latin typeface="Times" panose="02020603050405020304" pitchFamily="18" charset="0"/>
              </a:defRPr>
            </a:lvl9pPr>
          </a:lstStyle>
          <a:p>
            <a:fld id="{B7BCF857-0EF5-402A-8AB8-3017386F1B7D}" type="slidenum">
              <a:rPr lang="en-US" altLang="en-US" sz="1100"/>
              <a:pPr/>
              <a:t>33</a:t>
            </a:fld>
            <a:endParaRPr lang="en-US" altLang="en-US" sz="1100"/>
          </a:p>
        </p:txBody>
      </p:sp>
      <p:sp>
        <p:nvSpPr>
          <p:cNvPr id="56323" name="Rectangle 2">
            <a:extLst>
              <a:ext uri="{FF2B5EF4-FFF2-40B4-BE49-F238E27FC236}">
                <a16:creationId xmlns:a16="http://schemas.microsoft.com/office/drawing/2014/main" id="{E62EB043-9858-4639-899E-646B932094D2}"/>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C455BD07-C4EF-4586-922D-0F9D37FC3A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34</a:t>
            </a:fld>
            <a:endParaRPr lang="en-US"/>
          </a:p>
        </p:txBody>
      </p:sp>
    </p:spTree>
    <p:extLst>
      <p:ext uri="{BB962C8B-B14F-4D97-AF65-F5344CB8AC3E}">
        <p14:creationId xmlns:p14="http://schemas.microsoft.com/office/powerpoint/2010/main" val="39363156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35</a:t>
            </a:fld>
            <a:endParaRPr lang="en-US"/>
          </a:p>
        </p:txBody>
      </p:sp>
    </p:spTree>
    <p:extLst>
      <p:ext uri="{BB962C8B-B14F-4D97-AF65-F5344CB8AC3E}">
        <p14:creationId xmlns:p14="http://schemas.microsoft.com/office/powerpoint/2010/main" val="34158167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36</a:t>
            </a:fld>
            <a:endParaRPr lang="en-US"/>
          </a:p>
        </p:txBody>
      </p:sp>
    </p:spTree>
    <p:extLst>
      <p:ext uri="{BB962C8B-B14F-4D97-AF65-F5344CB8AC3E}">
        <p14:creationId xmlns:p14="http://schemas.microsoft.com/office/powerpoint/2010/main" val="28940817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37</a:t>
            </a:fld>
            <a:endParaRPr lang="en-US"/>
          </a:p>
        </p:txBody>
      </p:sp>
    </p:spTree>
    <p:extLst>
      <p:ext uri="{BB962C8B-B14F-4D97-AF65-F5344CB8AC3E}">
        <p14:creationId xmlns:p14="http://schemas.microsoft.com/office/powerpoint/2010/main" val="39988700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38</a:t>
            </a:fld>
            <a:endParaRPr lang="en-US"/>
          </a:p>
        </p:txBody>
      </p:sp>
    </p:spTree>
    <p:extLst>
      <p:ext uri="{BB962C8B-B14F-4D97-AF65-F5344CB8AC3E}">
        <p14:creationId xmlns:p14="http://schemas.microsoft.com/office/powerpoint/2010/main" val="15194193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39</a:t>
            </a:fld>
            <a:endParaRPr lang="en-US"/>
          </a:p>
        </p:txBody>
      </p:sp>
    </p:spTree>
    <p:extLst>
      <p:ext uri="{BB962C8B-B14F-4D97-AF65-F5344CB8AC3E}">
        <p14:creationId xmlns:p14="http://schemas.microsoft.com/office/powerpoint/2010/main" val="8542501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40</a:t>
            </a:fld>
            <a:endParaRPr lang="en-US"/>
          </a:p>
        </p:txBody>
      </p:sp>
    </p:spTree>
    <p:extLst>
      <p:ext uri="{BB962C8B-B14F-4D97-AF65-F5344CB8AC3E}">
        <p14:creationId xmlns:p14="http://schemas.microsoft.com/office/powerpoint/2010/main" val="12532567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41</a:t>
            </a:fld>
            <a:endParaRPr lang="en-US"/>
          </a:p>
        </p:txBody>
      </p:sp>
    </p:spTree>
    <p:extLst>
      <p:ext uri="{BB962C8B-B14F-4D97-AF65-F5344CB8AC3E}">
        <p14:creationId xmlns:p14="http://schemas.microsoft.com/office/powerpoint/2010/main" val="34107901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AE0E14DD-7C3B-4BE2-9E0E-76287061E3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50973" indent="-288836">
              <a:defRPr sz="2500">
                <a:solidFill>
                  <a:schemeClr val="tx1"/>
                </a:solidFill>
                <a:latin typeface="Times" panose="02020603050405020304" pitchFamily="18" charset="0"/>
              </a:defRPr>
            </a:lvl2pPr>
            <a:lvl3pPr marL="1155342" indent="-231069">
              <a:defRPr sz="2500">
                <a:solidFill>
                  <a:schemeClr val="tx1"/>
                </a:solidFill>
                <a:latin typeface="Times" panose="02020603050405020304" pitchFamily="18" charset="0"/>
              </a:defRPr>
            </a:lvl3pPr>
            <a:lvl4pPr marL="1617479" indent="-231069">
              <a:defRPr sz="2500">
                <a:solidFill>
                  <a:schemeClr val="tx1"/>
                </a:solidFill>
                <a:latin typeface="Times" panose="02020603050405020304" pitchFamily="18" charset="0"/>
              </a:defRPr>
            </a:lvl4pPr>
            <a:lvl5pPr marL="2079617" indent="-231069">
              <a:defRPr sz="2500">
                <a:solidFill>
                  <a:schemeClr val="tx1"/>
                </a:solidFill>
                <a:latin typeface="Times" panose="02020603050405020304" pitchFamily="18" charset="0"/>
              </a:defRPr>
            </a:lvl5pPr>
            <a:lvl6pPr marL="2541755" indent="-231069" eaLnBrk="0" fontAlgn="base" hangingPunct="0">
              <a:spcBef>
                <a:spcPct val="0"/>
              </a:spcBef>
              <a:spcAft>
                <a:spcPct val="0"/>
              </a:spcAft>
              <a:defRPr sz="2500">
                <a:solidFill>
                  <a:schemeClr val="tx1"/>
                </a:solidFill>
                <a:latin typeface="Times" panose="02020603050405020304" pitchFamily="18" charset="0"/>
              </a:defRPr>
            </a:lvl6pPr>
            <a:lvl7pPr marL="3003891" indent="-231069" eaLnBrk="0" fontAlgn="base" hangingPunct="0">
              <a:spcBef>
                <a:spcPct val="0"/>
              </a:spcBef>
              <a:spcAft>
                <a:spcPct val="0"/>
              </a:spcAft>
              <a:defRPr sz="2500">
                <a:solidFill>
                  <a:schemeClr val="tx1"/>
                </a:solidFill>
                <a:latin typeface="Times" panose="02020603050405020304" pitchFamily="18" charset="0"/>
              </a:defRPr>
            </a:lvl7pPr>
            <a:lvl8pPr marL="3466028" indent="-231069" eaLnBrk="0" fontAlgn="base" hangingPunct="0">
              <a:spcBef>
                <a:spcPct val="0"/>
              </a:spcBef>
              <a:spcAft>
                <a:spcPct val="0"/>
              </a:spcAft>
              <a:defRPr sz="2500">
                <a:solidFill>
                  <a:schemeClr val="tx1"/>
                </a:solidFill>
                <a:latin typeface="Times" panose="02020603050405020304" pitchFamily="18" charset="0"/>
              </a:defRPr>
            </a:lvl8pPr>
            <a:lvl9pPr marL="3928165" indent="-231069" eaLnBrk="0" fontAlgn="base" hangingPunct="0">
              <a:spcBef>
                <a:spcPct val="0"/>
              </a:spcBef>
              <a:spcAft>
                <a:spcPct val="0"/>
              </a:spcAft>
              <a:defRPr sz="2500">
                <a:solidFill>
                  <a:schemeClr val="tx1"/>
                </a:solidFill>
                <a:latin typeface="Times" panose="02020603050405020304" pitchFamily="18" charset="0"/>
              </a:defRPr>
            </a:lvl9pPr>
          </a:lstStyle>
          <a:p>
            <a:fld id="{1FB42595-CDCA-4958-AE0A-C14326A0E5A3}" type="slidenum">
              <a:rPr lang="en-US" altLang="en-US" sz="1100"/>
              <a:pPr/>
              <a:t>42</a:t>
            </a:fld>
            <a:endParaRPr lang="en-US" altLang="en-US" sz="1100"/>
          </a:p>
        </p:txBody>
      </p:sp>
      <p:sp>
        <p:nvSpPr>
          <p:cNvPr id="9219" name="Rectangle 2">
            <a:extLst>
              <a:ext uri="{FF2B5EF4-FFF2-40B4-BE49-F238E27FC236}">
                <a16:creationId xmlns:a16="http://schemas.microsoft.com/office/drawing/2014/main" id="{CF6CFD3B-14C3-424B-BF46-1C813A1BEBCB}"/>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6EFBF140-F348-469A-98D1-71C4F647A5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43</a:t>
            </a:fld>
            <a:endParaRPr lang="en-US"/>
          </a:p>
        </p:txBody>
      </p:sp>
    </p:spTree>
    <p:extLst>
      <p:ext uri="{BB962C8B-B14F-4D97-AF65-F5344CB8AC3E}">
        <p14:creationId xmlns:p14="http://schemas.microsoft.com/office/powerpoint/2010/main" val="7510545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609D6D58-2360-4A48-A1B8-03E6A1AAB0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50973" indent="-288836">
              <a:defRPr sz="2500">
                <a:solidFill>
                  <a:schemeClr val="tx1"/>
                </a:solidFill>
                <a:latin typeface="Times" panose="02020603050405020304" pitchFamily="18" charset="0"/>
              </a:defRPr>
            </a:lvl2pPr>
            <a:lvl3pPr marL="1155342" indent="-231069">
              <a:defRPr sz="2500">
                <a:solidFill>
                  <a:schemeClr val="tx1"/>
                </a:solidFill>
                <a:latin typeface="Times" panose="02020603050405020304" pitchFamily="18" charset="0"/>
              </a:defRPr>
            </a:lvl3pPr>
            <a:lvl4pPr marL="1617479" indent="-231069">
              <a:defRPr sz="2500">
                <a:solidFill>
                  <a:schemeClr val="tx1"/>
                </a:solidFill>
                <a:latin typeface="Times" panose="02020603050405020304" pitchFamily="18" charset="0"/>
              </a:defRPr>
            </a:lvl4pPr>
            <a:lvl5pPr marL="2079617" indent="-231069">
              <a:defRPr sz="2500">
                <a:solidFill>
                  <a:schemeClr val="tx1"/>
                </a:solidFill>
                <a:latin typeface="Times" panose="02020603050405020304" pitchFamily="18" charset="0"/>
              </a:defRPr>
            </a:lvl5pPr>
            <a:lvl6pPr marL="2541755" indent="-231069" eaLnBrk="0" fontAlgn="base" hangingPunct="0">
              <a:spcBef>
                <a:spcPct val="0"/>
              </a:spcBef>
              <a:spcAft>
                <a:spcPct val="0"/>
              </a:spcAft>
              <a:defRPr sz="2500">
                <a:solidFill>
                  <a:schemeClr val="tx1"/>
                </a:solidFill>
                <a:latin typeface="Times" panose="02020603050405020304" pitchFamily="18" charset="0"/>
              </a:defRPr>
            </a:lvl6pPr>
            <a:lvl7pPr marL="3003891" indent="-231069" eaLnBrk="0" fontAlgn="base" hangingPunct="0">
              <a:spcBef>
                <a:spcPct val="0"/>
              </a:spcBef>
              <a:spcAft>
                <a:spcPct val="0"/>
              </a:spcAft>
              <a:defRPr sz="2500">
                <a:solidFill>
                  <a:schemeClr val="tx1"/>
                </a:solidFill>
                <a:latin typeface="Times" panose="02020603050405020304" pitchFamily="18" charset="0"/>
              </a:defRPr>
            </a:lvl7pPr>
            <a:lvl8pPr marL="3466028" indent="-231069" eaLnBrk="0" fontAlgn="base" hangingPunct="0">
              <a:spcBef>
                <a:spcPct val="0"/>
              </a:spcBef>
              <a:spcAft>
                <a:spcPct val="0"/>
              </a:spcAft>
              <a:defRPr sz="2500">
                <a:solidFill>
                  <a:schemeClr val="tx1"/>
                </a:solidFill>
                <a:latin typeface="Times" panose="02020603050405020304" pitchFamily="18" charset="0"/>
              </a:defRPr>
            </a:lvl8pPr>
            <a:lvl9pPr marL="3928165" indent="-231069" eaLnBrk="0" fontAlgn="base" hangingPunct="0">
              <a:spcBef>
                <a:spcPct val="0"/>
              </a:spcBef>
              <a:spcAft>
                <a:spcPct val="0"/>
              </a:spcAft>
              <a:defRPr sz="2500">
                <a:solidFill>
                  <a:schemeClr val="tx1"/>
                </a:solidFill>
                <a:latin typeface="Times" panose="02020603050405020304" pitchFamily="18" charset="0"/>
              </a:defRPr>
            </a:lvl9pPr>
          </a:lstStyle>
          <a:p>
            <a:fld id="{042478FF-9124-4128-BFDE-DB0ACCC87FD6}" type="slidenum">
              <a:rPr lang="en-US" altLang="en-US" sz="1100"/>
              <a:pPr/>
              <a:t>44</a:t>
            </a:fld>
            <a:endParaRPr lang="en-US" altLang="en-US" sz="1100"/>
          </a:p>
        </p:txBody>
      </p:sp>
      <p:sp>
        <p:nvSpPr>
          <p:cNvPr id="19459" name="Rectangle 2">
            <a:extLst>
              <a:ext uri="{FF2B5EF4-FFF2-40B4-BE49-F238E27FC236}">
                <a16:creationId xmlns:a16="http://schemas.microsoft.com/office/drawing/2014/main" id="{1325E2F0-CD77-4E33-B16C-A0DBE87BD16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581DE004-E73F-4787-804E-38519AE08A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2900">
                <a:latin typeface="Times" panose="02020603050405020304" pitchFamily="18" charset="0"/>
              </a:rPr>
              <a:t>Requirements for balanced braces</a:t>
            </a:r>
          </a:p>
          <a:p>
            <a:pPr lvl="1" eaLnBrk="1" hangingPunct="1"/>
            <a:r>
              <a:rPr lang="en-US" altLang="en-US" sz="2500">
                <a:latin typeface="Times" panose="02020603050405020304" pitchFamily="18" charset="0"/>
              </a:rPr>
              <a:t>Each time you encounter a “}”, it matches an already encountered “{”</a:t>
            </a:r>
          </a:p>
          <a:p>
            <a:pPr lvl="1" eaLnBrk="1" hangingPunct="1"/>
            <a:r>
              <a:rPr lang="en-US" altLang="en-US" sz="2500">
                <a:latin typeface="Times" panose="02020603050405020304" pitchFamily="18" charset="0"/>
              </a:rPr>
              <a:t>When you reach the end of the string, you have matched each “{”</a:t>
            </a:r>
          </a:p>
          <a:p>
            <a:pPr eaLnBrk="1" hangingPunct="1"/>
            <a:endParaRPr lang="en-US" altLang="en-US">
              <a:latin typeface="Times"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E5E5C177-F2C9-41F7-91B6-E65D51428E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50973" indent="-288836">
              <a:defRPr sz="2500">
                <a:solidFill>
                  <a:schemeClr val="tx1"/>
                </a:solidFill>
                <a:latin typeface="Times" panose="02020603050405020304" pitchFamily="18" charset="0"/>
              </a:defRPr>
            </a:lvl2pPr>
            <a:lvl3pPr marL="1155342" indent="-231069">
              <a:defRPr sz="2500">
                <a:solidFill>
                  <a:schemeClr val="tx1"/>
                </a:solidFill>
                <a:latin typeface="Times" panose="02020603050405020304" pitchFamily="18" charset="0"/>
              </a:defRPr>
            </a:lvl3pPr>
            <a:lvl4pPr marL="1617479" indent="-231069">
              <a:defRPr sz="2500">
                <a:solidFill>
                  <a:schemeClr val="tx1"/>
                </a:solidFill>
                <a:latin typeface="Times" panose="02020603050405020304" pitchFamily="18" charset="0"/>
              </a:defRPr>
            </a:lvl4pPr>
            <a:lvl5pPr marL="2079617" indent="-231069">
              <a:defRPr sz="2500">
                <a:solidFill>
                  <a:schemeClr val="tx1"/>
                </a:solidFill>
                <a:latin typeface="Times" panose="02020603050405020304" pitchFamily="18" charset="0"/>
              </a:defRPr>
            </a:lvl5pPr>
            <a:lvl6pPr marL="2541755" indent="-231069" eaLnBrk="0" fontAlgn="base" hangingPunct="0">
              <a:spcBef>
                <a:spcPct val="0"/>
              </a:spcBef>
              <a:spcAft>
                <a:spcPct val="0"/>
              </a:spcAft>
              <a:defRPr sz="2500">
                <a:solidFill>
                  <a:schemeClr val="tx1"/>
                </a:solidFill>
                <a:latin typeface="Times" panose="02020603050405020304" pitchFamily="18" charset="0"/>
              </a:defRPr>
            </a:lvl6pPr>
            <a:lvl7pPr marL="3003891" indent="-231069" eaLnBrk="0" fontAlgn="base" hangingPunct="0">
              <a:spcBef>
                <a:spcPct val="0"/>
              </a:spcBef>
              <a:spcAft>
                <a:spcPct val="0"/>
              </a:spcAft>
              <a:defRPr sz="2500">
                <a:solidFill>
                  <a:schemeClr val="tx1"/>
                </a:solidFill>
                <a:latin typeface="Times" panose="02020603050405020304" pitchFamily="18" charset="0"/>
              </a:defRPr>
            </a:lvl7pPr>
            <a:lvl8pPr marL="3466028" indent="-231069" eaLnBrk="0" fontAlgn="base" hangingPunct="0">
              <a:spcBef>
                <a:spcPct val="0"/>
              </a:spcBef>
              <a:spcAft>
                <a:spcPct val="0"/>
              </a:spcAft>
              <a:defRPr sz="2500">
                <a:solidFill>
                  <a:schemeClr val="tx1"/>
                </a:solidFill>
                <a:latin typeface="Times" panose="02020603050405020304" pitchFamily="18" charset="0"/>
              </a:defRPr>
            </a:lvl8pPr>
            <a:lvl9pPr marL="3928165" indent="-231069" eaLnBrk="0" fontAlgn="base" hangingPunct="0">
              <a:spcBef>
                <a:spcPct val="0"/>
              </a:spcBef>
              <a:spcAft>
                <a:spcPct val="0"/>
              </a:spcAft>
              <a:defRPr sz="2500">
                <a:solidFill>
                  <a:schemeClr val="tx1"/>
                </a:solidFill>
                <a:latin typeface="Times" panose="02020603050405020304" pitchFamily="18" charset="0"/>
              </a:defRPr>
            </a:lvl9pPr>
          </a:lstStyle>
          <a:p>
            <a:fld id="{66AB23FE-9348-46A7-ACFE-6D58A10D98C4}" type="slidenum">
              <a:rPr lang="en-US" altLang="en-US" sz="1100"/>
              <a:pPr/>
              <a:t>45</a:t>
            </a:fld>
            <a:endParaRPr lang="en-US" altLang="en-US" sz="1100"/>
          </a:p>
        </p:txBody>
      </p:sp>
      <p:sp>
        <p:nvSpPr>
          <p:cNvPr id="56323" name="Rectangle 2">
            <a:extLst>
              <a:ext uri="{FF2B5EF4-FFF2-40B4-BE49-F238E27FC236}">
                <a16:creationId xmlns:a16="http://schemas.microsoft.com/office/drawing/2014/main" id="{B9F70614-953A-4DD7-B432-89F9CB3764B1}"/>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F117096F-4C1B-4537-8871-A6E95DF7DB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A8D19276-445D-4119-827A-13CAEDEA30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50973" indent="-288836">
              <a:defRPr sz="2500">
                <a:solidFill>
                  <a:schemeClr val="tx1"/>
                </a:solidFill>
                <a:latin typeface="Times" panose="02020603050405020304" pitchFamily="18" charset="0"/>
              </a:defRPr>
            </a:lvl2pPr>
            <a:lvl3pPr marL="1155342" indent="-231069">
              <a:defRPr sz="2500">
                <a:solidFill>
                  <a:schemeClr val="tx1"/>
                </a:solidFill>
                <a:latin typeface="Times" panose="02020603050405020304" pitchFamily="18" charset="0"/>
              </a:defRPr>
            </a:lvl3pPr>
            <a:lvl4pPr marL="1617479" indent="-231069">
              <a:defRPr sz="2500">
                <a:solidFill>
                  <a:schemeClr val="tx1"/>
                </a:solidFill>
                <a:latin typeface="Times" panose="02020603050405020304" pitchFamily="18" charset="0"/>
              </a:defRPr>
            </a:lvl4pPr>
            <a:lvl5pPr marL="2079617" indent="-231069">
              <a:defRPr sz="2500">
                <a:solidFill>
                  <a:schemeClr val="tx1"/>
                </a:solidFill>
                <a:latin typeface="Times" panose="02020603050405020304" pitchFamily="18" charset="0"/>
              </a:defRPr>
            </a:lvl5pPr>
            <a:lvl6pPr marL="2541755" indent="-231069" eaLnBrk="0" fontAlgn="base" hangingPunct="0">
              <a:spcBef>
                <a:spcPct val="0"/>
              </a:spcBef>
              <a:spcAft>
                <a:spcPct val="0"/>
              </a:spcAft>
              <a:defRPr sz="2500">
                <a:solidFill>
                  <a:schemeClr val="tx1"/>
                </a:solidFill>
                <a:latin typeface="Times" panose="02020603050405020304" pitchFamily="18" charset="0"/>
              </a:defRPr>
            </a:lvl6pPr>
            <a:lvl7pPr marL="3003891" indent="-231069" eaLnBrk="0" fontAlgn="base" hangingPunct="0">
              <a:spcBef>
                <a:spcPct val="0"/>
              </a:spcBef>
              <a:spcAft>
                <a:spcPct val="0"/>
              </a:spcAft>
              <a:defRPr sz="2500">
                <a:solidFill>
                  <a:schemeClr val="tx1"/>
                </a:solidFill>
                <a:latin typeface="Times" panose="02020603050405020304" pitchFamily="18" charset="0"/>
              </a:defRPr>
            </a:lvl7pPr>
            <a:lvl8pPr marL="3466028" indent="-231069" eaLnBrk="0" fontAlgn="base" hangingPunct="0">
              <a:spcBef>
                <a:spcPct val="0"/>
              </a:spcBef>
              <a:spcAft>
                <a:spcPct val="0"/>
              </a:spcAft>
              <a:defRPr sz="2500">
                <a:solidFill>
                  <a:schemeClr val="tx1"/>
                </a:solidFill>
                <a:latin typeface="Times" panose="02020603050405020304" pitchFamily="18" charset="0"/>
              </a:defRPr>
            </a:lvl8pPr>
            <a:lvl9pPr marL="3928165" indent="-231069" eaLnBrk="0" fontAlgn="base" hangingPunct="0">
              <a:spcBef>
                <a:spcPct val="0"/>
              </a:spcBef>
              <a:spcAft>
                <a:spcPct val="0"/>
              </a:spcAft>
              <a:defRPr sz="2500">
                <a:solidFill>
                  <a:schemeClr val="tx1"/>
                </a:solidFill>
                <a:latin typeface="Times" panose="02020603050405020304" pitchFamily="18" charset="0"/>
              </a:defRPr>
            </a:lvl9pPr>
          </a:lstStyle>
          <a:p>
            <a:fld id="{4E79C38B-318A-4B20-B5C0-1BFBC433821E}" type="slidenum">
              <a:rPr lang="en-US" altLang="en-US" sz="1100"/>
              <a:pPr/>
              <a:t>46</a:t>
            </a:fld>
            <a:endParaRPr lang="en-US" altLang="en-US" sz="1100"/>
          </a:p>
        </p:txBody>
      </p:sp>
      <p:sp>
        <p:nvSpPr>
          <p:cNvPr id="58371" name="Rectangle 2">
            <a:extLst>
              <a:ext uri="{FF2B5EF4-FFF2-40B4-BE49-F238E27FC236}">
                <a16:creationId xmlns:a16="http://schemas.microsoft.com/office/drawing/2014/main" id="{52F7BF10-668D-43FE-BAE8-B139D12AC1E2}"/>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06024849-3EA4-4B64-BD23-C767885EED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1565F790-E267-4BA4-B83E-05428E450A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50973" indent="-288836">
              <a:defRPr sz="2500">
                <a:solidFill>
                  <a:schemeClr val="tx1"/>
                </a:solidFill>
                <a:latin typeface="Times" panose="02020603050405020304" pitchFamily="18" charset="0"/>
              </a:defRPr>
            </a:lvl2pPr>
            <a:lvl3pPr marL="1155342" indent="-231069">
              <a:defRPr sz="2500">
                <a:solidFill>
                  <a:schemeClr val="tx1"/>
                </a:solidFill>
                <a:latin typeface="Times" panose="02020603050405020304" pitchFamily="18" charset="0"/>
              </a:defRPr>
            </a:lvl3pPr>
            <a:lvl4pPr marL="1617479" indent="-231069">
              <a:defRPr sz="2500">
                <a:solidFill>
                  <a:schemeClr val="tx1"/>
                </a:solidFill>
                <a:latin typeface="Times" panose="02020603050405020304" pitchFamily="18" charset="0"/>
              </a:defRPr>
            </a:lvl4pPr>
            <a:lvl5pPr marL="2079617" indent="-231069">
              <a:defRPr sz="2500">
                <a:solidFill>
                  <a:schemeClr val="tx1"/>
                </a:solidFill>
                <a:latin typeface="Times" panose="02020603050405020304" pitchFamily="18" charset="0"/>
              </a:defRPr>
            </a:lvl5pPr>
            <a:lvl6pPr marL="2541755" indent="-231069" eaLnBrk="0" fontAlgn="base" hangingPunct="0">
              <a:spcBef>
                <a:spcPct val="0"/>
              </a:spcBef>
              <a:spcAft>
                <a:spcPct val="0"/>
              </a:spcAft>
              <a:defRPr sz="2500">
                <a:solidFill>
                  <a:schemeClr val="tx1"/>
                </a:solidFill>
                <a:latin typeface="Times" panose="02020603050405020304" pitchFamily="18" charset="0"/>
              </a:defRPr>
            </a:lvl6pPr>
            <a:lvl7pPr marL="3003891" indent="-231069" eaLnBrk="0" fontAlgn="base" hangingPunct="0">
              <a:spcBef>
                <a:spcPct val="0"/>
              </a:spcBef>
              <a:spcAft>
                <a:spcPct val="0"/>
              </a:spcAft>
              <a:defRPr sz="2500">
                <a:solidFill>
                  <a:schemeClr val="tx1"/>
                </a:solidFill>
                <a:latin typeface="Times" panose="02020603050405020304" pitchFamily="18" charset="0"/>
              </a:defRPr>
            </a:lvl7pPr>
            <a:lvl8pPr marL="3466028" indent="-231069" eaLnBrk="0" fontAlgn="base" hangingPunct="0">
              <a:spcBef>
                <a:spcPct val="0"/>
              </a:spcBef>
              <a:spcAft>
                <a:spcPct val="0"/>
              </a:spcAft>
              <a:defRPr sz="2500">
                <a:solidFill>
                  <a:schemeClr val="tx1"/>
                </a:solidFill>
                <a:latin typeface="Times" panose="02020603050405020304" pitchFamily="18" charset="0"/>
              </a:defRPr>
            </a:lvl8pPr>
            <a:lvl9pPr marL="3928165" indent="-231069" eaLnBrk="0" fontAlgn="base" hangingPunct="0">
              <a:spcBef>
                <a:spcPct val="0"/>
              </a:spcBef>
              <a:spcAft>
                <a:spcPct val="0"/>
              </a:spcAft>
              <a:defRPr sz="2500">
                <a:solidFill>
                  <a:schemeClr val="tx1"/>
                </a:solidFill>
                <a:latin typeface="Times" panose="02020603050405020304" pitchFamily="18" charset="0"/>
              </a:defRPr>
            </a:lvl9pPr>
          </a:lstStyle>
          <a:p>
            <a:fld id="{15F459E7-EF4A-4044-B9E2-C7E7E7EE38FE}" type="slidenum">
              <a:rPr lang="en-US" altLang="en-US" sz="1100"/>
              <a:pPr/>
              <a:t>47</a:t>
            </a:fld>
            <a:endParaRPr lang="en-US" altLang="en-US" sz="1100"/>
          </a:p>
        </p:txBody>
      </p:sp>
      <p:sp>
        <p:nvSpPr>
          <p:cNvPr id="64515" name="Rectangle 2">
            <a:extLst>
              <a:ext uri="{FF2B5EF4-FFF2-40B4-BE49-F238E27FC236}">
                <a16:creationId xmlns:a16="http://schemas.microsoft.com/office/drawing/2014/main" id="{D852AB43-566A-4BB6-A363-E443F6629DA0}"/>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44FBBDF7-8648-4EC2-B74D-E975EC7F26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48</a:t>
            </a:fld>
            <a:endParaRPr lang="en-US"/>
          </a:p>
        </p:txBody>
      </p:sp>
    </p:spTree>
    <p:extLst>
      <p:ext uri="{BB962C8B-B14F-4D97-AF65-F5344CB8AC3E}">
        <p14:creationId xmlns:p14="http://schemas.microsoft.com/office/powerpoint/2010/main" val="7469919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49</a:t>
            </a:fld>
            <a:endParaRPr lang="en-US"/>
          </a:p>
        </p:txBody>
      </p:sp>
    </p:spTree>
    <p:extLst>
      <p:ext uri="{BB962C8B-B14F-4D97-AF65-F5344CB8AC3E}">
        <p14:creationId xmlns:p14="http://schemas.microsoft.com/office/powerpoint/2010/main" val="23034038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50</a:t>
            </a:fld>
            <a:endParaRPr lang="en-US"/>
          </a:p>
        </p:txBody>
      </p:sp>
    </p:spTree>
    <p:extLst>
      <p:ext uri="{BB962C8B-B14F-4D97-AF65-F5344CB8AC3E}">
        <p14:creationId xmlns:p14="http://schemas.microsoft.com/office/powerpoint/2010/main" val="18504230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700645A4-6B79-490B-95DF-10169DAAF0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31016" indent="-281160">
              <a:defRPr sz="2400">
                <a:solidFill>
                  <a:schemeClr val="tx1"/>
                </a:solidFill>
                <a:latin typeface="Times" panose="02020603050405020304" pitchFamily="18" charset="0"/>
              </a:defRPr>
            </a:lvl2pPr>
            <a:lvl3pPr marL="1124640" indent="-224928">
              <a:defRPr sz="2400">
                <a:solidFill>
                  <a:schemeClr val="tx1"/>
                </a:solidFill>
                <a:latin typeface="Times" panose="02020603050405020304" pitchFamily="18" charset="0"/>
              </a:defRPr>
            </a:lvl3pPr>
            <a:lvl4pPr marL="1574496" indent="-224928">
              <a:defRPr sz="2400">
                <a:solidFill>
                  <a:schemeClr val="tx1"/>
                </a:solidFill>
                <a:latin typeface="Times" panose="02020603050405020304" pitchFamily="18" charset="0"/>
              </a:defRPr>
            </a:lvl4pPr>
            <a:lvl5pPr marL="2024352" indent="-224928">
              <a:defRPr sz="2400">
                <a:solidFill>
                  <a:schemeClr val="tx1"/>
                </a:solidFill>
                <a:latin typeface="Times" panose="02020603050405020304" pitchFamily="18" charset="0"/>
              </a:defRPr>
            </a:lvl5pPr>
            <a:lvl6pPr marL="2474208" indent="-224928" eaLnBrk="0" fontAlgn="base" hangingPunct="0">
              <a:spcBef>
                <a:spcPct val="0"/>
              </a:spcBef>
              <a:spcAft>
                <a:spcPct val="0"/>
              </a:spcAft>
              <a:defRPr sz="2400">
                <a:solidFill>
                  <a:schemeClr val="tx1"/>
                </a:solidFill>
                <a:latin typeface="Times" panose="02020603050405020304" pitchFamily="18" charset="0"/>
              </a:defRPr>
            </a:lvl6pPr>
            <a:lvl7pPr marL="2924064" indent="-224928" eaLnBrk="0" fontAlgn="base" hangingPunct="0">
              <a:spcBef>
                <a:spcPct val="0"/>
              </a:spcBef>
              <a:spcAft>
                <a:spcPct val="0"/>
              </a:spcAft>
              <a:defRPr sz="2400">
                <a:solidFill>
                  <a:schemeClr val="tx1"/>
                </a:solidFill>
                <a:latin typeface="Times" panose="02020603050405020304" pitchFamily="18" charset="0"/>
              </a:defRPr>
            </a:lvl7pPr>
            <a:lvl8pPr marL="3373920" indent="-224928" eaLnBrk="0" fontAlgn="base" hangingPunct="0">
              <a:spcBef>
                <a:spcPct val="0"/>
              </a:spcBef>
              <a:spcAft>
                <a:spcPct val="0"/>
              </a:spcAft>
              <a:defRPr sz="2400">
                <a:solidFill>
                  <a:schemeClr val="tx1"/>
                </a:solidFill>
                <a:latin typeface="Times" panose="02020603050405020304" pitchFamily="18" charset="0"/>
              </a:defRPr>
            </a:lvl8pPr>
            <a:lvl9pPr marL="3823776" indent="-224928" eaLnBrk="0" fontAlgn="base" hangingPunct="0">
              <a:spcBef>
                <a:spcPct val="0"/>
              </a:spcBef>
              <a:spcAft>
                <a:spcPct val="0"/>
              </a:spcAft>
              <a:defRPr sz="2400">
                <a:solidFill>
                  <a:schemeClr val="tx1"/>
                </a:solidFill>
                <a:latin typeface="Times" panose="02020603050405020304" pitchFamily="18" charset="0"/>
              </a:defRPr>
            </a:lvl9pPr>
          </a:lstStyle>
          <a:p>
            <a:fld id="{33521703-5D48-4F18-A1F1-1A4B5E5A1EF0}" type="slidenum">
              <a:rPr lang="en-US" altLang="en-US" sz="1100"/>
              <a:pPr/>
              <a:t>51</a:t>
            </a:fld>
            <a:endParaRPr lang="en-US" altLang="en-US" sz="1100"/>
          </a:p>
        </p:txBody>
      </p:sp>
      <p:sp>
        <p:nvSpPr>
          <p:cNvPr id="27651" name="Rectangle 2">
            <a:extLst>
              <a:ext uri="{FF2B5EF4-FFF2-40B4-BE49-F238E27FC236}">
                <a16:creationId xmlns:a16="http://schemas.microsoft.com/office/drawing/2014/main" id="{F27B50E4-CC7C-479B-A366-90904B675E60}"/>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F37537EC-47B3-4B5D-A966-5BF50DFC8A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114142-4438-4E1D-A2D3-2EB2345C83C0}" type="slidenum">
              <a:rPr lang="en-US" smtClean="0"/>
              <a:t>52</a:t>
            </a:fld>
            <a:endParaRPr lang="en-US"/>
          </a:p>
        </p:txBody>
      </p:sp>
    </p:spTree>
    <p:extLst>
      <p:ext uri="{BB962C8B-B14F-4D97-AF65-F5344CB8AC3E}">
        <p14:creationId xmlns:p14="http://schemas.microsoft.com/office/powerpoint/2010/main" val="59552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19B1C-A29B-4BA9-A6DB-A9219E789F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2F4D7B-9A83-491C-882E-5C0D624E6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FE9332-EE4C-4F3D-9A45-04106E6CCAC3}"/>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5" name="Footer Placeholder 4">
            <a:extLst>
              <a:ext uri="{FF2B5EF4-FFF2-40B4-BE49-F238E27FC236}">
                <a16:creationId xmlns:a16="http://schemas.microsoft.com/office/drawing/2014/main" id="{A6AFA9AD-E93C-4559-A002-A091820EA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F67B54-E1D2-4ACC-B9E7-D175631CEF48}"/>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2523161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C64-513E-4F60-AAF0-493BD85CD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6F7331-1305-46AF-830D-3596C837F9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81EBF-8CF1-493C-A7FF-1B1C97DA974F}"/>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5" name="Footer Placeholder 4">
            <a:extLst>
              <a:ext uri="{FF2B5EF4-FFF2-40B4-BE49-F238E27FC236}">
                <a16:creationId xmlns:a16="http://schemas.microsoft.com/office/drawing/2014/main" id="{374AA2B9-BAF9-4AA2-A2B1-BAE66172D7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195B1D-CA98-46E1-9EDE-9473612BC05E}"/>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1508985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B4BAF-59AA-419B-B001-76879DE2C2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52DDF8-1F00-4819-A782-C611D9B9E6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FEBC6C-6D08-42CA-B7BE-D5ED894A1A32}"/>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5" name="Footer Placeholder 4">
            <a:extLst>
              <a:ext uri="{FF2B5EF4-FFF2-40B4-BE49-F238E27FC236}">
                <a16:creationId xmlns:a16="http://schemas.microsoft.com/office/drawing/2014/main" id="{E8BD910B-9BF7-48A0-A29D-D48B046C5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87B2C-90F7-48A5-BC56-006A37DE136F}"/>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3845150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648B6-A28B-4AF4-98F5-F516C7DA86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0AB0B7-CC8F-4EF1-8B20-D39467E727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2937B0-9F36-46EF-8269-4F006342EE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8A8ED0-31DC-46FF-9940-C293C02E1423}"/>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6" name="Footer Placeholder 5">
            <a:extLst>
              <a:ext uri="{FF2B5EF4-FFF2-40B4-BE49-F238E27FC236}">
                <a16:creationId xmlns:a16="http://schemas.microsoft.com/office/drawing/2014/main" id="{06DE3A93-8D5B-4B0E-AE98-4F6010430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C82635-5C3A-4C2D-9601-C42943141C7F}"/>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2034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15D4C-B84F-44C1-AD29-6132AF29DC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E7E393-D620-454F-8793-A9DE302380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1B003F-2F53-40A3-9FDE-752C3BA3E3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BD1737-3593-4574-9117-4628997027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2EB273-DBD5-4D2A-8F50-F8B54264DE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8FCF0E-D373-45BB-86F4-99FDC255CB8F}"/>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8" name="Footer Placeholder 7">
            <a:extLst>
              <a:ext uri="{FF2B5EF4-FFF2-40B4-BE49-F238E27FC236}">
                <a16:creationId xmlns:a16="http://schemas.microsoft.com/office/drawing/2014/main" id="{534496F1-4834-466B-A509-75FCED971C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D2FF0E-F651-440E-93B2-42B1D2B2CCB8}"/>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144991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4EB03-36CE-449F-8346-68E57ADB53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CC8E2C-CF64-40B4-A18F-28ECD92B557B}"/>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4" name="Footer Placeholder 3">
            <a:extLst>
              <a:ext uri="{FF2B5EF4-FFF2-40B4-BE49-F238E27FC236}">
                <a16:creationId xmlns:a16="http://schemas.microsoft.com/office/drawing/2014/main" id="{D5E66ABA-ECE8-4C3D-A049-52773EC0C4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1C1371-DFC3-40D4-A875-12E982003A4C}"/>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4108051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CC00C-AA69-492F-9296-DB630A57EC17}"/>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3" name="Footer Placeholder 2">
            <a:extLst>
              <a:ext uri="{FF2B5EF4-FFF2-40B4-BE49-F238E27FC236}">
                <a16:creationId xmlns:a16="http://schemas.microsoft.com/office/drawing/2014/main" id="{421CFB1E-E3A8-41BA-8824-70FE226A80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9FA89C-A1C3-407E-B029-8691FF041869}"/>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472013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CBB5-050F-4743-8085-0DC98454F6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CF3A6E-B2AB-46DB-A46A-616AC5D9E8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76ACF7-8443-4AF5-AA03-CE6B93137F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CCD425-0344-4D71-B28D-29F4ABB04D1F}"/>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6" name="Footer Placeholder 5">
            <a:extLst>
              <a:ext uri="{FF2B5EF4-FFF2-40B4-BE49-F238E27FC236}">
                <a16:creationId xmlns:a16="http://schemas.microsoft.com/office/drawing/2014/main" id="{80463379-ED7B-433A-BBB9-02BD75370C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F77A06-F8D9-404D-88B8-B84F863F9BE0}"/>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4138026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FC191-FFFE-4328-A1CF-9A100DB138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2586A1-4B37-41F9-9EC5-CE35312CB7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B92597-E7B0-41BC-869F-DE6385A825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5C576F-A1A7-48B5-B430-EE01A5B7638B}"/>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6" name="Footer Placeholder 5">
            <a:extLst>
              <a:ext uri="{FF2B5EF4-FFF2-40B4-BE49-F238E27FC236}">
                <a16:creationId xmlns:a16="http://schemas.microsoft.com/office/drawing/2014/main" id="{CDED686F-315D-4AEB-B7C0-0F4694826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7F5424-7D47-4B1E-A0F2-3B823A71A403}"/>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1386718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60E7-966D-4FC6-A87D-3084645F95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AA9A44-A227-4DE7-9D8C-D1EF428A67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0CD85E-AFEB-466A-BEFC-3AD84917EDDC}"/>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5" name="Footer Placeholder 4">
            <a:extLst>
              <a:ext uri="{FF2B5EF4-FFF2-40B4-BE49-F238E27FC236}">
                <a16:creationId xmlns:a16="http://schemas.microsoft.com/office/drawing/2014/main" id="{6F5DAD6E-3151-40DC-AC48-3FC1A01E3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C5C18-C566-4CA3-83FE-5A066E6A63C4}"/>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2875343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3F22D6-0873-4668-9D5C-7ABDB8A948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4CFB2C-E724-4E8A-8834-0AC52ECD5B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A9065-04E0-4008-8B14-4493E4922461}"/>
              </a:ext>
            </a:extLst>
          </p:cNvPr>
          <p:cNvSpPr>
            <a:spLocks noGrp="1"/>
          </p:cNvSpPr>
          <p:nvPr>
            <p:ph type="dt" sz="half" idx="10"/>
          </p:nvPr>
        </p:nvSpPr>
        <p:spPr/>
        <p:txBody>
          <a:bodyPr/>
          <a:lstStyle/>
          <a:p>
            <a:fld id="{41702A68-2149-4035-8056-98D5D3610446}" type="datetimeFigureOut">
              <a:rPr lang="en-US" smtClean="0"/>
              <a:t>6/10/2025</a:t>
            </a:fld>
            <a:endParaRPr lang="en-US"/>
          </a:p>
        </p:txBody>
      </p:sp>
      <p:sp>
        <p:nvSpPr>
          <p:cNvPr id="5" name="Footer Placeholder 4">
            <a:extLst>
              <a:ext uri="{FF2B5EF4-FFF2-40B4-BE49-F238E27FC236}">
                <a16:creationId xmlns:a16="http://schemas.microsoft.com/office/drawing/2014/main" id="{1B54E4C1-134A-426E-A62F-E52CCDF85E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346D72-EBC3-453F-B5ED-D592C50961BB}"/>
              </a:ext>
            </a:extLst>
          </p:cNvPr>
          <p:cNvSpPr>
            <a:spLocks noGrp="1"/>
          </p:cNvSpPr>
          <p:nvPr>
            <p:ph type="sldNum" sz="quarter" idx="12"/>
          </p:nvPr>
        </p:nvSpPr>
        <p:spPr/>
        <p:txBody>
          <a:bodyPr/>
          <a:lstStyle/>
          <a:p>
            <a:fld id="{BA1B2590-7E5E-420F-B2BE-D105AD66D5C1}" type="slidenum">
              <a:rPr lang="en-US" smtClean="0"/>
              <a:t>‹#›</a:t>
            </a:fld>
            <a:endParaRPr lang="en-US"/>
          </a:p>
        </p:txBody>
      </p:sp>
    </p:spTree>
    <p:extLst>
      <p:ext uri="{BB962C8B-B14F-4D97-AF65-F5344CB8AC3E}">
        <p14:creationId xmlns:p14="http://schemas.microsoft.com/office/powerpoint/2010/main" val="4240478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1320800" y="1828800"/>
            <a:ext cx="103632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320800" y="3924300"/>
            <a:ext cx="103632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BDD635F6-15D3-410F-9AE8-4510AF038F72}"/>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EEAE0EB4-782B-4C85-94B4-0E71E218E16E}"/>
              </a:ext>
            </a:extLst>
          </p:cNvPr>
          <p:cNvSpPr>
            <a:spLocks noGrp="1" noChangeArrowheads="1"/>
          </p:cNvSpPr>
          <p:nvPr>
            <p:ph type="sldNum" sz="quarter" idx="11"/>
          </p:nvPr>
        </p:nvSpPr>
        <p:spPr>
          <a:ln/>
        </p:spPr>
        <p:txBody>
          <a:bodyPr/>
          <a:lstStyle>
            <a:lvl1pPr>
              <a:defRPr/>
            </a:lvl1pPr>
          </a:lstStyle>
          <a:p>
            <a:r>
              <a:rPr lang="en-US" altLang="en-US"/>
              <a:t>5 A-</a:t>
            </a:r>
            <a:fld id="{CCE5417C-3BC2-40DB-A6C1-CF7D5CF294EC}" type="slidenum">
              <a:rPr lang="en-US" altLang="en-US"/>
              <a:pPr/>
              <a:t>‹#›</a:t>
            </a:fld>
            <a:endParaRPr lang="en-US" altLang="en-US"/>
          </a:p>
        </p:txBody>
      </p:sp>
    </p:spTree>
    <p:extLst>
      <p:ext uri="{BB962C8B-B14F-4D97-AF65-F5344CB8AC3E}">
        <p14:creationId xmlns:p14="http://schemas.microsoft.com/office/powerpoint/2010/main" val="3296854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820BBA-126C-4A73-AE11-6A5324AE44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4626BF-53C3-4212-8C71-808B40107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CE549-AEDB-48D8-936A-D33203CA2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702A68-2149-4035-8056-98D5D3610446}" type="datetimeFigureOut">
              <a:rPr lang="en-US" smtClean="0"/>
              <a:t>6/10/2025</a:t>
            </a:fld>
            <a:endParaRPr lang="en-US"/>
          </a:p>
        </p:txBody>
      </p:sp>
      <p:sp>
        <p:nvSpPr>
          <p:cNvPr id="5" name="Footer Placeholder 4">
            <a:extLst>
              <a:ext uri="{FF2B5EF4-FFF2-40B4-BE49-F238E27FC236}">
                <a16:creationId xmlns:a16="http://schemas.microsoft.com/office/drawing/2014/main" id="{147BB352-DCE3-41F5-AA92-ED652115E5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88DE2B-358E-4BC8-82EA-5683855E6A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1B2590-7E5E-420F-B2BE-D105AD66D5C1}" type="slidenum">
              <a:rPr lang="en-US" smtClean="0"/>
              <a:t>‹#›</a:t>
            </a:fld>
            <a:endParaRPr lang="en-US"/>
          </a:p>
        </p:txBody>
      </p:sp>
    </p:spTree>
    <p:extLst>
      <p:ext uri="{BB962C8B-B14F-4D97-AF65-F5344CB8AC3E}">
        <p14:creationId xmlns:p14="http://schemas.microsoft.com/office/powerpoint/2010/main" val="909941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1.w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2.w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5.wmf"/><Relationship Id="rId4" Type="http://schemas.openxmlformats.org/officeDocument/2006/relationships/oleObject" Target="../embeddings/oleObject11.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6.wmf"/><Relationship Id="rId4" Type="http://schemas.openxmlformats.org/officeDocument/2006/relationships/oleObject" Target="../embeddings/oleObject12.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8.wmf"/><Relationship Id="rId4" Type="http://schemas.openxmlformats.org/officeDocument/2006/relationships/oleObject" Target="../embeddings/oleObject14.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9.wmf"/><Relationship Id="rId4" Type="http://schemas.openxmlformats.org/officeDocument/2006/relationships/oleObject" Target="../embeddings/oleObject15.bin"/></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2.wmf"/><Relationship Id="rId4" Type="http://schemas.openxmlformats.org/officeDocument/2006/relationships/oleObject" Target="../embeddings/oleObject16.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3.wmf"/><Relationship Id="rId4" Type="http://schemas.openxmlformats.org/officeDocument/2006/relationships/oleObject" Target="../embeddings/oleObject17.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4.wmf"/><Relationship Id="rId4" Type="http://schemas.openxmlformats.org/officeDocument/2006/relationships/oleObject" Target="../embeddings/oleObject18.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D642-0E5F-4597-86C1-466CD79F8CB6}"/>
              </a:ext>
            </a:extLst>
          </p:cNvPr>
          <p:cNvSpPr>
            <a:spLocks noGrp="1"/>
          </p:cNvSpPr>
          <p:nvPr>
            <p:ph type="ctrTitle"/>
          </p:nvPr>
        </p:nvSpPr>
        <p:spPr/>
        <p:txBody>
          <a:bodyPr/>
          <a:lstStyle/>
          <a:p>
            <a:r>
              <a:rPr lang="en-US" dirty="0"/>
              <a:t>CMPSCI 282</a:t>
            </a:r>
          </a:p>
        </p:txBody>
      </p:sp>
      <p:sp>
        <p:nvSpPr>
          <p:cNvPr id="3" name="Subtitle 2">
            <a:extLst>
              <a:ext uri="{FF2B5EF4-FFF2-40B4-BE49-F238E27FC236}">
                <a16:creationId xmlns:a16="http://schemas.microsoft.com/office/drawing/2014/main" id="{9B80E383-EC31-4F50-8271-180DA1D94EB1}"/>
              </a:ext>
            </a:extLst>
          </p:cNvPr>
          <p:cNvSpPr>
            <a:spLocks noGrp="1"/>
          </p:cNvSpPr>
          <p:nvPr>
            <p:ph type="subTitle" idx="1"/>
          </p:nvPr>
        </p:nvSpPr>
        <p:spPr/>
        <p:txBody>
          <a:bodyPr/>
          <a:lstStyle/>
          <a:p>
            <a:r>
              <a:rPr lang="en-US" dirty="0"/>
              <a:t>Advanced Data Structures</a:t>
            </a:r>
          </a:p>
        </p:txBody>
      </p:sp>
    </p:spTree>
    <p:extLst>
      <p:ext uri="{BB962C8B-B14F-4D97-AF65-F5344CB8AC3E}">
        <p14:creationId xmlns:p14="http://schemas.microsoft.com/office/powerpoint/2010/main" val="1234262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0E2F3-6F2D-5F40-A6CF-1385A44CE750}"/>
              </a:ext>
            </a:extLst>
          </p:cNvPr>
          <p:cNvSpPr>
            <a:spLocks noGrp="1"/>
          </p:cNvSpPr>
          <p:nvPr>
            <p:ph type="title"/>
          </p:nvPr>
        </p:nvSpPr>
        <p:spPr/>
        <p:txBody>
          <a:bodyPr/>
          <a:lstStyle/>
          <a:p>
            <a:r>
              <a:rPr lang="en-US" dirty="0"/>
              <a:t>Overall Goal of COMP182</a:t>
            </a:r>
          </a:p>
        </p:txBody>
      </p:sp>
      <p:sp>
        <p:nvSpPr>
          <p:cNvPr id="3" name="Content Placeholder 2">
            <a:extLst>
              <a:ext uri="{FF2B5EF4-FFF2-40B4-BE49-F238E27FC236}">
                <a16:creationId xmlns:a16="http://schemas.microsoft.com/office/drawing/2014/main" id="{3EBD34B4-9FB3-2840-B911-52189F95621C}"/>
              </a:ext>
            </a:extLst>
          </p:cNvPr>
          <p:cNvSpPr>
            <a:spLocks noGrp="1"/>
          </p:cNvSpPr>
          <p:nvPr>
            <p:ph idx="1"/>
          </p:nvPr>
        </p:nvSpPr>
        <p:spPr/>
        <p:txBody>
          <a:bodyPr/>
          <a:lstStyle/>
          <a:p>
            <a:r>
              <a:rPr lang="en-US" dirty="0"/>
              <a:t>At the end of COMP182, you should have basic skills to approach a reasonably complex problem and ask design questions first:</a:t>
            </a:r>
          </a:p>
          <a:p>
            <a:pPr lvl="1"/>
            <a:r>
              <a:rPr lang="en-US" dirty="0"/>
              <a:t>What entities/objects would be appropriate to model this problem?</a:t>
            </a:r>
          </a:p>
          <a:p>
            <a:pPr lvl="1"/>
            <a:r>
              <a:rPr lang="en-US" dirty="0"/>
              <a:t>How would these objects interact to solve the problem?</a:t>
            </a:r>
          </a:p>
          <a:p>
            <a:pPr lvl="1"/>
            <a:r>
              <a:rPr lang="en-US" dirty="0"/>
              <a:t>What data structure would be the most appropriate or efficient to use? </a:t>
            </a:r>
          </a:p>
          <a:p>
            <a:r>
              <a:rPr lang="en-US" dirty="0"/>
              <a:t>Fundamentally different problem-solving approach:</a:t>
            </a:r>
          </a:p>
          <a:p>
            <a:pPr lvl="1"/>
            <a:r>
              <a:rPr lang="en-US" dirty="0"/>
              <a:t>Bottom-up</a:t>
            </a:r>
          </a:p>
          <a:p>
            <a:r>
              <a:rPr lang="en-US" dirty="0"/>
              <a:t>“Smart data structure and dumb code work a lot better than the other way around”.</a:t>
            </a:r>
          </a:p>
          <a:p>
            <a:pPr marL="0" indent="0">
              <a:buNone/>
            </a:pPr>
            <a:endParaRPr lang="en-US" dirty="0"/>
          </a:p>
        </p:txBody>
      </p:sp>
    </p:spTree>
    <p:extLst>
      <p:ext uri="{BB962C8B-B14F-4D97-AF65-F5344CB8AC3E}">
        <p14:creationId xmlns:p14="http://schemas.microsoft.com/office/powerpoint/2010/main" val="3756205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0E2F3-6F2D-5F40-A6CF-1385A44CE750}"/>
              </a:ext>
            </a:extLst>
          </p:cNvPr>
          <p:cNvSpPr>
            <a:spLocks noGrp="1"/>
          </p:cNvSpPr>
          <p:nvPr>
            <p:ph type="title"/>
          </p:nvPr>
        </p:nvSpPr>
        <p:spPr/>
        <p:txBody>
          <a:bodyPr/>
          <a:lstStyle/>
          <a:p>
            <a:r>
              <a:rPr lang="en-US" dirty="0"/>
              <a:t>Overall Goal of COMP182</a:t>
            </a:r>
          </a:p>
        </p:txBody>
      </p:sp>
      <p:sp>
        <p:nvSpPr>
          <p:cNvPr id="3" name="Content Placeholder 2">
            <a:extLst>
              <a:ext uri="{FF2B5EF4-FFF2-40B4-BE49-F238E27FC236}">
                <a16:creationId xmlns:a16="http://schemas.microsoft.com/office/drawing/2014/main" id="{3EBD34B4-9FB3-2840-B911-52189F95621C}"/>
              </a:ext>
            </a:extLst>
          </p:cNvPr>
          <p:cNvSpPr>
            <a:spLocks noGrp="1"/>
          </p:cNvSpPr>
          <p:nvPr>
            <p:ph idx="1"/>
          </p:nvPr>
        </p:nvSpPr>
        <p:spPr/>
        <p:txBody>
          <a:bodyPr/>
          <a:lstStyle/>
          <a:p>
            <a:r>
              <a:rPr lang="en-US" dirty="0"/>
              <a:t>By the end of COMP282, you should be able to approach a reasonably complex problem and ask design questions first:</a:t>
            </a:r>
          </a:p>
          <a:p>
            <a:pPr lvl="1"/>
            <a:r>
              <a:rPr lang="en-US" sz="1800" dirty="0">
                <a:solidFill>
                  <a:srgbClr val="000000"/>
                </a:solidFill>
                <a:latin typeface="Arial" panose="020B0604020202020204" pitchFamily="34" charset="0"/>
              </a:rPr>
              <a:t>What entities/objects would be appropriate to model this problem?</a:t>
            </a:r>
          </a:p>
          <a:p>
            <a:pPr lvl="1"/>
            <a:r>
              <a:rPr lang="en-US" sz="1800" dirty="0">
                <a:solidFill>
                  <a:srgbClr val="000000"/>
                </a:solidFill>
                <a:latin typeface="Arial" panose="020B0604020202020204" pitchFamily="34" charset="0"/>
              </a:rPr>
              <a:t>How would these objects interact to solve the problem?</a:t>
            </a:r>
          </a:p>
          <a:p>
            <a:pPr lvl="1"/>
            <a:r>
              <a:rPr lang="en-US" sz="1800" dirty="0">
                <a:solidFill>
                  <a:srgbClr val="000000"/>
                </a:solidFill>
                <a:latin typeface="Arial" panose="020B0604020202020204" pitchFamily="34" charset="0"/>
              </a:rPr>
              <a:t>What data structure would be the most appropriate or efficient to use? </a:t>
            </a:r>
          </a:p>
          <a:p>
            <a:pPr lvl="2"/>
            <a:r>
              <a:rPr lang="en-US" sz="1400" dirty="0">
                <a:solidFill>
                  <a:srgbClr val="000000"/>
                </a:solidFill>
                <a:latin typeface="Arial" panose="020B0604020202020204" pitchFamily="34" charset="0"/>
              </a:rPr>
              <a:t>Main memory structures: hash tables, trees. </a:t>
            </a:r>
          </a:p>
          <a:p>
            <a:pPr lvl="2"/>
            <a:r>
              <a:rPr lang="en-US" sz="1400" dirty="0">
                <a:solidFill>
                  <a:srgbClr val="000000"/>
                </a:solidFill>
                <a:effectLst/>
                <a:latin typeface="Arial" panose="020B0604020202020204" pitchFamily="34" charset="0"/>
                <a:ea typeface="Times New Roman" panose="02020603050405020304" pitchFamily="18" charset="0"/>
              </a:rPr>
              <a:t>Architectural foundations for files. </a:t>
            </a:r>
          </a:p>
          <a:p>
            <a:pPr lvl="3"/>
            <a:r>
              <a:rPr lang="en-US" sz="1200" dirty="0">
                <a:solidFill>
                  <a:srgbClr val="000000"/>
                </a:solidFill>
                <a:effectLst/>
                <a:latin typeface="Arial" panose="020B0604020202020204" pitchFamily="34" charset="0"/>
                <a:ea typeface="Times New Roman" panose="02020603050405020304" pitchFamily="18" charset="0"/>
              </a:rPr>
              <a:t>Large-scale sorting.  </a:t>
            </a:r>
          </a:p>
          <a:p>
            <a:pPr lvl="3"/>
            <a:r>
              <a:rPr lang="en-US" sz="1200" dirty="0">
                <a:solidFill>
                  <a:srgbClr val="000000"/>
                </a:solidFill>
                <a:effectLst/>
                <a:latin typeface="Arial" panose="020B0604020202020204" pitchFamily="34" charset="0"/>
                <a:ea typeface="Times New Roman" panose="02020603050405020304" pitchFamily="18" charset="0"/>
              </a:rPr>
              <a:t>Hash-based persistent structures. </a:t>
            </a:r>
          </a:p>
          <a:p>
            <a:pPr lvl="3"/>
            <a:r>
              <a:rPr lang="en-US" sz="1200" dirty="0">
                <a:solidFill>
                  <a:srgbClr val="000000"/>
                </a:solidFill>
                <a:effectLst/>
                <a:latin typeface="Arial" panose="020B0604020202020204" pitchFamily="34" charset="0"/>
                <a:ea typeface="Times New Roman" panose="02020603050405020304" pitchFamily="18" charset="0"/>
              </a:rPr>
              <a:t>Indexed files. </a:t>
            </a:r>
          </a:p>
          <a:p>
            <a:pPr lvl="3"/>
            <a:r>
              <a:rPr lang="en-US" sz="1200" dirty="0">
                <a:solidFill>
                  <a:srgbClr val="000000"/>
                </a:solidFill>
                <a:effectLst/>
                <a:latin typeface="Arial" panose="020B0604020202020204" pitchFamily="34" charset="0"/>
                <a:ea typeface="Times New Roman" panose="02020603050405020304" pitchFamily="18" charset="0"/>
              </a:rPr>
              <a:t>Introduction to databases.</a:t>
            </a:r>
            <a:endParaRPr lang="en-US" sz="1200" dirty="0">
              <a:effectLst/>
              <a:latin typeface="Arial" panose="020B0604020202020204" pitchFamily="34" charset="0"/>
              <a:ea typeface="Arial" panose="020B0604020202020204" pitchFamily="34" charset="0"/>
            </a:endParaRPr>
          </a:p>
          <a:p>
            <a:pPr lvl="1"/>
            <a:endParaRPr lang="en-US" dirty="0"/>
          </a:p>
        </p:txBody>
      </p:sp>
    </p:spTree>
    <p:extLst>
      <p:ext uri="{BB962C8B-B14F-4D97-AF65-F5344CB8AC3E}">
        <p14:creationId xmlns:p14="http://schemas.microsoft.com/office/powerpoint/2010/main" val="3810362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0A78-A06D-4F1A-BB55-E14ED3826D52}"/>
              </a:ext>
            </a:extLst>
          </p:cNvPr>
          <p:cNvSpPr>
            <a:spLocks noGrp="1"/>
          </p:cNvSpPr>
          <p:nvPr>
            <p:ph type="title"/>
          </p:nvPr>
        </p:nvSpPr>
        <p:spPr/>
        <p:txBody>
          <a:bodyPr/>
          <a:lstStyle/>
          <a:p>
            <a:pPr algn="ctr"/>
            <a:r>
              <a:rPr lang="en-US" dirty="0"/>
              <a:t>Data Structures &amp; Algorithms</a:t>
            </a:r>
          </a:p>
        </p:txBody>
      </p:sp>
      <p:sp>
        <p:nvSpPr>
          <p:cNvPr id="3" name="Content Placeholder 2">
            <a:extLst>
              <a:ext uri="{FF2B5EF4-FFF2-40B4-BE49-F238E27FC236}">
                <a16:creationId xmlns:a16="http://schemas.microsoft.com/office/drawing/2014/main" id="{04BD63B2-A4EE-4C90-8225-BE467CD44191}"/>
              </a:ext>
            </a:extLst>
          </p:cNvPr>
          <p:cNvSpPr>
            <a:spLocks noGrp="1"/>
          </p:cNvSpPr>
          <p:nvPr>
            <p:ph idx="1"/>
          </p:nvPr>
        </p:nvSpPr>
        <p:spPr/>
        <p:txBody>
          <a:bodyPr/>
          <a:lstStyle/>
          <a:p>
            <a:r>
              <a:rPr lang="en-US" dirty="0"/>
              <a:t>A data structure is an arrangement of data in a computer’s memory (or sometimes on a disk)</a:t>
            </a:r>
          </a:p>
          <a:p>
            <a:r>
              <a:rPr lang="en-US" dirty="0"/>
              <a:t>Algorithms are step by step instructions used to manipulate the data in given structure in various ways.</a:t>
            </a:r>
          </a:p>
        </p:txBody>
      </p:sp>
    </p:spTree>
    <p:extLst>
      <p:ext uri="{BB962C8B-B14F-4D97-AF65-F5344CB8AC3E}">
        <p14:creationId xmlns:p14="http://schemas.microsoft.com/office/powerpoint/2010/main" val="521082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28A95-862A-404F-A3DB-CED7D569ED1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36901AEC-D909-5342-9AA5-59F8A02CBFEE}"/>
              </a:ext>
            </a:extLst>
          </p:cNvPr>
          <p:cNvSpPr>
            <a:spLocks noGrp="1"/>
          </p:cNvSpPr>
          <p:nvPr>
            <p:ph idx="1"/>
          </p:nvPr>
        </p:nvSpPr>
        <p:spPr/>
        <p:txBody>
          <a:bodyPr/>
          <a:lstStyle/>
          <a:p>
            <a:r>
              <a:rPr lang="en-US" dirty="0"/>
              <a:t>Rare to deal with only one instance </a:t>
            </a:r>
          </a:p>
          <a:p>
            <a:r>
              <a:rPr lang="en-US" dirty="0"/>
              <a:t> Often need to deal with collections of objects</a:t>
            </a:r>
          </a:p>
          <a:p>
            <a:r>
              <a:rPr lang="en-US" dirty="0"/>
              <a:t> Cannot always anticipate how many things we might need to deal with</a:t>
            </a:r>
          </a:p>
          <a:p>
            <a:r>
              <a:rPr lang="en-US" dirty="0"/>
              <a:t>Languages usually provide support for arrays</a:t>
            </a:r>
          </a:p>
          <a:p>
            <a:r>
              <a:rPr lang="en-US" dirty="0"/>
              <a:t> In Java: </a:t>
            </a:r>
          </a:p>
          <a:p>
            <a:pPr lvl="1"/>
            <a:r>
              <a:rPr lang="en-US" dirty="0">
                <a:latin typeface="Courier New" panose="02070309020205020404" pitchFamily="49" charset="0"/>
                <a:cs typeface="Courier New" panose="02070309020205020404" pitchFamily="49" charset="0"/>
              </a:rPr>
              <a:t>int n = 10; </a:t>
            </a:r>
          </a:p>
          <a:p>
            <a:pPr lvl="1"/>
            <a:r>
              <a:rPr lang="en-US" dirty="0">
                <a:latin typeface="Courier New" panose="02070309020205020404" pitchFamily="49" charset="0"/>
                <a:cs typeface="Courier New" panose="02070309020205020404" pitchFamily="49" charset="0"/>
              </a:rPr>
              <a:t>int[] </a:t>
            </a:r>
            <a:r>
              <a:rPr lang="en-US" dirty="0" err="1">
                <a:latin typeface="Courier New" panose="02070309020205020404" pitchFamily="49" charset="0"/>
                <a:cs typeface="Courier New" panose="02070309020205020404" pitchFamily="49" charset="0"/>
              </a:rPr>
              <a:t>arr</a:t>
            </a:r>
            <a:r>
              <a:rPr lang="en-US" dirty="0">
                <a:latin typeface="Courier New" panose="02070309020205020404" pitchFamily="49" charset="0"/>
                <a:cs typeface="Courier New" panose="02070309020205020404" pitchFamily="49" charset="0"/>
              </a:rPr>
              <a:t> = new int[n];</a:t>
            </a:r>
          </a:p>
        </p:txBody>
      </p:sp>
    </p:spTree>
    <p:extLst>
      <p:ext uri="{BB962C8B-B14F-4D97-AF65-F5344CB8AC3E}">
        <p14:creationId xmlns:p14="http://schemas.microsoft.com/office/powerpoint/2010/main" val="1583157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DFCAE-3B72-C34D-9E49-B45E6E868AAF}"/>
              </a:ext>
            </a:extLst>
          </p:cNvPr>
          <p:cNvSpPr>
            <a:spLocks noGrp="1"/>
          </p:cNvSpPr>
          <p:nvPr>
            <p:ph type="title"/>
          </p:nvPr>
        </p:nvSpPr>
        <p:spPr/>
        <p:txBody>
          <a:bodyPr/>
          <a:lstStyle/>
          <a:p>
            <a:r>
              <a:rPr lang="en-US" dirty="0"/>
              <a:t>Problems With Arrays</a:t>
            </a:r>
          </a:p>
        </p:txBody>
      </p:sp>
      <p:sp>
        <p:nvSpPr>
          <p:cNvPr id="3" name="Content Placeholder 2">
            <a:extLst>
              <a:ext uri="{FF2B5EF4-FFF2-40B4-BE49-F238E27FC236}">
                <a16:creationId xmlns:a16="http://schemas.microsoft.com/office/drawing/2014/main" id="{522709D6-3B15-114A-9808-5DE97229443D}"/>
              </a:ext>
            </a:extLst>
          </p:cNvPr>
          <p:cNvSpPr>
            <a:spLocks noGrp="1"/>
          </p:cNvSpPr>
          <p:nvPr>
            <p:ph idx="1"/>
          </p:nvPr>
        </p:nvSpPr>
        <p:spPr/>
        <p:txBody>
          <a:bodyPr/>
          <a:lstStyle/>
          <a:p>
            <a:r>
              <a:rPr lang="en-US" dirty="0"/>
              <a:t>Once created, capacity is fixed </a:t>
            </a:r>
          </a:p>
          <a:p>
            <a:r>
              <a:rPr lang="en-US" dirty="0"/>
              <a:t>Cannot dynamically change its size (without rebuilding/copying) </a:t>
            </a:r>
          </a:p>
          <a:p>
            <a:r>
              <a:rPr lang="en-US" dirty="0"/>
              <a:t>May not need entire capacity at certain points </a:t>
            </a:r>
          </a:p>
          <a:p>
            <a:r>
              <a:rPr lang="en-US" dirty="0"/>
              <a:t>Must manually handle the organization </a:t>
            </a:r>
          </a:p>
          <a:p>
            <a:r>
              <a:rPr lang="en-US" dirty="0"/>
              <a:t>Must have prior knowledge of the size before you create it</a:t>
            </a:r>
          </a:p>
        </p:txBody>
      </p:sp>
    </p:spTree>
    <p:extLst>
      <p:ext uri="{BB962C8B-B14F-4D97-AF65-F5344CB8AC3E}">
        <p14:creationId xmlns:p14="http://schemas.microsoft.com/office/powerpoint/2010/main" val="211450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3E98A-06BA-E04B-8B8C-5F27E7FA81FF}"/>
              </a:ext>
            </a:extLst>
          </p:cNvPr>
          <p:cNvSpPr>
            <a:spLocks noGrp="1"/>
          </p:cNvSpPr>
          <p:nvPr>
            <p:ph type="title"/>
          </p:nvPr>
        </p:nvSpPr>
        <p:spPr/>
        <p:txBody>
          <a:bodyPr/>
          <a:lstStyle/>
          <a:p>
            <a:r>
              <a:rPr lang="en-US" dirty="0"/>
              <a:t>Better Solution: A List </a:t>
            </a:r>
          </a:p>
        </p:txBody>
      </p:sp>
      <p:sp>
        <p:nvSpPr>
          <p:cNvPr id="3" name="Content Placeholder 2">
            <a:extLst>
              <a:ext uri="{FF2B5EF4-FFF2-40B4-BE49-F238E27FC236}">
                <a16:creationId xmlns:a16="http://schemas.microsoft.com/office/drawing/2014/main" id="{94DC6870-FADC-2048-ABC3-834CEF9BF571}"/>
              </a:ext>
            </a:extLst>
          </p:cNvPr>
          <p:cNvSpPr>
            <a:spLocks noGrp="1"/>
          </p:cNvSpPr>
          <p:nvPr>
            <p:ph idx="1"/>
          </p:nvPr>
        </p:nvSpPr>
        <p:spPr/>
        <p:txBody>
          <a:bodyPr/>
          <a:lstStyle/>
          <a:p>
            <a:r>
              <a:rPr lang="en-US" dirty="0"/>
              <a:t>Better Solution: A List ADT (Abstract Data Type)</a:t>
            </a:r>
          </a:p>
          <a:p>
            <a:pPr lvl="1"/>
            <a:r>
              <a:rPr lang="en-US" dirty="0"/>
              <a:t>You don’t have to be worry about lower-level details</a:t>
            </a:r>
          </a:p>
          <a:p>
            <a:pPr lvl="2"/>
            <a:r>
              <a:rPr lang="en-US" dirty="0"/>
              <a:t>Ex: when you use it, you just add the elements, you don’t care how many elements are already there, this is the detail that we have to take care of it in class (abstract the details inside the class)</a:t>
            </a:r>
          </a:p>
          <a:p>
            <a:r>
              <a:rPr lang="en-US" dirty="0"/>
              <a:t>Core Functionality (4 basic operations on any collection of data):</a:t>
            </a:r>
          </a:p>
          <a:p>
            <a:pPr lvl="1"/>
            <a:r>
              <a:rPr lang="en-US" dirty="0"/>
              <a:t>Adding elements</a:t>
            </a:r>
          </a:p>
          <a:p>
            <a:pPr lvl="1"/>
            <a:r>
              <a:rPr lang="en-US" dirty="0"/>
              <a:t>Retrieving elements</a:t>
            </a:r>
          </a:p>
          <a:p>
            <a:pPr lvl="1"/>
            <a:r>
              <a:rPr lang="en-US" dirty="0"/>
              <a:t>Removing elements </a:t>
            </a:r>
          </a:p>
          <a:p>
            <a:pPr lvl="1"/>
            <a:r>
              <a:rPr lang="en-US" dirty="0"/>
              <a:t>Automatic resizing</a:t>
            </a:r>
          </a:p>
        </p:txBody>
      </p:sp>
    </p:spTree>
    <p:extLst>
      <p:ext uri="{BB962C8B-B14F-4D97-AF65-F5344CB8AC3E}">
        <p14:creationId xmlns:p14="http://schemas.microsoft.com/office/powerpoint/2010/main" val="3338828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B22CCC79-770D-4FB6-9653-488F4D4FA22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78772A0-CD80-4884-B65A-9756AE4CFEE0}" type="slidenum">
              <a:rPr lang="en-US" altLang="en-US" sz="1400"/>
              <a:pPr>
                <a:spcBef>
                  <a:spcPct val="0"/>
                </a:spcBef>
                <a:buClrTx/>
                <a:buSzTx/>
                <a:buFontTx/>
                <a:buNone/>
              </a:pPr>
              <a:t>8</a:t>
            </a:fld>
            <a:endParaRPr lang="en-US" altLang="en-US" sz="1400"/>
          </a:p>
        </p:txBody>
      </p:sp>
      <p:sp>
        <p:nvSpPr>
          <p:cNvPr id="8195" name="Rectangle 2">
            <a:extLst>
              <a:ext uri="{FF2B5EF4-FFF2-40B4-BE49-F238E27FC236}">
                <a16:creationId xmlns:a16="http://schemas.microsoft.com/office/drawing/2014/main" id="{2E5CECEA-92A9-4164-9AAD-24CAFD93C358}"/>
              </a:ext>
            </a:extLst>
          </p:cNvPr>
          <p:cNvSpPr>
            <a:spLocks noGrp="1" noChangeArrowheads="1"/>
          </p:cNvSpPr>
          <p:nvPr>
            <p:ph type="title"/>
          </p:nvPr>
        </p:nvSpPr>
        <p:spPr>
          <a:xfrm>
            <a:off x="2209800" y="228600"/>
            <a:ext cx="7924800" cy="1143000"/>
          </a:xfrm>
          <a:noFill/>
        </p:spPr>
        <p:txBody>
          <a:bodyPr>
            <a:normAutofit fontScale="90000"/>
          </a:bodyPr>
          <a:lstStyle/>
          <a:p>
            <a:r>
              <a:rPr lang="en-US" altLang="en-US"/>
              <a:t>Java Collection Framework hierarchy, cont.</a:t>
            </a:r>
          </a:p>
        </p:txBody>
      </p:sp>
      <p:sp>
        <p:nvSpPr>
          <p:cNvPr id="8196" name="Rectangle 6">
            <a:extLst>
              <a:ext uri="{FF2B5EF4-FFF2-40B4-BE49-F238E27FC236}">
                <a16:creationId xmlns:a16="http://schemas.microsoft.com/office/drawing/2014/main" id="{AB7BF3F8-9CFA-4BF6-B5C2-98FC7F236C6F}"/>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7" name="Rectangle 7">
            <a:extLst>
              <a:ext uri="{FF2B5EF4-FFF2-40B4-BE49-F238E27FC236}">
                <a16:creationId xmlns:a16="http://schemas.microsoft.com/office/drawing/2014/main" id="{EDA3D054-7C09-495A-B7EA-A7A8A9A670A6}"/>
              </a:ext>
            </a:extLst>
          </p:cNvPr>
          <p:cNvSpPr>
            <a:spLocks noGrp="1" noChangeArrowheads="1"/>
          </p:cNvSpPr>
          <p:nvPr>
            <p:ph type="body" idx="1"/>
          </p:nvPr>
        </p:nvSpPr>
        <p:spPr>
          <a:xfrm>
            <a:off x="1873250" y="1676401"/>
            <a:ext cx="8458200" cy="530225"/>
          </a:xfrm>
          <a:noFill/>
        </p:spPr>
        <p:txBody>
          <a:bodyPr/>
          <a:lstStyle/>
          <a:p>
            <a:pPr marL="0" indent="0">
              <a:buNone/>
            </a:pPr>
            <a:r>
              <a:rPr lang="en-US" altLang="en-US">
                <a:cs typeface="Times New Roman" panose="02020603050405020304" pitchFamily="18" charset="0"/>
              </a:rPr>
              <a:t>Set and List are subinterfaces of Collection.</a:t>
            </a:r>
          </a:p>
        </p:txBody>
      </p:sp>
      <p:sp>
        <p:nvSpPr>
          <p:cNvPr id="8198" name="Rectangle 9">
            <a:extLst>
              <a:ext uri="{FF2B5EF4-FFF2-40B4-BE49-F238E27FC236}">
                <a16:creationId xmlns:a16="http://schemas.microsoft.com/office/drawing/2014/main" id="{1D8A48FF-AC6D-443F-96F7-7047FA935B3B}"/>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9" name="Rectangle 11">
            <a:extLst>
              <a:ext uri="{FF2B5EF4-FFF2-40B4-BE49-F238E27FC236}">
                <a16:creationId xmlns:a16="http://schemas.microsoft.com/office/drawing/2014/main" id="{D0B4DC5A-BE4E-4693-9E50-23C99E60C8BF}"/>
              </a:ext>
            </a:extLst>
          </p:cNvPr>
          <p:cNvSpPr>
            <a:spLocks noChangeArrowheads="1"/>
          </p:cNvSpPr>
          <p:nvPr/>
        </p:nvSpPr>
        <p:spPr bwMode="auto">
          <a:xfrm>
            <a:off x="1524001" y="1975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8200" name="Picture 9">
            <a:extLst>
              <a:ext uri="{FF2B5EF4-FFF2-40B4-BE49-F238E27FC236}">
                <a16:creationId xmlns:a16="http://schemas.microsoft.com/office/drawing/2014/main" id="{E112972D-A4BB-477F-939D-18BB6CE01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3725" y="2439988"/>
            <a:ext cx="846455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190646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23CA473C-7CDC-47F9-ACAE-9B9AE9D04F0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8A8F996-C90C-4327-9301-38CDA0904283}" type="slidenum">
              <a:rPr lang="en-US" altLang="en-US" sz="1400"/>
              <a:pPr>
                <a:spcBef>
                  <a:spcPct val="0"/>
                </a:spcBef>
                <a:buClrTx/>
                <a:buSzTx/>
                <a:buFontTx/>
                <a:buNone/>
              </a:pPr>
              <a:t>9</a:t>
            </a:fld>
            <a:endParaRPr lang="en-US" altLang="en-US" sz="1400"/>
          </a:p>
        </p:txBody>
      </p:sp>
      <p:sp>
        <p:nvSpPr>
          <p:cNvPr id="13315" name="Rectangle 2">
            <a:extLst>
              <a:ext uri="{FF2B5EF4-FFF2-40B4-BE49-F238E27FC236}">
                <a16:creationId xmlns:a16="http://schemas.microsoft.com/office/drawing/2014/main" id="{D208BCD2-DB40-41CD-86B1-B0727C61A345}"/>
              </a:ext>
            </a:extLst>
          </p:cNvPr>
          <p:cNvSpPr>
            <a:spLocks noGrp="1" noChangeArrowheads="1"/>
          </p:cNvSpPr>
          <p:nvPr>
            <p:ph type="title"/>
          </p:nvPr>
        </p:nvSpPr>
        <p:spPr>
          <a:xfrm>
            <a:off x="2209800" y="228600"/>
            <a:ext cx="7924800" cy="914400"/>
          </a:xfrm>
          <a:noFill/>
        </p:spPr>
        <p:txBody>
          <a:bodyPr/>
          <a:lstStyle/>
          <a:p>
            <a:r>
              <a:rPr lang="en-US" altLang="en-US" dirty="0" err="1">
                <a:cs typeface="Times New Roman" panose="02020603050405020304" pitchFamily="18" charset="0"/>
              </a:rPr>
              <a:t>ArrayList</a:t>
            </a:r>
            <a:endParaRPr lang="en-US" altLang="en-US" dirty="0">
              <a:cs typeface="Times New Roman" panose="02020603050405020304" pitchFamily="18" charset="0"/>
            </a:endParaRPr>
          </a:p>
        </p:txBody>
      </p:sp>
      <p:sp>
        <p:nvSpPr>
          <p:cNvPr id="13316" name="Rectangle 3">
            <a:extLst>
              <a:ext uri="{FF2B5EF4-FFF2-40B4-BE49-F238E27FC236}">
                <a16:creationId xmlns:a16="http://schemas.microsoft.com/office/drawing/2014/main" id="{1A59BB7E-CB42-487A-ACFC-AB87A14BD9A6}"/>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7" name="Rectangle 4">
            <a:extLst>
              <a:ext uri="{FF2B5EF4-FFF2-40B4-BE49-F238E27FC236}">
                <a16:creationId xmlns:a16="http://schemas.microsoft.com/office/drawing/2014/main" id="{087524DA-4B50-41A8-AFFF-63DA4DF91048}"/>
              </a:ext>
            </a:extLst>
          </p:cNvPr>
          <p:cNvSpPr>
            <a:spLocks noGrp="1" noChangeArrowheads="1"/>
          </p:cNvSpPr>
          <p:nvPr>
            <p:ph type="body" idx="1"/>
          </p:nvPr>
        </p:nvSpPr>
        <p:spPr>
          <a:xfrm>
            <a:off x="1905000" y="1219200"/>
            <a:ext cx="8458200" cy="4800600"/>
          </a:xfrm>
        </p:spPr>
        <p:txBody>
          <a:bodyPr/>
          <a:lstStyle/>
          <a:p>
            <a:pPr>
              <a:lnSpc>
                <a:spcPct val="90000"/>
              </a:lnSpc>
            </a:pPr>
            <a:r>
              <a:rPr lang="en-US" altLang="en-US" dirty="0">
                <a:cs typeface="Times New Roman" panose="02020603050405020304" pitchFamily="18" charset="0"/>
              </a:rPr>
              <a:t>The </a:t>
            </a:r>
            <a:r>
              <a:rPr lang="en-US" altLang="en-US" dirty="0" err="1">
                <a:cs typeface="Times New Roman" panose="02020603050405020304" pitchFamily="18" charset="0"/>
              </a:rPr>
              <a:t>ArrayList</a:t>
            </a:r>
            <a:r>
              <a:rPr lang="en-US" altLang="en-US" dirty="0">
                <a:cs typeface="Times New Roman" panose="02020603050405020304" pitchFamily="18" charset="0"/>
              </a:rPr>
              <a:t> class is concrete implementation of the List interface. </a:t>
            </a:r>
          </a:p>
          <a:p>
            <a:pPr>
              <a:lnSpc>
                <a:spcPct val="90000"/>
              </a:lnSpc>
            </a:pPr>
            <a:r>
              <a:rPr lang="en-US" altLang="en-US" dirty="0">
                <a:cs typeface="Times New Roman" panose="02020603050405020304" pitchFamily="18" charset="0"/>
              </a:rPr>
              <a:t>Supports random access through an index without inserting or removing elements from any place other than the end. </a:t>
            </a:r>
          </a:p>
          <a:p>
            <a:pPr>
              <a:lnSpc>
                <a:spcPct val="90000"/>
              </a:lnSpc>
            </a:pPr>
            <a:r>
              <a:rPr lang="en-US" altLang="en-US" dirty="0">
                <a:cs typeface="Times New Roman" panose="02020603050405020304" pitchFamily="18" charset="0"/>
              </a:rPr>
              <a:t>A list can grow or shrink dynamically. </a:t>
            </a:r>
          </a:p>
          <a:p>
            <a:pPr>
              <a:lnSpc>
                <a:spcPct val="90000"/>
              </a:lnSpc>
            </a:pPr>
            <a:r>
              <a:rPr lang="en-US" altLang="en-US" dirty="0">
                <a:cs typeface="Times New Roman" panose="02020603050405020304" pitchFamily="18" charset="0"/>
              </a:rPr>
              <a:t>An array is fixed once it is created. If your application does not require insertion or deletion of elements, the most efficient data structure is the array.</a:t>
            </a:r>
          </a:p>
        </p:txBody>
      </p:sp>
      <p:sp>
        <p:nvSpPr>
          <p:cNvPr id="13318" name="Rectangle 5">
            <a:extLst>
              <a:ext uri="{FF2B5EF4-FFF2-40B4-BE49-F238E27FC236}">
                <a16:creationId xmlns:a16="http://schemas.microsoft.com/office/drawing/2014/main" id="{10BAE030-8582-4F14-B779-D3FDA27D6051}"/>
              </a:ext>
            </a:extLst>
          </p:cNvPr>
          <p:cNvSpPr>
            <a:spLocks noChangeArrowheads="1"/>
          </p:cNvSpPr>
          <p:nvPr/>
        </p:nvSpPr>
        <p:spPr bwMode="auto">
          <a:xfrm>
            <a:off x="4751388" y="27130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9" name="Rectangle 6">
            <a:extLst>
              <a:ext uri="{FF2B5EF4-FFF2-40B4-BE49-F238E27FC236}">
                <a16:creationId xmlns:a16="http://schemas.microsoft.com/office/drawing/2014/main" id="{9D28C07F-C2F9-400D-993C-DF4DD0830B6A}"/>
              </a:ext>
            </a:extLst>
          </p:cNvPr>
          <p:cNvSpPr>
            <a:spLocks noChangeArrowheads="1"/>
          </p:cNvSpPr>
          <p:nvPr/>
        </p:nvSpPr>
        <p:spPr bwMode="auto">
          <a:xfrm>
            <a:off x="4895850" y="21986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7C6442A2-8626-40C2-B345-46F24F1D60EC}"/>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D3CFCE0-4EB8-411B-A76A-D92A5CB24F1F}" type="slidenum">
              <a:rPr lang="en-US" altLang="en-US" sz="1400"/>
              <a:pPr>
                <a:spcBef>
                  <a:spcPct val="0"/>
                </a:spcBef>
                <a:buClrTx/>
                <a:buSzTx/>
                <a:buFontTx/>
                <a:buNone/>
              </a:pPr>
              <a:t>10</a:t>
            </a:fld>
            <a:endParaRPr lang="en-US" altLang="en-US" sz="1400"/>
          </a:p>
        </p:txBody>
      </p:sp>
      <p:sp>
        <p:nvSpPr>
          <p:cNvPr id="14339" name="Rectangle 2">
            <a:extLst>
              <a:ext uri="{FF2B5EF4-FFF2-40B4-BE49-F238E27FC236}">
                <a16:creationId xmlns:a16="http://schemas.microsoft.com/office/drawing/2014/main" id="{63F3DE67-3DF5-4F5C-967E-6BBA50E2874E}"/>
              </a:ext>
            </a:extLst>
          </p:cNvPr>
          <p:cNvSpPr>
            <a:spLocks noGrp="1" noChangeArrowheads="1"/>
          </p:cNvSpPr>
          <p:nvPr>
            <p:ph type="title"/>
          </p:nvPr>
        </p:nvSpPr>
        <p:spPr>
          <a:xfrm>
            <a:off x="2209800" y="228600"/>
            <a:ext cx="7924800" cy="914400"/>
          </a:xfrm>
          <a:noFill/>
        </p:spPr>
        <p:txBody>
          <a:bodyPr/>
          <a:lstStyle/>
          <a:p>
            <a:r>
              <a:rPr lang="en-US" altLang="en-US">
                <a:cs typeface="Times New Roman" panose="02020603050405020304" pitchFamily="18" charset="0"/>
              </a:rPr>
              <a:t>java.util.ArrayList</a:t>
            </a:r>
          </a:p>
        </p:txBody>
      </p:sp>
      <p:sp>
        <p:nvSpPr>
          <p:cNvPr id="14340" name="Rectangle 3">
            <a:extLst>
              <a:ext uri="{FF2B5EF4-FFF2-40B4-BE49-F238E27FC236}">
                <a16:creationId xmlns:a16="http://schemas.microsoft.com/office/drawing/2014/main" id="{159493E4-463F-486A-9FD2-DA5DDEFE5600}"/>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1" name="Rectangle 5">
            <a:extLst>
              <a:ext uri="{FF2B5EF4-FFF2-40B4-BE49-F238E27FC236}">
                <a16:creationId xmlns:a16="http://schemas.microsoft.com/office/drawing/2014/main" id="{D4DFDA86-028D-4BCA-AFCB-25133F6B4D02}"/>
              </a:ext>
            </a:extLst>
          </p:cNvPr>
          <p:cNvSpPr>
            <a:spLocks noChangeArrowheads="1"/>
          </p:cNvSpPr>
          <p:nvPr/>
        </p:nvSpPr>
        <p:spPr bwMode="auto">
          <a:xfrm>
            <a:off x="4751388" y="27130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2" name="Rectangle 6">
            <a:extLst>
              <a:ext uri="{FF2B5EF4-FFF2-40B4-BE49-F238E27FC236}">
                <a16:creationId xmlns:a16="http://schemas.microsoft.com/office/drawing/2014/main" id="{24D5AD35-A214-4149-9CAA-E79940A9A859}"/>
              </a:ext>
            </a:extLst>
          </p:cNvPr>
          <p:cNvSpPr>
            <a:spLocks noChangeArrowheads="1"/>
          </p:cNvSpPr>
          <p:nvPr/>
        </p:nvSpPr>
        <p:spPr bwMode="auto">
          <a:xfrm>
            <a:off x="4895850" y="21986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3" name="Rectangle 9">
            <a:extLst>
              <a:ext uri="{FF2B5EF4-FFF2-40B4-BE49-F238E27FC236}">
                <a16:creationId xmlns:a16="http://schemas.microsoft.com/office/drawing/2014/main" id="{E7606490-10B1-4888-B762-5702B4FDD689}"/>
              </a:ext>
            </a:extLst>
          </p:cNvPr>
          <p:cNvSpPr>
            <a:spLocks noChangeArrowheads="1"/>
          </p:cNvSpPr>
          <p:nvPr/>
        </p:nvSpPr>
        <p:spPr bwMode="auto">
          <a:xfrm>
            <a:off x="4381500" y="2484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4" name="Rectangle 11">
            <a:extLst>
              <a:ext uri="{FF2B5EF4-FFF2-40B4-BE49-F238E27FC236}">
                <a16:creationId xmlns:a16="http://schemas.microsoft.com/office/drawing/2014/main" id="{1000D9CA-A20E-4ADD-A71D-ECD2BF513810}"/>
              </a:ext>
            </a:extLst>
          </p:cNvPr>
          <p:cNvSpPr>
            <a:spLocks noChangeArrowheads="1"/>
          </p:cNvSpPr>
          <p:nvPr/>
        </p:nvSpPr>
        <p:spPr bwMode="auto">
          <a:xfrm>
            <a:off x="1524001" y="2047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4345" name="Object 10">
            <a:extLst>
              <a:ext uri="{FF2B5EF4-FFF2-40B4-BE49-F238E27FC236}">
                <a16:creationId xmlns:a16="http://schemas.microsoft.com/office/drawing/2014/main" id="{98BA365B-386B-4095-A120-E7ED9BC3B1CF}"/>
              </a:ext>
            </a:extLst>
          </p:cNvPr>
          <p:cNvGraphicFramePr>
            <a:graphicFrameLocks noChangeAspect="1"/>
          </p:cNvGraphicFramePr>
          <p:nvPr/>
        </p:nvGraphicFramePr>
        <p:xfrm>
          <a:off x="1752600" y="1447800"/>
          <a:ext cx="8686800" cy="4833938"/>
        </p:xfrm>
        <a:graphic>
          <a:graphicData uri="http://schemas.openxmlformats.org/presentationml/2006/ole">
            <mc:AlternateContent xmlns:mc="http://schemas.openxmlformats.org/markup-compatibility/2006">
              <mc:Choice xmlns:v="urn:schemas-microsoft-com:vml" Requires="v">
                <p:oleObj spid="_x0000_s3086" name="Picture" r:id="rId4" imgW="4136861" imgH="2297411" progId="Word.Picture.8">
                  <p:embed/>
                </p:oleObj>
              </mc:Choice>
              <mc:Fallback>
                <p:oleObj name="Picture" r:id="rId4" imgW="4136861" imgH="2297411" progId="Word.Picture.8">
                  <p:embed/>
                  <p:pic>
                    <p:nvPicPr>
                      <p:cNvPr id="14345" name="Object 10">
                        <a:extLst>
                          <a:ext uri="{FF2B5EF4-FFF2-40B4-BE49-F238E27FC236}">
                            <a16:creationId xmlns:a16="http://schemas.microsoft.com/office/drawing/2014/main" id="{98BA365B-386B-4095-A120-E7ED9BC3B1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1447800"/>
                        <a:ext cx="8686800" cy="483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AE4C74D-84B0-40F8-836D-62F2C0FDAECB}" type="slidenum">
              <a:rPr lang="en-US" altLang="en-US" sz="1400"/>
              <a:pPr>
                <a:spcBef>
                  <a:spcPct val="0"/>
                </a:spcBef>
                <a:buClrTx/>
                <a:buSzTx/>
                <a:buFontTx/>
                <a:buNone/>
              </a:pPr>
              <a:t>11</a:t>
            </a:fld>
            <a:endParaRPr lang="en-US" altLang="en-US" sz="1400"/>
          </a:p>
        </p:txBody>
      </p:sp>
      <p:sp>
        <p:nvSpPr>
          <p:cNvPr id="46083" name="Rectangle 2"/>
          <p:cNvSpPr>
            <a:spLocks noGrp="1" noChangeArrowheads="1"/>
          </p:cNvSpPr>
          <p:nvPr>
            <p:ph type="title"/>
          </p:nvPr>
        </p:nvSpPr>
        <p:spPr>
          <a:xfrm>
            <a:off x="2209800" y="152400"/>
            <a:ext cx="7772400" cy="762000"/>
          </a:xfrm>
        </p:spPr>
        <p:txBody>
          <a:bodyPr/>
          <a:lstStyle/>
          <a:p>
            <a:r>
              <a:rPr lang="en-US" altLang="en-US"/>
              <a:t>The </a:t>
            </a:r>
            <a:r>
              <a:rPr lang="en-US" altLang="en-US" u="sng"/>
              <a:t>ArrayList</a:t>
            </a:r>
            <a:r>
              <a:rPr lang="en-US" altLang="en-US"/>
              <a:t> Class</a:t>
            </a:r>
          </a:p>
        </p:txBody>
      </p:sp>
      <p:sp>
        <p:nvSpPr>
          <p:cNvPr id="46084" name="Rectangle 3"/>
          <p:cNvSpPr>
            <a:spLocks noGrp="1" noChangeArrowheads="1"/>
          </p:cNvSpPr>
          <p:nvPr>
            <p:ph type="body" idx="1"/>
          </p:nvPr>
        </p:nvSpPr>
        <p:spPr>
          <a:xfrm>
            <a:off x="1752600" y="990600"/>
            <a:ext cx="8610600" cy="1219200"/>
          </a:xfrm>
        </p:spPr>
        <p:txBody>
          <a:bodyPr/>
          <a:lstStyle/>
          <a:p>
            <a:pPr marL="0" indent="0">
              <a:spcAft>
                <a:spcPts val="1200"/>
              </a:spcAft>
              <a:buNone/>
            </a:pPr>
            <a:r>
              <a:rPr lang="en-US" altLang="en-US" sz="2400"/>
              <a:t>You can create an array to store objects. But the array’s size is fixed once the array is created. Java provides the ArrayList class that can be used to store an unlimited number of objects. </a:t>
            </a:r>
          </a:p>
        </p:txBody>
      </p:sp>
      <p:sp>
        <p:nvSpPr>
          <p:cNvPr id="46085" name="Rectangle 5"/>
          <p:cNvSpPr>
            <a:spLocks noChangeArrowheads="1"/>
          </p:cNvSpPr>
          <p:nvPr/>
        </p:nvSpPr>
        <p:spPr bwMode="auto">
          <a:xfrm>
            <a:off x="3167063" y="30622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6" name="Rectangle 7"/>
          <p:cNvSpPr>
            <a:spLocks noChangeArrowheads="1"/>
          </p:cNvSpPr>
          <p:nvPr/>
        </p:nvSpPr>
        <p:spPr bwMode="auto">
          <a:xfrm>
            <a:off x="1524001" y="20313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7" name="Rectangle 9"/>
          <p:cNvSpPr>
            <a:spLocks noChangeArrowheads="1"/>
          </p:cNvSpPr>
          <p:nvPr/>
        </p:nvSpPr>
        <p:spPr bwMode="auto">
          <a:xfrm>
            <a:off x="1524001" y="19837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6088" name="Object 8"/>
          <p:cNvGraphicFramePr>
            <a:graphicFrameLocks noChangeAspect="1"/>
          </p:cNvGraphicFramePr>
          <p:nvPr/>
        </p:nvGraphicFramePr>
        <p:xfrm>
          <a:off x="2667000" y="2214564"/>
          <a:ext cx="7391400" cy="4206875"/>
        </p:xfrm>
        <a:graphic>
          <a:graphicData uri="http://schemas.openxmlformats.org/presentationml/2006/ole">
            <mc:AlternateContent xmlns:mc="http://schemas.openxmlformats.org/markup-compatibility/2006">
              <mc:Choice xmlns:v="urn:schemas-microsoft-com:vml" Requires="v">
                <p:oleObj spid="_x0000_s4110" name="Picture" r:id="rId4" imgW="4267200" imgH="2425700" progId="Word.Picture.8">
                  <p:embed/>
                </p:oleObj>
              </mc:Choice>
              <mc:Fallback>
                <p:oleObj name="Picture" r:id="rId4" imgW="4267200" imgH="2425700" progId="Word.Picture.8">
                  <p:embed/>
                  <p:pic>
                    <p:nvPicPr>
                      <p:cNvPr id="4608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214564"/>
                        <a:ext cx="7391400"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6499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a:extLst>
              <a:ext uri="{FF2B5EF4-FFF2-40B4-BE49-F238E27FC236}">
                <a16:creationId xmlns:a16="http://schemas.microsoft.com/office/drawing/2014/main" id="{47BE96F2-5EDD-4189-8744-AEFDD77AD14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6191F9A-83E5-425B-8295-7CFCDE534290}" type="slidenum">
              <a:rPr lang="en-US" altLang="en-US" sz="1400"/>
              <a:pPr>
                <a:spcBef>
                  <a:spcPct val="0"/>
                </a:spcBef>
                <a:buClrTx/>
                <a:buSzTx/>
                <a:buFontTx/>
                <a:buNone/>
              </a:pPr>
              <a:t>12</a:t>
            </a:fld>
            <a:endParaRPr lang="en-US" altLang="en-US" sz="1400"/>
          </a:p>
        </p:txBody>
      </p:sp>
      <p:sp>
        <p:nvSpPr>
          <p:cNvPr id="47107" name="Rectangle 2">
            <a:extLst>
              <a:ext uri="{FF2B5EF4-FFF2-40B4-BE49-F238E27FC236}">
                <a16:creationId xmlns:a16="http://schemas.microsoft.com/office/drawing/2014/main" id="{3D6DD9E6-38C2-4578-8B2F-AFF07E1BD679}"/>
              </a:ext>
            </a:extLst>
          </p:cNvPr>
          <p:cNvSpPr>
            <a:spLocks noGrp="1" noChangeArrowheads="1"/>
          </p:cNvSpPr>
          <p:nvPr>
            <p:ph type="title"/>
          </p:nvPr>
        </p:nvSpPr>
        <p:spPr>
          <a:xfrm>
            <a:off x="2209800" y="152400"/>
            <a:ext cx="7772400" cy="762000"/>
          </a:xfrm>
        </p:spPr>
        <p:txBody>
          <a:bodyPr/>
          <a:lstStyle/>
          <a:p>
            <a:r>
              <a:rPr lang="en-US" altLang="en-US"/>
              <a:t>Generic Type </a:t>
            </a:r>
          </a:p>
        </p:txBody>
      </p:sp>
      <p:sp>
        <p:nvSpPr>
          <p:cNvPr id="47108" name="Rectangle 3">
            <a:extLst>
              <a:ext uri="{FF2B5EF4-FFF2-40B4-BE49-F238E27FC236}">
                <a16:creationId xmlns:a16="http://schemas.microsoft.com/office/drawing/2014/main" id="{D5D7AF37-957A-4F9F-9E2F-5AE798128DA4}"/>
              </a:ext>
            </a:extLst>
          </p:cNvPr>
          <p:cNvSpPr>
            <a:spLocks noGrp="1" noChangeArrowheads="1"/>
          </p:cNvSpPr>
          <p:nvPr>
            <p:ph type="body" idx="1"/>
          </p:nvPr>
        </p:nvSpPr>
        <p:spPr>
          <a:xfrm>
            <a:off x="1676400" y="990600"/>
            <a:ext cx="8839200" cy="2971800"/>
          </a:xfrm>
        </p:spPr>
        <p:txBody>
          <a:bodyPr/>
          <a:lstStyle/>
          <a:p>
            <a:pPr marL="0" indent="0">
              <a:spcBef>
                <a:spcPct val="40000"/>
              </a:spcBef>
              <a:spcAft>
                <a:spcPts val="1200"/>
              </a:spcAft>
              <a:buNone/>
            </a:pPr>
            <a:r>
              <a:rPr lang="en-US" altLang="en-US"/>
              <a:t>ArrayList is known as a generic class with a generic type E. You can specify a concrete type to replace E when creating an ArrayList. For example, the following statement creates an ArrayList and assigns its reference to variable cities. This ArrayList object can be used to store strings.</a:t>
            </a:r>
          </a:p>
        </p:txBody>
      </p:sp>
      <p:sp>
        <p:nvSpPr>
          <p:cNvPr id="47109" name="Rectangle 4">
            <a:extLst>
              <a:ext uri="{FF2B5EF4-FFF2-40B4-BE49-F238E27FC236}">
                <a16:creationId xmlns:a16="http://schemas.microsoft.com/office/drawing/2014/main" id="{D0479491-ED77-422F-92EA-F4C528CB187B}"/>
              </a:ext>
            </a:extLst>
          </p:cNvPr>
          <p:cNvSpPr>
            <a:spLocks noChangeArrowheads="1"/>
          </p:cNvSpPr>
          <p:nvPr/>
        </p:nvSpPr>
        <p:spPr bwMode="auto">
          <a:xfrm>
            <a:off x="3167063" y="30622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0" name="Rectangle 5">
            <a:extLst>
              <a:ext uri="{FF2B5EF4-FFF2-40B4-BE49-F238E27FC236}">
                <a16:creationId xmlns:a16="http://schemas.microsoft.com/office/drawing/2014/main" id="{52C13672-B5AE-457A-B6B5-38758BFCE7EC}"/>
              </a:ext>
            </a:extLst>
          </p:cNvPr>
          <p:cNvSpPr>
            <a:spLocks noChangeArrowheads="1"/>
          </p:cNvSpPr>
          <p:nvPr/>
        </p:nvSpPr>
        <p:spPr bwMode="auto">
          <a:xfrm>
            <a:off x="1524001" y="20313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1" name="Rectangle 9">
            <a:extLst>
              <a:ext uri="{FF2B5EF4-FFF2-40B4-BE49-F238E27FC236}">
                <a16:creationId xmlns:a16="http://schemas.microsoft.com/office/drawing/2014/main" id="{B111B8BD-3C58-4726-833E-532EEBE7C59E}"/>
              </a:ext>
            </a:extLst>
          </p:cNvPr>
          <p:cNvSpPr>
            <a:spLocks noChangeArrowheads="1"/>
          </p:cNvSpPr>
          <p:nvPr/>
        </p:nvSpPr>
        <p:spPr bwMode="auto">
          <a:xfrm>
            <a:off x="1524000" y="4038600"/>
            <a:ext cx="8839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40000"/>
              </a:spcBef>
              <a:spcAft>
                <a:spcPts val="1200"/>
              </a:spcAft>
              <a:buNone/>
            </a:pPr>
            <a:r>
              <a:rPr lang="en-US" altLang="en-US">
                <a:solidFill>
                  <a:schemeClr val="tx2"/>
                </a:solidFill>
              </a:rPr>
              <a:t>ArrayList&lt;String&gt; cities = </a:t>
            </a:r>
            <a:r>
              <a:rPr lang="en-US" altLang="en-US" b="1">
                <a:solidFill>
                  <a:schemeClr val="tx2"/>
                </a:solidFill>
              </a:rPr>
              <a:t>new</a:t>
            </a:r>
            <a:r>
              <a:rPr lang="en-US" altLang="en-US">
                <a:solidFill>
                  <a:schemeClr val="tx2"/>
                </a:solidFill>
              </a:rPr>
              <a:t> ArrayList&lt;String&gt;();</a:t>
            </a:r>
          </a:p>
        </p:txBody>
      </p:sp>
      <p:sp>
        <p:nvSpPr>
          <p:cNvPr id="47112" name="Rectangle 11">
            <a:extLst>
              <a:ext uri="{FF2B5EF4-FFF2-40B4-BE49-F238E27FC236}">
                <a16:creationId xmlns:a16="http://schemas.microsoft.com/office/drawing/2014/main" id="{7A9B170E-C757-47FD-9D49-9213BC8D0389}"/>
              </a:ext>
            </a:extLst>
          </p:cNvPr>
          <p:cNvSpPr>
            <a:spLocks noChangeArrowheads="1"/>
          </p:cNvSpPr>
          <p:nvPr/>
        </p:nvSpPr>
        <p:spPr bwMode="auto">
          <a:xfrm>
            <a:off x="1524000" y="5029200"/>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40000"/>
              </a:spcBef>
              <a:spcAft>
                <a:spcPts val="1200"/>
              </a:spcAft>
              <a:buNone/>
            </a:pPr>
            <a:r>
              <a:rPr lang="en-US" altLang="en-US">
                <a:solidFill>
                  <a:schemeClr val="tx2"/>
                </a:solidFill>
              </a:rPr>
              <a:t>ArrayList&lt;String&gt; cities = </a:t>
            </a:r>
            <a:r>
              <a:rPr lang="en-US" altLang="en-US" b="1">
                <a:solidFill>
                  <a:schemeClr val="tx2"/>
                </a:solidFill>
              </a:rPr>
              <a:t>new</a:t>
            </a:r>
            <a:r>
              <a:rPr lang="en-US" altLang="en-US">
                <a:solidFill>
                  <a:schemeClr val="tx2"/>
                </a:solidFill>
              </a:rPr>
              <a:t> ArrayList&lt;&gt;();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a:extLst>
              <a:ext uri="{FF2B5EF4-FFF2-40B4-BE49-F238E27FC236}">
                <a16:creationId xmlns:a16="http://schemas.microsoft.com/office/drawing/2014/main" id="{6B058AE3-56AF-4290-99D4-84F1580ACE8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B0F0D87-126A-44BD-B1FE-B5C5FAFEA3B5}" type="slidenum">
              <a:rPr lang="en-US" altLang="en-US" sz="1400"/>
              <a:pPr>
                <a:spcBef>
                  <a:spcPct val="0"/>
                </a:spcBef>
                <a:buClrTx/>
                <a:buSzTx/>
                <a:buFontTx/>
                <a:buNone/>
              </a:pPr>
              <a:t>13</a:t>
            </a:fld>
            <a:endParaRPr lang="en-US" altLang="en-US" sz="1400"/>
          </a:p>
        </p:txBody>
      </p:sp>
      <p:sp>
        <p:nvSpPr>
          <p:cNvPr id="48131" name="Rectangle 2">
            <a:extLst>
              <a:ext uri="{FF2B5EF4-FFF2-40B4-BE49-F238E27FC236}">
                <a16:creationId xmlns:a16="http://schemas.microsoft.com/office/drawing/2014/main" id="{186A838D-9306-4B5E-8EFD-DA34724799EF}"/>
              </a:ext>
            </a:extLst>
          </p:cNvPr>
          <p:cNvSpPr>
            <a:spLocks noGrp="1" noChangeArrowheads="1"/>
          </p:cNvSpPr>
          <p:nvPr>
            <p:ph type="title"/>
          </p:nvPr>
        </p:nvSpPr>
        <p:spPr>
          <a:xfrm>
            <a:off x="1828800" y="457200"/>
            <a:ext cx="8610600" cy="685800"/>
          </a:xfrm>
        </p:spPr>
        <p:txBody>
          <a:bodyPr>
            <a:normAutofit fontScale="90000"/>
          </a:bodyPr>
          <a:lstStyle/>
          <a:p>
            <a:r>
              <a:rPr lang="en-US" altLang="en-US" sz="4000"/>
              <a:t>Differences and Similarities between Arrays and ArrayList</a:t>
            </a:r>
          </a:p>
        </p:txBody>
      </p:sp>
      <p:sp>
        <p:nvSpPr>
          <p:cNvPr id="48132" name="Rectangle 4">
            <a:extLst>
              <a:ext uri="{FF2B5EF4-FFF2-40B4-BE49-F238E27FC236}">
                <a16:creationId xmlns:a16="http://schemas.microsoft.com/office/drawing/2014/main" id="{C3C2151B-1C77-436D-B5A3-31F5134A5C7E}"/>
              </a:ext>
            </a:extLst>
          </p:cNvPr>
          <p:cNvSpPr>
            <a:spLocks noChangeArrowheads="1"/>
          </p:cNvSpPr>
          <p:nvPr/>
        </p:nvSpPr>
        <p:spPr bwMode="auto">
          <a:xfrm>
            <a:off x="3167063" y="30622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3" name="Rectangle 5">
            <a:extLst>
              <a:ext uri="{FF2B5EF4-FFF2-40B4-BE49-F238E27FC236}">
                <a16:creationId xmlns:a16="http://schemas.microsoft.com/office/drawing/2014/main" id="{6E3B5AB2-DE26-438F-86F5-2A1750BF206D}"/>
              </a:ext>
            </a:extLst>
          </p:cNvPr>
          <p:cNvSpPr>
            <a:spLocks noChangeArrowheads="1"/>
          </p:cNvSpPr>
          <p:nvPr/>
        </p:nvSpPr>
        <p:spPr bwMode="auto">
          <a:xfrm>
            <a:off x="1524001" y="20313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4" name="Rectangle 6">
            <a:extLst>
              <a:ext uri="{FF2B5EF4-FFF2-40B4-BE49-F238E27FC236}">
                <a16:creationId xmlns:a16="http://schemas.microsoft.com/office/drawing/2014/main" id="{A1DC424C-CB12-4B5E-88D3-B02938924862}"/>
              </a:ext>
            </a:extLst>
          </p:cNvPr>
          <p:cNvSpPr>
            <a:spLocks noChangeArrowheads="1"/>
          </p:cNvSpPr>
          <p:nvPr/>
        </p:nvSpPr>
        <p:spPr bwMode="auto">
          <a:xfrm>
            <a:off x="1524001" y="24075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5" name="Rectangle 10">
            <a:extLst>
              <a:ext uri="{FF2B5EF4-FFF2-40B4-BE49-F238E27FC236}">
                <a16:creationId xmlns:a16="http://schemas.microsoft.com/office/drawing/2014/main" id="{9EA2BF08-7401-42D6-8A0C-D1757B4A209B}"/>
              </a:ext>
            </a:extLst>
          </p:cNvPr>
          <p:cNvSpPr>
            <a:spLocks noChangeArrowheads="1"/>
          </p:cNvSpPr>
          <p:nvPr/>
        </p:nvSpPr>
        <p:spPr bwMode="auto">
          <a:xfrm>
            <a:off x="1524001" y="24075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6" name="Rectangle 12">
            <a:extLst>
              <a:ext uri="{FF2B5EF4-FFF2-40B4-BE49-F238E27FC236}">
                <a16:creationId xmlns:a16="http://schemas.microsoft.com/office/drawing/2014/main" id="{04D500BD-3BCD-4947-80E2-D062BF7620BE}"/>
              </a:ext>
            </a:extLst>
          </p:cNvPr>
          <p:cNvSpPr>
            <a:spLocks noChangeArrowheads="1"/>
          </p:cNvSpPr>
          <p:nvPr/>
        </p:nvSpPr>
        <p:spPr bwMode="auto">
          <a:xfrm>
            <a:off x="1524001" y="22170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8137" name="Object 11">
            <a:extLst>
              <a:ext uri="{FF2B5EF4-FFF2-40B4-BE49-F238E27FC236}">
                <a16:creationId xmlns:a16="http://schemas.microsoft.com/office/drawing/2014/main" id="{BA74EFBC-1EF9-4B10-80BE-A4154437F7AD}"/>
              </a:ext>
            </a:extLst>
          </p:cNvPr>
          <p:cNvGraphicFramePr>
            <a:graphicFrameLocks noChangeAspect="1"/>
          </p:cNvGraphicFramePr>
          <p:nvPr/>
        </p:nvGraphicFramePr>
        <p:xfrm>
          <a:off x="1676400" y="1676401"/>
          <a:ext cx="8915400" cy="3128963"/>
        </p:xfrm>
        <a:graphic>
          <a:graphicData uri="http://schemas.openxmlformats.org/presentationml/2006/ole">
            <mc:AlternateContent xmlns:mc="http://schemas.openxmlformats.org/markup-compatibility/2006">
              <mc:Choice xmlns:v="urn:schemas-microsoft-com:vml" Requires="v">
                <p:oleObj spid="_x0000_s5134" name="Picture" r:id="rId4" imgW="5600700" imgH="1968500" progId="Word.Picture.8">
                  <p:embed/>
                </p:oleObj>
              </mc:Choice>
              <mc:Fallback>
                <p:oleObj name="Picture" r:id="rId4" imgW="5600700" imgH="1968500" progId="Word.Picture.8">
                  <p:embed/>
                  <p:pic>
                    <p:nvPicPr>
                      <p:cNvPr id="48137" name="Object 11">
                        <a:extLst>
                          <a:ext uri="{FF2B5EF4-FFF2-40B4-BE49-F238E27FC236}">
                            <a16:creationId xmlns:a16="http://schemas.microsoft.com/office/drawing/2014/main" id="{BA74EFBC-1EF9-4B10-80BE-A4154437F7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1676401"/>
                        <a:ext cx="8915400" cy="312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8" name="Rectangle 13">
            <a:extLst>
              <a:ext uri="{FF2B5EF4-FFF2-40B4-BE49-F238E27FC236}">
                <a16:creationId xmlns:a16="http://schemas.microsoft.com/office/drawing/2014/main" id="{04681E60-E3C0-4782-B016-4E13C243046C}"/>
              </a:ext>
            </a:extLst>
          </p:cNvPr>
          <p:cNvSpPr>
            <a:spLocks noChangeArrowheads="1"/>
          </p:cNvSpPr>
          <p:nvPr/>
        </p:nvSpPr>
        <p:spPr bwMode="auto">
          <a:xfrm>
            <a:off x="6003635" y="-384720"/>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tabLst>
                <a:tab pos="2286000" algn="l"/>
                <a:tab pos="394335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2286000" algn="l"/>
                <a:tab pos="394335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2286000" algn="l"/>
                <a:tab pos="394335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2286000" algn="l"/>
                <a:tab pos="394335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2286000" algn="l"/>
                <a:tab pos="394335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4400">
              <a:solidFill>
                <a:schemeClr val="tx2"/>
              </a:solidFill>
            </a:endParaRPr>
          </a:p>
        </p:txBody>
      </p:sp>
      <p:sp>
        <p:nvSpPr>
          <p:cNvPr id="48139" name="Rectangle 14">
            <a:extLst>
              <a:ext uri="{FF2B5EF4-FFF2-40B4-BE49-F238E27FC236}">
                <a16:creationId xmlns:a16="http://schemas.microsoft.com/office/drawing/2014/main" id="{1308708D-F695-4FA7-A5AF-E902216952A4}"/>
              </a:ext>
            </a:extLst>
          </p:cNvPr>
          <p:cNvSpPr>
            <a:spLocks noChangeArrowheads="1"/>
          </p:cNvSpPr>
          <p:nvPr/>
        </p:nvSpPr>
        <p:spPr bwMode="auto">
          <a:xfrm>
            <a:off x="6003635" y="-384720"/>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tabLst>
                <a:tab pos="2286000" algn="l"/>
                <a:tab pos="394335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2286000" algn="l"/>
                <a:tab pos="394335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2286000" algn="l"/>
                <a:tab pos="394335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2286000" algn="l"/>
                <a:tab pos="394335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2286000" algn="l"/>
                <a:tab pos="394335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4400">
              <a:solidFill>
                <a:schemeClr val="tx2"/>
              </a:solidFill>
            </a:endParaRPr>
          </a:p>
        </p:txBody>
      </p:sp>
      <p:sp>
        <p:nvSpPr>
          <p:cNvPr id="48140" name="Rectangle 15">
            <a:extLst>
              <a:ext uri="{FF2B5EF4-FFF2-40B4-BE49-F238E27FC236}">
                <a16:creationId xmlns:a16="http://schemas.microsoft.com/office/drawing/2014/main" id="{1EBC0B27-A9D2-4DA0-B519-08D673814841}"/>
              </a:ext>
            </a:extLst>
          </p:cNvPr>
          <p:cNvSpPr>
            <a:spLocks noChangeArrowheads="1"/>
          </p:cNvSpPr>
          <p:nvPr/>
        </p:nvSpPr>
        <p:spPr bwMode="auto">
          <a:xfrm>
            <a:off x="6003635" y="-384720"/>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tabLst>
                <a:tab pos="2286000" algn="l"/>
                <a:tab pos="394335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2286000" algn="l"/>
                <a:tab pos="394335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2286000" algn="l"/>
                <a:tab pos="394335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2286000" algn="l"/>
                <a:tab pos="394335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2286000" algn="l"/>
                <a:tab pos="394335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440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6">
            <a:extLst>
              <a:ext uri="{FF2B5EF4-FFF2-40B4-BE49-F238E27FC236}">
                <a16:creationId xmlns:a16="http://schemas.microsoft.com/office/drawing/2014/main" id="{9CDE213B-AB89-477F-8F86-FFD2CEE1CA87}"/>
              </a:ext>
            </a:extLst>
          </p:cNvPr>
          <p:cNvSpPr>
            <a:spLocks noGrp="1" noChangeArrowheads="1"/>
          </p:cNvSpPr>
          <p:nvPr>
            <p:ph type="title"/>
          </p:nvPr>
        </p:nvSpPr>
        <p:spPr/>
        <p:txBody>
          <a:bodyPr/>
          <a:lstStyle/>
          <a:p>
            <a:pPr algn="ctr" eaLnBrk="1" hangingPunct="1"/>
            <a:r>
              <a:rPr lang="en-US" altLang="en-US" dirty="0"/>
              <a:t>Linked List</a:t>
            </a:r>
          </a:p>
        </p:txBody>
      </p:sp>
      <p:sp>
        <p:nvSpPr>
          <p:cNvPr id="4101" name="Rectangle 7">
            <a:extLst>
              <a:ext uri="{FF2B5EF4-FFF2-40B4-BE49-F238E27FC236}">
                <a16:creationId xmlns:a16="http://schemas.microsoft.com/office/drawing/2014/main" id="{BE1B8C77-C21B-4C3D-99E1-85046353D7A3}"/>
              </a:ext>
            </a:extLst>
          </p:cNvPr>
          <p:cNvSpPr>
            <a:spLocks noGrp="1" noChangeArrowheads="1"/>
          </p:cNvSpPr>
          <p:nvPr>
            <p:ph type="body" idx="1"/>
          </p:nvPr>
        </p:nvSpPr>
        <p:spPr>
          <a:xfrm>
            <a:off x="2514600" y="1828800"/>
            <a:ext cx="7772400" cy="4038600"/>
          </a:xfrm>
        </p:spPr>
        <p:txBody>
          <a:bodyPr/>
          <a:lstStyle/>
          <a:p>
            <a:pPr eaLnBrk="1" hangingPunct="1"/>
            <a:r>
              <a:rPr lang="en-US" altLang="en-US" dirty="0"/>
              <a:t>Options for implementing an ADT (List)</a:t>
            </a:r>
          </a:p>
          <a:p>
            <a:pPr lvl="1" eaLnBrk="1" hangingPunct="1"/>
            <a:r>
              <a:rPr lang="en-US" altLang="en-US" dirty="0"/>
              <a:t>Array</a:t>
            </a:r>
          </a:p>
          <a:p>
            <a:pPr lvl="2" eaLnBrk="1" hangingPunct="1"/>
            <a:r>
              <a:rPr lang="en-US" altLang="en-US" dirty="0"/>
              <a:t>Has a fixed size</a:t>
            </a:r>
          </a:p>
          <a:p>
            <a:pPr lvl="2" eaLnBrk="1" hangingPunct="1"/>
            <a:r>
              <a:rPr lang="en-US" altLang="en-US" dirty="0"/>
              <a:t>Data must be shifted during insertions and deletions</a:t>
            </a:r>
          </a:p>
          <a:p>
            <a:pPr lvl="1" eaLnBrk="1" hangingPunct="1"/>
            <a:r>
              <a:rPr lang="en-US" altLang="en-US" dirty="0"/>
              <a:t>Linked list</a:t>
            </a:r>
          </a:p>
          <a:p>
            <a:pPr lvl="2" eaLnBrk="1" hangingPunct="1"/>
            <a:r>
              <a:rPr lang="en-US" altLang="en-US" dirty="0"/>
              <a:t>Is able to grow in size as needed</a:t>
            </a:r>
          </a:p>
          <a:p>
            <a:pPr lvl="2" eaLnBrk="1" hangingPunct="1"/>
            <a:r>
              <a:rPr lang="en-US" altLang="en-US" dirty="0"/>
              <a:t>Does not require the shifting of items during insertions and deletions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89;p22">
            <a:extLst>
              <a:ext uri="{FF2B5EF4-FFF2-40B4-BE49-F238E27FC236}">
                <a16:creationId xmlns:a16="http://schemas.microsoft.com/office/drawing/2014/main" id="{245C9220-49EC-A243-BE7B-C204518591D1}"/>
              </a:ext>
            </a:extLst>
          </p:cNvPr>
          <p:cNvPicPr preferRelativeResize="0"/>
          <p:nvPr/>
        </p:nvPicPr>
        <p:blipFill>
          <a:blip r:embed="rId3">
            <a:alphaModFix/>
          </a:blip>
          <a:stretch>
            <a:fillRect/>
          </a:stretch>
        </p:blipFill>
        <p:spPr>
          <a:xfrm>
            <a:off x="1880755" y="613063"/>
            <a:ext cx="7825030" cy="5631873"/>
          </a:xfrm>
          <a:prstGeom prst="rect">
            <a:avLst/>
          </a:prstGeom>
          <a:noFill/>
          <a:ln>
            <a:noFill/>
          </a:ln>
        </p:spPr>
      </p:pic>
    </p:spTree>
    <p:extLst>
      <p:ext uri="{BB962C8B-B14F-4D97-AF65-F5344CB8AC3E}">
        <p14:creationId xmlns:p14="http://schemas.microsoft.com/office/powerpoint/2010/main" val="2422823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7EB5CF01-AC82-43AD-9046-2E713DC60954}"/>
              </a:ext>
            </a:extLst>
          </p:cNvPr>
          <p:cNvSpPr>
            <a:spLocks noGrp="1" noChangeArrowheads="1"/>
          </p:cNvSpPr>
          <p:nvPr>
            <p:ph type="title"/>
          </p:nvPr>
        </p:nvSpPr>
        <p:spPr/>
        <p:txBody>
          <a:bodyPr/>
          <a:lstStyle/>
          <a:p>
            <a:pPr eaLnBrk="1" hangingPunct="1"/>
            <a:r>
              <a:rPr lang="en-US" altLang="en-US"/>
              <a:t>Object References</a:t>
            </a:r>
          </a:p>
        </p:txBody>
      </p:sp>
      <p:sp>
        <p:nvSpPr>
          <p:cNvPr id="6149" name="Rectangle 3">
            <a:extLst>
              <a:ext uri="{FF2B5EF4-FFF2-40B4-BE49-F238E27FC236}">
                <a16:creationId xmlns:a16="http://schemas.microsoft.com/office/drawing/2014/main" id="{9E923CC6-B33F-498F-94F7-7374661E2C0B}"/>
              </a:ext>
            </a:extLst>
          </p:cNvPr>
          <p:cNvSpPr>
            <a:spLocks noGrp="1" noChangeArrowheads="1"/>
          </p:cNvSpPr>
          <p:nvPr>
            <p:ph type="body" idx="1"/>
          </p:nvPr>
        </p:nvSpPr>
        <p:spPr/>
        <p:txBody>
          <a:bodyPr/>
          <a:lstStyle/>
          <a:p>
            <a:pPr marL="609600" indent="-609600"/>
            <a:r>
              <a:rPr lang="en-US" altLang="en-US"/>
              <a:t>A reference variable</a:t>
            </a:r>
          </a:p>
          <a:p>
            <a:pPr marL="990600" lvl="1" indent="-533400"/>
            <a:r>
              <a:rPr lang="en-US" altLang="en-US"/>
              <a:t>Contains the location of an object</a:t>
            </a:r>
          </a:p>
          <a:p>
            <a:pPr marL="990600" lvl="1" indent="-533400"/>
            <a:r>
              <a:rPr lang="en-US" altLang="en-US"/>
              <a:t>Example</a:t>
            </a:r>
          </a:p>
          <a:p>
            <a:pPr marL="1371600" lvl="2" indent="-457200">
              <a:buNone/>
            </a:pPr>
            <a:r>
              <a:rPr lang="en-US" altLang="en-US"/>
              <a:t>	</a:t>
            </a:r>
            <a:r>
              <a:rPr lang="en-US" altLang="en-US">
                <a:latin typeface="Courier New" panose="02070309020205020404" pitchFamily="49" charset="0"/>
              </a:rPr>
              <a:t>Integer intRef;</a:t>
            </a:r>
          </a:p>
          <a:p>
            <a:pPr marL="1371600" lvl="2" indent="-457200">
              <a:buNone/>
            </a:pPr>
            <a:r>
              <a:rPr lang="en-US" altLang="en-US">
                <a:latin typeface="Courier New" panose="02070309020205020404" pitchFamily="49" charset="0"/>
              </a:rPr>
              <a:t>	intRef = new Integer(5);</a:t>
            </a:r>
          </a:p>
          <a:p>
            <a:pPr marL="990600" lvl="1" indent="-533400"/>
            <a:r>
              <a:rPr lang="en-US" altLang="en-US"/>
              <a:t>As a data field of a class</a:t>
            </a:r>
          </a:p>
          <a:p>
            <a:pPr marL="1371600" lvl="2" indent="-457200"/>
            <a:r>
              <a:rPr lang="en-US" altLang="en-US"/>
              <a:t>Has the default value </a:t>
            </a:r>
            <a:r>
              <a:rPr lang="en-US" altLang="en-US">
                <a:latin typeface="Courier New" panose="02070309020205020404" pitchFamily="49" charset="0"/>
              </a:rPr>
              <a:t>null</a:t>
            </a:r>
          </a:p>
          <a:p>
            <a:pPr marL="990600" lvl="1" indent="-533400"/>
            <a:r>
              <a:rPr lang="en-US" altLang="en-US"/>
              <a:t>A local reference variable to a method</a:t>
            </a:r>
          </a:p>
          <a:p>
            <a:pPr marL="1371600" lvl="2" indent="-457200"/>
            <a:r>
              <a:rPr lang="en-US" altLang="en-US"/>
              <a:t>Does not have a default value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a:extLst>
              <a:ext uri="{FF2B5EF4-FFF2-40B4-BE49-F238E27FC236}">
                <a16:creationId xmlns:a16="http://schemas.microsoft.com/office/drawing/2014/main" id="{3ABCC3FB-A09A-422B-83AF-C8C42C02E9FA}"/>
              </a:ext>
            </a:extLst>
          </p:cNvPr>
          <p:cNvSpPr>
            <a:spLocks noGrp="1" noChangeArrowheads="1"/>
          </p:cNvSpPr>
          <p:nvPr>
            <p:ph type="title"/>
          </p:nvPr>
        </p:nvSpPr>
        <p:spPr/>
        <p:txBody>
          <a:bodyPr/>
          <a:lstStyle/>
          <a:p>
            <a:pPr eaLnBrk="1" hangingPunct="1"/>
            <a:r>
              <a:rPr lang="en-US" altLang="en-US"/>
              <a:t>Object References</a:t>
            </a:r>
          </a:p>
        </p:txBody>
      </p:sp>
      <p:sp>
        <p:nvSpPr>
          <p:cNvPr id="12293" name="Text Box 5">
            <a:extLst>
              <a:ext uri="{FF2B5EF4-FFF2-40B4-BE49-F238E27FC236}">
                <a16:creationId xmlns:a16="http://schemas.microsoft.com/office/drawing/2014/main" id="{A018086F-BAD9-4DDB-98C5-DF1F8D2610FB}"/>
              </a:ext>
            </a:extLst>
          </p:cNvPr>
          <p:cNvSpPr txBox="1">
            <a:spLocks noChangeArrowheads="1"/>
          </p:cNvSpPr>
          <p:nvPr/>
        </p:nvSpPr>
        <p:spPr bwMode="auto">
          <a:xfrm>
            <a:off x="8153400" y="2438400"/>
            <a:ext cx="2133600" cy="781432"/>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A reference to an  </a:t>
            </a:r>
            <a:r>
              <a:rPr lang="en-US" sz="1600" b="1" i="1" dirty="0">
                <a:latin typeface="Courier New" pitchFamily="49" charset="0"/>
              </a:rPr>
              <a:t>Integer</a:t>
            </a:r>
            <a:r>
              <a:rPr lang="en-US" sz="1600" dirty="0">
                <a:latin typeface="Arial" charset="0"/>
              </a:rPr>
              <a:t>  object</a:t>
            </a:r>
          </a:p>
        </p:txBody>
      </p:sp>
      <p:pic>
        <p:nvPicPr>
          <p:cNvPr id="7174" name="Picture 7">
            <a:extLst>
              <a:ext uri="{FF2B5EF4-FFF2-40B4-BE49-F238E27FC236}">
                <a16:creationId xmlns:a16="http://schemas.microsoft.com/office/drawing/2014/main" id="{0CC6AC69-846E-42DE-BD8D-FECF256FC79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14601" y="1600200"/>
            <a:ext cx="5216525" cy="4419600"/>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1026">
            <a:extLst>
              <a:ext uri="{FF2B5EF4-FFF2-40B4-BE49-F238E27FC236}">
                <a16:creationId xmlns:a16="http://schemas.microsoft.com/office/drawing/2014/main" id="{CA9A4169-3078-4535-82C0-93CA15B3657F}"/>
              </a:ext>
            </a:extLst>
          </p:cNvPr>
          <p:cNvSpPr>
            <a:spLocks noGrp="1" noChangeArrowheads="1"/>
          </p:cNvSpPr>
          <p:nvPr>
            <p:ph type="title"/>
          </p:nvPr>
        </p:nvSpPr>
        <p:spPr/>
        <p:txBody>
          <a:bodyPr/>
          <a:lstStyle/>
          <a:p>
            <a:pPr eaLnBrk="1" hangingPunct="1"/>
            <a:r>
              <a:rPr lang="en-US" altLang="en-US"/>
              <a:t>Object References</a:t>
            </a:r>
          </a:p>
        </p:txBody>
      </p:sp>
      <p:sp>
        <p:nvSpPr>
          <p:cNvPr id="8197" name="Rectangle 1027">
            <a:extLst>
              <a:ext uri="{FF2B5EF4-FFF2-40B4-BE49-F238E27FC236}">
                <a16:creationId xmlns:a16="http://schemas.microsoft.com/office/drawing/2014/main" id="{7A820D11-F698-4FAF-8432-692CA95FCB5F}"/>
              </a:ext>
            </a:extLst>
          </p:cNvPr>
          <p:cNvSpPr>
            <a:spLocks noGrp="1" noChangeArrowheads="1"/>
          </p:cNvSpPr>
          <p:nvPr>
            <p:ph type="body" idx="1"/>
          </p:nvPr>
        </p:nvSpPr>
        <p:spPr/>
        <p:txBody>
          <a:bodyPr/>
          <a:lstStyle/>
          <a:p>
            <a:pPr eaLnBrk="1" hangingPunct="1"/>
            <a:r>
              <a:rPr lang="en-US" altLang="en-US"/>
              <a:t>When one reference variable is assigned to another reference variable, both references then refer to the same object</a:t>
            </a:r>
          </a:p>
          <a:p>
            <a:pPr lvl="1" eaLnBrk="1" hangingPunct="1">
              <a:buFontTx/>
              <a:buNone/>
            </a:pPr>
            <a:r>
              <a:rPr lang="en-US" altLang="en-US"/>
              <a:t>	</a:t>
            </a:r>
            <a:r>
              <a:rPr lang="en-US" altLang="en-US" sz="2000">
                <a:latin typeface="Courier New" panose="02070309020205020404" pitchFamily="49" charset="0"/>
              </a:rPr>
              <a:t>Integer p, q;</a:t>
            </a:r>
          </a:p>
          <a:p>
            <a:pPr lvl="1" eaLnBrk="1" hangingPunct="1">
              <a:buFontTx/>
              <a:buNone/>
            </a:pPr>
            <a:r>
              <a:rPr lang="en-US" altLang="en-US" sz="2000">
                <a:latin typeface="Courier New" panose="02070309020205020404" pitchFamily="49" charset="0"/>
              </a:rPr>
              <a:t>	p = new Integer(6);</a:t>
            </a:r>
          </a:p>
          <a:p>
            <a:pPr lvl="1" eaLnBrk="1" hangingPunct="1">
              <a:buFontTx/>
              <a:buNone/>
            </a:pPr>
            <a:r>
              <a:rPr lang="en-US" altLang="en-US" sz="2000">
                <a:latin typeface="Courier New" panose="02070309020205020404" pitchFamily="49" charset="0"/>
              </a:rPr>
              <a:t>	q = p;</a:t>
            </a:r>
          </a:p>
          <a:p>
            <a:pPr eaLnBrk="1" hangingPunct="1"/>
            <a:r>
              <a:rPr lang="en-US" altLang="en-US"/>
              <a:t>A reference variable that no longer references any object is marked for garbage collection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C5E0A602-FD87-45AF-A17E-653E8C4E5278}"/>
              </a:ext>
            </a:extLst>
          </p:cNvPr>
          <p:cNvSpPr>
            <a:spLocks noGrp="1" noChangeArrowheads="1"/>
          </p:cNvSpPr>
          <p:nvPr>
            <p:ph type="title"/>
          </p:nvPr>
        </p:nvSpPr>
        <p:spPr/>
        <p:txBody>
          <a:bodyPr/>
          <a:lstStyle/>
          <a:p>
            <a:pPr eaLnBrk="1" hangingPunct="1"/>
            <a:r>
              <a:rPr lang="en-US" altLang="en-US"/>
              <a:t>Preliminaries</a:t>
            </a:r>
          </a:p>
        </p:txBody>
      </p:sp>
      <p:sp>
        <p:nvSpPr>
          <p:cNvPr id="8196" name="Text Box 4">
            <a:extLst>
              <a:ext uri="{FF2B5EF4-FFF2-40B4-BE49-F238E27FC236}">
                <a16:creationId xmlns:a16="http://schemas.microsoft.com/office/drawing/2014/main" id="{930FC2DD-8CB0-4F81-B3CB-14BEBF0244AE}"/>
              </a:ext>
            </a:extLst>
          </p:cNvPr>
          <p:cNvSpPr txBox="1">
            <a:spLocks noChangeArrowheads="1"/>
          </p:cNvSpPr>
          <p:nvPr/>
        </p:nvSpPr>
        <p:spPr bwMode="auto">
          <a:xfrm>
            <a:off x="2362200" y="5486401"/>
            <a:ext cx="79248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a) A linked list of integers; b) insertion; c) deletion</a:t>
            </a:r>
          </a:p>
        </p:txBody>
      </p:sp>
      <p:pic>
        <p:nvPicPr>
          <p:cNvPr id="5126" name="Picture 5">
            <a:extLst>
              <a:ext uri="{FF2B5EF4-FFF2-40B4-BE49-F238E27FC236}">
                <a16:creationId xmlns:a16="http://schemas.microsoft.com/office/drawing/2014/main" id="{48FCB5EF-C047-42B2-95F8-36D9268A1F0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47900" y="1280318"/>
            <a:ext cx="8153400" cy="4297363"/>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191272AE-5FA4-4B05-8F47-8AD22B7AAF60}"/>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97E2BF9-7278-4C71-9E32-020C1FC34D3A}" type="slidenum">
              <a:rPr lang="en-US" altLang="en-US" sz="1400"/>
              <a:pPr>
                <a:spcBef>
                  <a:spcPct val="0"/>
                </a:spcBef>
                <a:buClrTx/>
                <a:buSzTx/>
                <a:buFontTx/>
                <a:buNone/>
              </a:pPr>
              <a:t>20</a:t>
            </a:fld>
            <a:endParaRPr lang="en-US" altLang="en-US" sz="1400"/>
          </a:p>
        </p:txBody>
      </p:sp>
      <p:sp>
        <p:nvSpPr>
          <p:cNvPr id="18435" name="Rectangle 2">
            <a:extLst>
              <a:ext uri="{FF2B5EF4-FFF2-40B4-BE49-F238E27FC236}">
                <a16:creationId xmlns:a16="http://schemas.microsoft.com/office/drawing/2014/main" id="{35158925-7493-4EA7-AC32-56D8B890498A}"/>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Nodes in Linked Lists</a:t>
            </a:r>
          </a:p>
        </p:txBody>
      </p:sp>
      <p:sp>
        <p:nvSpPr>
          <p:cNvPr id="18436" name="Rectangle 3">
            <a:extLst>
              <a:ext uri="{FF2B5EF4-FFF2-40B4-BE49-F238E27FC236}">
                <a16:creationId xmlns:a16="http://schemas.microsoft.com/office/drawing/2014/main" id="{6FCD906E-3DE0-4B7D-8A4F-09485DA37032}"/>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7" name="Rectangle 4">
            <a:extLst>
              <a:ext uri="{FF2B5EF4-FFF2-40B4-BE49-F238E27FC236}">
                <a16:creationId xmlns:a16="http://schemas.microsoft.com/office/drawing/2014/main" id="{1F28F56D-C4A5-497E-96DC-89E96C2C00A0}"/>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8" name="Rectangle 5">
            <a:extLst>
              <a:ext uri="{FF2B5EF4-FFF2-40B4-BE49-F238E27FC236}">
                <a16:creationId xmlns:a16="http://schemas.microsoft.com/office/drawing/2014/main" id="{826D6D0F-7852-40A1-91F3-E8A464C59443}"/>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9" name="Rectangle 6">
            <a:extLst>
              <a:ext uri="{FF2B5EF4-FFF2-40B4-BE49-F238E27FC236}">
                <a16:creationId xmlns:a16="http://schemas.microsoft.com/office/drawing/2014/main" id="{70B23208-6E79-4CF9-B636-48BC82A1C1CF}"/>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0" name="Rectangle 7">
            <a:extLst>
              <a:ext uri="{FF2B5EF4-FFF2-40B4-BE49-F238E27FC236}">
                <a16:creationId xmlns:a16="http://schemas.microsoft.com/office/drawing/2014/main" id="{CCFE0F1A-29EB-4875-A854-C08D038383CE}"/>
              </a:ext>
            </a:extLst>
          </p:cNvPr>
          <p:cNvSpPr>
            <a:spLocks noGrp="1" noChangeArrowheads="1"/>
          </p:cNvSpPr>
          <p:nvPr>
            <p:ph type="body" idx="1"/>
          </p:nvPr>
        </p:nvSpPr>
        <p:spPr>
          <a:xfrm>
            <a:off x="1752600" y="762000"/>
            <a:ext cx="8763000" cy="1143000"/>
          </a:xfrm>
          <a:noFill/>
        </p:spPr>
        <p:txBody>
          <a:bodyPr>
            <a:normAutofit lnSpcReduction="10000"/>
          </a:bodyPr>
          <a:lstStyle/>
          <a:p>
            <a:pPr marL="0" indent="0">
              <a:buNone/>
            </a:pPr>
            <a:r>
              <a:rPr lang="en-US" altLang="en-US">
                <a:cs typeface="Courier New" panose="02070309020205020404" pitchFamily="49" charset="0"/>
              </a:rPr>
              <a:t>A linked list consists of nodes. Each node contains an element, and each node is linked to its next neighbor. Thus a node can be defined as a class, as follows:</a:t>
            </a:r>
          </a:p>
        </p:txBody>
      </p:sp>
      <p:sp>
        <p:nvSpPr>
          <p:cNvPr id="18441" name="Rectangle 9">
            <a:extLst>
              <a:ext uri="{FF2B5EF4-FFF2-40B4-BE49-F238E27FC236}">
                <a16:creationId xmlns:a16="http://schemas.microsoft.com/office/drawing/2014/main" id="{DECEEB3C-B812-4FE3-AA85-76D720110D29}"/>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2" name="Rectangle 11">
            <a:extLst>
              <a:ext uri="{FF2B5EF4-FFF2-40B4-BE49-F238E27FC236}">
                <a16:creationId xmlns:a16="http://schemas.microsoft.com/office/drawing/2014/main" id="{24DBE99D-6133-40DB-9E66-214B85974EF9}"/>
              </a:ext>
            </a:extLst>
          </p:cNvPr>
          <p:cNvSpPr>
            <a:spLocks noChangeArrowheads="1"/>
          </p:cNvSpPr>
          <p:nvPr/>
        </p:nvSpPr>
        <p:spPr bwMode="auto">
          <a:xfrm>
            <a:off x="1752600" y="3581400"/>
            <a:ext cx="46482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class Node&lt;E&gt; {</a:t>
            </a:r>
            <a:endParaRPr lang="en-US" altLang="en-US" sz="22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  E element;</a:t>
            </a:r>
            <a:endParaRPr lang="en-US" altLang="en-US" sz="22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  Node&lt;E&gt; next;</a:t>
            </a:r>
            <a:endParaRPr lang="en-US" altLang="en-US" sz="22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 </a:t>
            </a:r>
            <a:endParaRPr lang="en-US" altLang="en-US" sz="22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  public Node(E o) {</a:t>
            </a:r>
            <a:endParaRPr lang="en-US" altLang="en-US" sz="22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    element = o;</a:t>
            </a:r>
            <a:endParaRPr lang="en-US" altLang="en-US" sz="22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  }</a:t>
            </a:r>
            <a:endParaRPr lang="en-US" altLang="en-US" sz="2200" b="1">
              <a:solidFill>
                <a:schemeClr val="tx2"/>
              </a:solidFill>
              <a:latin typeface="Courier New" panose="02070309020205020404" pitchFamily="49" charset="0"/>
              <a:cs typeface="Times New Roman" panose="02020603050405020304" pitchFamily="18" charset="0"/>
            </a:endParaRPr>
          </a:p>
          <a:p>
            <a:pPr>
              <a:lnSpc>
                <a:spcPct val="90000"/>
              </a:lnSpc>
              <a:buFont typeface="Monotype Sorts" pitchFamily="2" charset="2"/>
              <a:buNone/>
            </a:pPr>
            <a:r>
              <a:rPr lang="en-US" altLang="en-US" sz="2200" b="1">
                <a:solidFill>
                  <a:schemeClr val="tx2"/>
                </a:solidFill>
                <a:latin typeface="Courier New" panose="02070309020205020404" pitchFamily="49" charset="0"/>
                <a:cs typeface="Courier New" panose="02070309020205020404" pitchFamily="49" charset="0"/>
              </a:rPr>
              <a:t>}</a:t>
            </a:r>
          </a:p>
        </p:txBody>
      </p:sp>
      <p:sp>
        <p:nvSpPr>
          <p:cNvPr id="18443" name="Rectangle 13">
            <a:extLst>
              <a:ext uri="{FF2B5EF4-FFF2-40B4-BE49-F238E27FC236}">
                <a16:creationId xmlns:a16="http://schemas.microsoft.com/office/drawing/2014/main" id="{C24D9E66-EABB-4802-BE6B-1CE95802A4E6}"/>
              </a:ext>
            </a:extLst>
          </p:cNvPr>
          <p:cNvSpPr>
            <a:spLocks noChangeArrowheads="1"/>
          </p:cNvSpPr>
          <p:nvPr/>
        </p:nvSpPr>
        <p:spPr bwMode="auto">
          <a:xfrm>
            <a:off x="1524001" y="28743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8444" name="Object 12">
            <a:extLst>
              <a:ext uri="{FF2B5EF4-FFF2-40B4-BE49-F238E27FC236}">
                <a16:creationId xmlns:a16="http://schemas.microsoft.com/office/drawing/2014/main" id="{623ADA9D-1095-4AF8-9309-3081F9160A86}"/>
              </a:ext>
            </a:extLst>
          </p:cNvPr>
          <p:cNvGraphicFramePr>
            <a:graphicFrameLocks noChangeAspect="1"/>
          </p:cNvGraphicFramePr>
          <p:nvPr/>
        </p:nvGraphicFramePr>
        <p:xfrm>
          <a:off x="2517775" y="2057400"/>
          <a:ext cx="7613650" cy="1377950"/>
        </p:xfrm>
        <a:graphic>
          <a:graphicData uri="http://schemas.openxmlformats.org/presentationml/2006/ole">
            <mc:AlternateContent xmlns:mc="http://schemas.openxmlformats.org/markup-compatibility/2006">
              <mc:Choice xmlns:v="urn:schemas-microsoft-com:vml" Requires="v">
                <p:oleObj spid="_x0000_s10254" name="Picture" r:id="rId4" imgW="3712464" imgH="675132" progId="Word.Picture.8">
                  <p:embed/>
                </p:oleObj>
              </mc:Choice>
              <mc:Fallback>
                <p:oleObj name="Picture" r:id="rId4" imgW="3712464" imgH="675132" progId="Word.Picture.8">
                  <p:embed/>
                  <p:pic>
                    <p:nvPicPr>
                      <p:cNvPr id="18444" name="Object 12">
                        <a:extLst>
                          <a:ext uri="{FF2B5EF4-FFF2-40B4-BE49-F238E27FC236}">
                            <a16:creationId xmlns:a16="http://schemas.microsoft.com/office/drawing/2014/main" id="{623ADA9D-1095-4AF8-9309-3081F9160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7775" y="2057400"/>
                        <a:ext cx="76136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05654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D99AD681-7B05-4C29-91E6-14F374D23D49}"/>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F33F28F-6AF8-4620-B8D4-C74482B7A4E2}" type="slidenum">
              <a:rPr lang="en-US" altLang="en-US" sz="1400"/>
              <a:pPr>
                <a:spcBef>
                  <a:spcPct val="0"/>
                </a:spcBef>
                <a:buClrTx/>
                <a:buSzTx/>
                <a:buFontTx/>
                <a:buNone/>
              </a:pPr>
              <a:t>21</a:t>
            </a:fld>
            <a:endParaRPr lang="en-US" altLang="en-US" sz="1400"/>
          </a:p>
        </p:txBody>
      </p:sp>
      <p:sp>
        <p:nvSpPr>
          <p:cNvPr id="19459" name="Rectangle 2">
            <a:extLst>
              <a:ext uri="{FF2B5EF4-FFF2-40B4-BE49-F238E27FC236}">
                <a16:creationId xmlns:a16="http://schemas.microsoft.com/office/drawing/2014/main" id="{AE3F7110-1727-4598-B6DF-8A2579121D94}"/>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Adding Three Nodes</a:t>
            </a:r>
          </a:p>
        </p:txBody>
      </p:sp>
      <p:sp>
        <p:nvSpPr>
          <p:cNvPr id="19460" name="Rectangle 3">
            <a:extLst>
              <a:ext uri="{FF2B5EF4-FFF2-40B4-BE49-F238E27FC236}">
                <a16:creationId xmlns:a16="http://schemas.microsoft.com/office/drawing/2014/main" id="{B2BBA74E-8459-49D5-8D61-B46DEE15118B}"/>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1" name="Rectangle 4">
            <a:extLst>
              <a:ext uri="{FF2B5EF4-FFF2-40B4-BE49-F238E27FC236}">
                <a16:creationId xmlns:a16="http://schemas.microsoft.com/office/drawing/2014/main" id="{C174BE44-8F07-486B-ABFC-A04F90CE4624}"/>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2" name="Rectangle 5">
            <a:extLst>
              <a:ext uri="{FF2B5EF4-FFF2-40B4-BE49-F238E27FC236}">
                <a16:creationId xmlns:a16="http://schemas.microsoft.com/office/drawing/2014/main" id="{C8F7F786-195C-472B-8F17-FA101C1E04EA}"/>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3" name="Rectangle 6">
            <a:extLst>
              <a:ext uri="{FF2B5EF4-FFF2-40B4-BE49-F238E27FC236}">
                <a16:creationId xmlns:a16="http://schemas.microsoft.com/office/drawing/2014/main" id="{5EF65536-5427-4C71-A32D-706BF3452D33}"/>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4" name="Rectangle 7">
            <a:extLst>
              <a:ext uri="{FF2B5EF4-FFF2-40B4-BE49-F238E27FC236}">
                <a16:creationId xmlns:a16="http://schemas.microsoft.com/office/drawing/2014/main" id="{DB0A07CA-A5B6-4E70-B2F0-A63D0A2AE0BF}"/>
              </a:ext>
            </a:extLst>
          </p:cNvPr>
          <p:cNvSpPr>
            <a:spLocks noGrp="1" noChangeArrowheads="1"/>
          </p:cNvSpPr>
          <p:nvPr>
            <p:ph type="body" idx="1"/>
          </p:nvPr>
        </p:nvSpPr>
        <p:spPr>
          <a:xfrm>
            <a:off x="1676400" y="914400"/>
            <a:ext cx="8763000" cy="1524000"/>
          </a:xfrm>
          <a:noFill/>
        </p:spPr>
        <p:txBody>
          <a:bodyPr/>
          <a:lstStyle/>
          <a:p>
            <a:pPr marL="0" indent="0">
              <a:lnSpc>
                <a:spcPct val="80000"/>
              </a:lnSpc>
              <a:spcBef>
                <a:spcPct val="0"/>
              </a:spcBef>
              <a:buNone/>
            </a:pPr>
            <a:r>
              <a:rPr lang="en-US" altLang="en-US"/>
              <a:t>The variable </a:t>
            </a:r>
            <a:r>
              <a:rPr lang="en-US" altLang="en-US" u="sng"/>
              <a:t>head</a:t>
            </a:r>
            <a:r>
              <a:rPr lang="en-US" altLang="en-US"/>
              <a:t> refers to the first node in the list, and the variable </a:t>
            </a:r>
            <a:r>
              <a:rPr lang="en-US" altLang="en-US" u="sng"/>
              <a:t>tail</a:t>
            </a:r>
            <a:r>
              <a:rPr lang="en-US" altLang="en-US"/>
              <a:t> refers to the last node in the list. If the list is empty, both are </a:t>
            </a:r>
            <a:r>
              <a:rPr lang="en-US" altLang="en-US" u="sng"/>
              <a:t>null</a:t>
            </a:r>
            <a:r>
              <a:rPr lang="en-US" altLang="en-US"/>
              <a:t>. For example, you can create three nodes to store three strings in a list, as follows:</a:t>
            </a:r>
            <a:r>
              <a:rPr lang="en-US" altLang="en-US" sz="1600">
                <a:cs typeface="Courier New" panose="02070309020205020404" pitchFamily="49" charset="0"/>
              </a:rPr>
              <a:t> </a:t>
            </a:r>
          </a:p>
        </p:txBody>
      </p:sp>
      <p:sp>
        <p:nvSpPr>
          <p:cNvPr id="19465" name="Rectangle 8">
            <a:extLst>
              <a:ext uri="{FF2B5EF4-FFF2-40B4-BE49-F238E27FC236}">
                <a16:creationId xmlns:a16="http://schemas.microsoft.com/office/drawing/2014/main" id="{038A3A5F-5529-4E50-A1D3-9399170E8D00}"/>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6" name="Rectangle 11">
            <a:extLst>
              <a:ext uri="{FF2B5EF4-FFF2-40B4-BE49-F238E27FC236}">
                <a16:creationId xmlns:a16="http://schemas.microsoft.com/office/drawing/2014/main" id="{9499BE59-348F-4CDA-8E69-F297C1A39DE3}"/>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7" name="Rectangle 12">
            <a:extLst>
              <a:ext uri="{FF2B5EF4-FFF2-40B4-BE49-F238E27FC236}">
                <a16:creationId xmlns:a16="http://schemas.microsoft.com/office/drawing/2014/main" id="{0ED690FD-7AA2-4D38-9E09-AED1A86893FE}"/>
              </a:ext>
            </a:extLst>
          </p:cNvPr>
          <p:cNvSpPr>
            <a:spLocks noChangeArrowheads="1"/>
          </p:cNvSpPr>
          <p:nvPr/>
        </p:nvSpPr>
        <p:spPr bwMode="auto">
          <a:xfrm>
            <a:off x="1676400" y="266700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800"/>
              <a:t>Step 1: Declare </a:t>
            </a:r>
            <a:r>
              <a:rPr lang="en-US" altLang="en-US" sz="2800" u="sng"/>
              <a:t>head</a:t>
            </a:r>
            <a:r>
              <a:rPr lang="en-US" altLang="en-US" sz="2800"/>
              <a:t> and </a:t>
            </a:r>
            <a:r>
              <a:rPr lang="en-US" altLang="en-US" sz="2800" u="sng"/>
              <a:t>tail</a:t>
            </a:r>
            <a:r>
              <a:rPr lang="en-US" altLang="en-US" sz="2800"/>
              <a:t>:</a:t>
            </a:r>
          </a:p>
        </p:txBody>
      </p:sp>
      <p:sp>
        <p:nvSpPr>
          <p:cNvPr id="19468" name="Rectangle 14">
            <a:extLst>
              <a:ext uri="{FF2B5EF4-FFF2-40B4-BE49-F238E27FC236}">
                <a16:creationId xmlns:a16="http://schemas.microsoft.com/office/drawing/2014/main" id="{B497F0EF-81BF-45C1-8472-C813413ECD4B}"/>
              </a:ext>
            </a:extLst>
          </p:cNvPr>
          <p:cNvSpPr>
            <a:spLocks noChangeArrowheads="1"/>
          </p:cNvSpPr>
          <p:nvPr/>
        </p:nvSpPr>
        <p:spPr bwMode="auto">
          <a:xfrm>
            <a:off x="1524001" y="29886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9469" name="Object 13">
            <a:extLst>
              <a:ext uri="{FF2B5EF4-FFF2-40B4-BE49-F238E27FC236}">
                <a16:creationId xmlns:a16="http://schemas.microsoft.com/office/drawing/2014/main" id="{18A216C0-C3A9-48F2-B38B-EFBEE192E491}"/>
              </a:ext>
            </a:extLst>
          </p:cNvPr>
          <p:cNvGraphicFramePr>
            <a:graphicFrameLocks noChangeAspect="1"/>
          </p:cNvGraphicFramePr>
          <p:nvPr/>
        </p:nvGraphicFramePr>
        <p:xfrm>
          <a:off x="1754189" y="3367089"/>
          <a:ext cx="8531225" cy="962025"/>
        </p:xfrm>
        <a:graphic>
          <a:graphicData uri="http://schemas.openxmlformats.org/presentationml/2006/ole">
            <mc:AlternateContent xmlns:mc="http://schemas.openxmlformats.org/markup-compatibility/2006">
              <mc:Choice xmlns:v="urn:schemas-microsoft-com:vml" Requires="v">
                <p:oleObj spid="_x0000_s11278" name="Picture" r:id="rId4" imgW="3721501" imgH="418403" progId="Word.Picture.8">
                  <p:embed/>
                </p:oleObj>
              </mc:Choice>
              <mc:Fallback>
                <p:oleObj name="Picture" r:id="rId4" imgW="3721501" imgH="418403" progId="Word.Picture.8">
                  <p:embed/>
                  <p:pic>
                    <p:nvPicPr>
                      <p:cNvPr id="19469" name="Object 13">
                        <a:extLst>
                          <a:ext uri="{FF2B5EF4-FFF2-40B4-BE49-F238E27FC236}">
                            <a16:creationId xmlns:a16="http://schemas.microsoft.com/office/drawing/2014/main" id="{18A216C0-C3A9-48F2-B38B-EFBEE192E4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4189" y="3367089"/>
                        <a:ext cx="85312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56486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F91DA1DC-0024-4326-AE8A-5244AC214108}"/>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ED2C5A2-3A62-420D-866C-F7CAFB1C0F6C}" type="slidenum">
              <a:rPr lang="en-US" altLang="en-US" sz="1400"/>
              <a:pPr>
                <a:spcBef>
                  <a:spcPct val="0"/>
                </a:spcBef>
                <a:buClrTx/>
                <a:buSzTx/>
                <a:buFontTx/>
                <a:buNone/>
              </a:pPr>
              <a:t>22</a:t>
            </a:fld>
            <a:endParaRPr lang="en-US" altLang="en-US" sz="1400"/>
          </a:p>
        </p:txBody>
      </p:sp>
      <p:sp>
        <p:nvSpPr>
          <p:cNvPr id="24579" name="Rectangle 2">
            <a:extLst>
              <a:ext uri="{FF2B5EF4-FFF2-40B4-BE49-F238E27FC236}">
                <a16:creationId xmlns:a16="http://schemas.microsoft.com/office/drawing/2014/main" id="{6AE05951-C118-4EA6-AACB-5C390FE4C625}"/>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MyLinkedList</a:t>
            </a:r>
          </a:p>
        </p:txBody>
      </p:sp>
      <p:sp>
        <p:nvSpPr>
          <p:cNvPr id="24580" name="Rectangle 3">
            <a:extLst>
              <a:ext uri="{FF2B5EF4-FFF2-40B4-BE49-F238E27FC236}">
                <a16:creationId xmlns:a16="http://schemas.microsoft.com/office/drawing/2014/main" id="{6281E892-2E98-4BEB-92D0-4E90D7C8752B}"/>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1" name="Rectangle 4">
            <a:extLst>
              <a:ext uri="{FF2B5EF4-FFF2-40B4-BE49-F238E27FC236}">
                <a16:creationId xmlns:a16="http://schemas.microsoft.com/office/drawing/2014/main" id="{30056BE1-645B-4003-87BA-019301CA40D1}"/>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2" name="Rectangle 5">
            <a:extLst>
              <a:ext uri="{FF2B5EF4-FFF2-40B4-BE49-F238E27FC236}">
                <a16:creationId xmlns:a16="http://schemas.microsoft.com/office/drawing/2014/main" id="{F7085B42-3916-4D52-9EEC-A7330175E74B}"/>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3" name="Rectangle 6">
            <a:extLst>
              <a:ext uri="{FF2B5EF4-FFF2-40B4-BE49-F238E27FC236}">
                <a16:creationId xmlns:a16="http://schemas.microsoft.com/office/drawing/2014/main" id="{C60CB6DD-489D-41CD-8C47-C355262D7825}"/>
              </a:ext>
            </a:extLst>
          </p:cNvPr>
          <p:cNvSpPr>
            <a:spLocks noChangeArrowheads="1"/>
          </p:cNvSpPr>
          <p:nvPr/>
        </p:nvSpPr>
        <p:spPr bwMode="auto">
          <a:xfrm>
            <a:off x="3863975" y="162877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4" name="Rectangle 8">
            <a:extLst>
              <a:ext uri="{FF2B5EF4-FFF2-40B4-BE49-F238E27FC236}">
                <a16:creationId xmlns:a16="http://schemas.microsoft.com/office/drawing/2014/main" id="{D63C65EE-5FA5-41FD-9010-6964E9663409}"/>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5" name="Rectangle 9">
            <a:extLst>
              <a:ext uri="{FF2B5EF4-FFF2-40B4-BE49-F238E27FC236}">
                <a16:creationId xmlns:a16="http://schemas.microsoft.com/office/drawing/2014/main" id="{C207C7C1-2335-4FC0-A49A-3FA9F3E3F5FB}"/>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6" name="Rectangle 13">
            <a:extLst>
              <a:ext uri="{FF2B5EF4-FFF2-40B4-BE49-F238E27FC236}">
                <a16:creationId xmlns:a16="http://schemas.microsoft.com/office/drawing/2014/main" id="{41735F79-F48A-4624-9AF3-D5B39F8A0033}"/>
              </a:ext>
            </a:extLst>
          </p:cNvPr>
          <p:cNvSpPr>
            <a:spLocks noChangeArrowheads="1"/>
          </p:cNvSpPr>
          <p:nvPr/>
        </p:nvSpPr>
        <p:spPr bwMode="auto">
          <a:xfrm>
            <a:off x="3810000"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7" name="Rectangle 16">
            <a:extLst>
              <a:ext uri="{FF2B5EF4-FFF2-40B4-BE49-F238E27FC236}">
                <a16:creationId xmlns:a16="http://schemas.microsoft.com/office/drawing/2014/main" id="{9A033ED7-8074-401F-AF80-574F147775C4}"/>
              </a:ext>
            </a:extLst>
          </p:cNvPr>
          <p:cNvSpPr>
            <a:spLocks noChangeArrowheads="1"/>
          </p:cNvSpPr>
          <p:nvPr/>
        </p:nvSpPr>
        <p:spPr bwMode="auto">
          <a:xfrm>
            <a:off x="1524001" y="1940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19">
            <a:extLst>
              <a:ext uri="{FF2B5EF4-FFF2-40B4-BE49-F238E27FC236}">
                <a16:creationId xmlns:a16="http://schemas.microsoft.com/office/drawing/2014/main" id="{42616340-C262-448F-94B6-29D702D18871}"/>
              </a:ext>
            </a:extLst>
          </p:cNvPr>
          <p:cNvSpPr>
            <a:spLocks noChangeArrowheads="1"/>
          </p:cNvSpPr>
          <p:nvPr/>
        </p:nvSpPr>
        <p:spPr bwMode="auto">
          <a:xfrm>
            <a:off x="1524001" y="-184666"/>
            <a:ext cx="184731" cy="36933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graphicFrame>
        <p:nvGraphicFramePr>
          <p:cNvPr id="24589" name="Object 2">
            <a:extLst>
              <a:ext uri="{FF2B5EF4-FFF2-40B4-BE49-F238E27FC236}">
                <a16:creationId xmlns:a16="http://schemas.microsoft.com/office/drawing/2014/main" id="{20B8CDDD-65F2-407C-AF47-3E497806B306}"/>
              </a:ext>
            </a:extLst>
          </p:cNvPr>
          <p:cNvGraphicFramePr>
            <a:graphicFrameLocks noChangeAspect="1"/>
          </p:cNvGraphicFramePr>
          <p:nvPr>
            <p:extLst>
              <p:ext uri="{D42A27DB-BD31-4B8C-83A1-F6EECF244321}">
                <p14:modId xmlns:p14="http://schemas.microsoft.com/office/powerpoint/2010/main" val="1641243676"/>
              </p:ext>
            </p:extLst>
          </p:nvPr>
        </p:nvGraphicFramePr>
        <p:xfrm>
          <a:off x="1789113" y="801688"/>
          <a:ext cx="8612187" cy="4462462"/>
        </p:xfrm>
        <a:graphic>
          <a:graphicData uri="http://schemas.openxmlformats.org/presentationml/2006/ole">
            <mc:AlternateContent xmlns:mc="http://schemas.openxmlformats.org/markup-compatibility/2006">
              <mc:Choice xmlns:v="urn:schemas-microsoft-com:vml" Requires="v">
                <p:oleObj spid="_x0000_s8207" name="Picture" r:id="rId4" imgW="4743360" imgH="2457360" progId="Word.Picture.8">
                  <p:embed/>
                </p:oleObj>
              </mc:Choice>
              <mc:Fallback>
                <p:oleObj name="Picture" r:id="rId4" imgW="4743360" imgH="2457360" progId="Word.Picture.8">
                  <p:embed/>
                  <p:pic>
                    <p:nvPicPr>
                      <p:cNvPr id="24589" name="Object 2">
                        <a:extLst>
                          <a:ext uri="{FF2B5EF4-FFF2-40B4-BE49-F238E27FC236}">
                            <a16:creationId xmlns:a16="http://schemas.microsoft.com/office/drawing/2014/main" id="{20B8CDDD-65F2-407C-AF47-3E497806B306}"/>
                          </a:ext>
                        </a:extLst>
                      </p:cNvPr>
                      <p:cNvPicPr>
                        <a:picLocks noChangeAspect="1" noChangeArrowheads="1"/>
                      </p:cNvPicPr>
                      <p:nvPr/>
                    </p:nvPicPr>
                    <p:blipFill>
                      <a:blip r:embed="rId5"/>
                      <a:srcRect/>
                      <a:stretch>
                        <a:fillRect/>
                      </a:stretch>
                    </p:blipFill>
                    <p:spPr bwMode="auto">
                      <a:xfrm>
                        <a:off x="1789113" y="801688"/>
                        <a:ext cx="8612187"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20">
            <a:extLst>
              <a:ext uri="{FF2B5EF4-FFF2-40B4-BE49-F238E27FC236}">
                <a16:creationId xmlns:a16="http://schemas.microsoft.com/office/drawing/2014/main" id="{F4F03DD2-2B26-4D46-8171-D379A14DE80A}"/>
              </a:ext>
            </a:extLst>
          </p:cNvPr>
          <p:cNvSpPr>
            <a:spLocks noChangeArrowheads="1"/>
          </p:cNvSpPr>
          <p:nvPr/>
        </p:nvSpPr>
        <p:spPr bwMode="auto">
          <a:xfrm>
            <a:off x="1524001" y="2272784"/>
            <a:ext cx="184731" cy="36933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spTree>
    <p:extLst>
      <p:ext uri="{BB962C8B-B14F-4D97-AF65-F5344CB8AC3E}">
        <p14:creationId xmlns:p14="http://schemas.microsoft.com/office/powerpoint/2010/main" val="3066403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D08387C2-9F14-4B6D-AB08-BD28850498C4}"/>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FE31AF0-BF84-4ABD-9CB3-8C764A545ADC}" type="slidenum">
              <a:rPr lang="en-US" altLang="en-US" sz="1400"/>
              <a:pPr>
                <a:spcBef>
                  <a:spcPct val="0"/>
                </a:spcBef>
                <a:buClrTx/>
                <a:buSzTx/>
                <a:buFontTx/>
                <a:buNone/>
              </a:pPr>
              <a:t>23</a:t>
            </a:fld>
            <a:endParaRPr lang="en-US" altLang="en-US" sz="1400"/>
          </a:p>
        </p:txBody>
      </p:sp>
      <p:sp>
        <p:nvSpPr>
          <p:cNvPr id="23555" name="Rectangle 2">
            <a:extLst>
              <a:ext uri="{FF2B5EF4-FFF2-40B4-BE49-F238E27FC236}">
                <a16:creationId xmlns:a16="http://schemas.microsoft.com/office/drawing/2014/main" id="{9D9C40FF-8CEA-48D3-B91C-31ECBC45CEC5}"/>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Traversing All Elements in the List</a:t>
            </a:r>
          </a:p>
        </p:txBody>
      </p:sp>
      <p:sp>
        <p:nvSpPr>
          <p:cNvPr id="23556" name="Rectangle 3">
            <a:extLst>
              <a:ext uri="{FF2B5EF4-FFF2-40B4-BE49-F238E27FC236}">
                <a16:creationId xmlns:a16="http://schemas.microsoft.com/office/drawing/2014/main" id="{DBB572E0-09D2-483F-8141-6BB55EFAF447}"/>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7" name="Rectangle 4">
            <a:extLst>
              <a:ext uri="{FF2B5EF4-FFF2-40B4-BE49-F238E27FC236}">
                <a16:creationId xmlns:a16="http://schemas.microsoft.com/office/drawing/2014/main" id="{B757CF50-A5EA-48B3-B5FB-EA8C1CC5B8D1}"/>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8" name="Rectangle 5">
            <a:extLst>
              <a:ext uri="{FF2B5EF4-FFF2-40B4-BE49-F238E27FC236}">
                <a16:creationId xmlns:a16="http://schemas.microsoft.com/office/drawing/2014/main" id="{7AF7379C-7C43-4019-973C-275D3F2DF522}"/>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9" name="Rectangle 6">
            <a:extLst>
              <a:ext uri="{FF2B5EF4-FFF2-40B4-BE49-F238E27FC236}">
                <a16:creationId xmlns:a16="http://schemas.microsoft.com/office/drawing/2014/main" id="{869DE24F-F508-4D5D-A889-95A5D6767F3B}"/>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0" name="Rectangle 7">
            <a:extLst>
              <a:ext uri="{FF2B5EF4-FFF2-40B4-BE49-F238E27FC236}">
                <a16:creationId xmlns:a16="http://schemas.microsoft.com/office/drawing/2014/main" id="{AE46A9F3-DCD6-4632-B4C4-C47F5636DFBB}"/>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1" name="Rectangle 8">
            <a:extLst>
              <a:ext uri="{FF2B5EF4-FFF2-40B4-BE49-F238E27FC236}">
                <a16:creationId xmlns:a16="http://schemas.microsoft.com/office/drawing/2014/main" id="{32BD2F0A-7635-4732-A4F4-C71981D8AA78}"/>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2" name="Rectangle 9">
            <a:extLst>
              <a:ext uri="{FF2B5EF4-FFF2-40B4-BE49-F238E27FC236}">
                <a16:creationId xmlns:a16="http://schemas.microsoft.com/office/drawing/2014/main" id="{945102B1-D00A-402B-8B70-4D4B3B63A832}"/>
              </a:ext>
            </a:extLst>
          </p:cNvPr>
          <p:cNvSpPr>
            <a:spLocks noChangeArrowheads="1"/>
          </p:cNvSpPr>
          <p:nvPr/>
        </p:nvSpPr>
        <p:spPr bwMode="auto">
          <a:xfrm>
            <a:off x="1752600" y="914400"/>
            <a:ext cx="89154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a:t>Each node contains the element and a data field named </a:t>
            </a:r>
            <a:r>
              <a:rPr lang="en-US" altLang="en-US" i="1"/>
              <a:t>next</a:t>
            </a:r>
            <a:r>
              <a:rPr lang="en-US" altLang="en-US"/>
              <a:t> that points to the next node. If the node is the last in the list, its pointer data field </a:t>
            </a:r>
            <a:r>
              <a:rPr lang="en-US" altLang="en-US" u="sng"/>
              <a:t>next</a:t>
            </a:r>
            <a:r>
              <a:rPr lang="en-US" altLang="en-US"/>
              <a:t> contains the value </a:t>
            </a:r>
            <a:r>
              <a:rPr lang="en-US" altLang="en-US" u="sng"/>
              <a:t>null</a:t>
            </a:r>
            <a:r>
              <a:rPr lang="en-US" altLang="en-US"/>
              <a:t>. You can use this property to detect the last node. For example, you may write the following loop to traverse all the nodes in the list.</a:t>
            </a:r>
          </a:p>
        </p:txBody>
      </p:sp>
      <p:sp>
        <p:nvSpPr>
          <p:cNvPr id="23563" name="Rectangle 10">
            <a:extLst>
              <a:ext uri="{FF2B5EF4-FFF2-40B4-BE49-F238E27FC236}">
                <a16:creationId xmlns:a16="http://schemas.microsoft.com/office/drawing/2014/main" id="{82ADF835-1A95-46BC-AA37-A39908F12687}"/>
              </a:ext>
            </a:extLst>
          </p:cNvPr>
          <p:cNvSpPr>
            <a:spLocks noChangeArrowheads="1"/>
          </p:cNvSpPr>
          <p:nvPr/>
        </p:nvSpPr>
        <p:spPr bwMode="auto">
          <a:xfrm>
            <a:off x="1524001" y="29886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4" name="Rectangle 11">
            <a:extLst>
              <a:ext uri="{FF2B5EF4-FFF2-40B4-BE49-F238E27FC236}">
                <a16:creationId xmlns:a16="http://schemas.microsoft.com/office/drawing/2014/main" id="{53BAE508-F4E0-4F01-9752-F9BB5E8E37C9}"/>
              </a:ext>
            </a:extLst>
          </p:cNvPr>
          <p:cNvSpPr>
            <a:spLocks noChangeArrowheads="1"/>
          </p:cNvSpPr>
          <p:nvPr/>
        </p:nvSpPr>
        <p:spPr bwMode="auto">
          <a:xfrm>
            <a:off x="1524001" y="2779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5" name="Rectangle 12">
            <a:extLst>
              <a:ext uri="{FF2B5EF4-FFF2-40B4-BE49-F238E27FC236}">
                <a16:creationId xmlns:a16="http://schemas.microsoft.com/office/drawing/2014/main" id="{4D2D314B-304E-48B4-BFC4-24AE0CE081E1}"/>
              </a:ext>
            </a:extLst>
          </p:cNvPr>
          <p:cNvSpPr>
            <a:spLocks noChangeArrowheads="1"/>
          </p:cNvSpPr>
          <p:nvPr/>
        </p:nvSpPr>
        <p:spPr bwMode="auto">
          <a:xfrm>
            <a:off x="1524001" y="24853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6" name="Rectangle 13">
            <a:extLst>
              <a:ext uri="{FF2B5EF4-FFF2-40B4-BE49-F238E27FC236}">
                <a16:creationId xmlns:a16="http://schemas.microsoft.com/office/drawing/2014/main" id="{D467119C-3CA8-4437-8946-3D17F56F8E8C}"/>
              </a:ext>
            </a:extLst>
          </p:cNvPr>
          <p:cNvSpPr>
            <a:spLocks noChangeArrowheads="1"/>
          </p:cNvSpPr>
          <p:nvPr/>
        </p:nvSpPr>
        <p:spPr bwMode="auto">
          <a:xfrm>
            <a:off x="1524001" y="23139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7" name="Rectangle 15">
            <a:extLst>
              <a:ext uri="{FF2B5EF4-FFF2-40B4-BE49-F238E27FC236}">
                <a16:creationId xmlns:a16="http://schemas.microsoft.com/office/drawing/2014/main" id="{6C40BEDE-8C01-4480-85B8-A09FD0B1C24F}"/>
              </a:ext>
            </a:extLst>
          </p:cNvPr>
          <p:cNvSpPr>
            <a:spLocks noChangeArrowheads="1"/>
          </p:cNvSpPr>
          <p:nvPr/>
        </p:nvSpPr>
        <p:spPr bwMode="auto">
          <a:xfrm>
            <a:off x="1752600" y="3810000"/>
            <a:ext cx="8610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800">
                <a:solidFill>
                  <a:schemeClr val="tx2"/>
                </a:solidFill>
                <a:latin typeface="Courier New" panose="02070309020205020404" pitchFamily="49" charset="0"/>
                <a:cs typeface="Courier New" panose="02070309020205020404" pitchFamily="49" charset="0"/>
              </a:rPr>
              <a:t>Node&lt;E&gt; current = head;</a:t>
            </a:r>
            <a:endParaRPr lang="en-US" altLang="en-US" sz="2800" b="1">
              <a:solidFill>
                <a:schemeClr val="tx2"/>
              </a:solidFill>
              <a:latin typeface="Courier New" panose="02070309020205020404" pitchFamily="49" charset="0"/>
              <a:cs typeface="Courier New" panose="02070309020205020404" pitchFamily="49" charset="0"/>
            </a:endParaRPr>
          </a:p>
          <a:p>
            <a:pPr>
              <a:buFont typeface="Monotype Sorts" pitchFamily="2" charset="2"/>
              <a:buNone/>
            </a:pPr>
            <a:r>
              <a:rPr lang="en-US" altLang="en-US" sz="2800" b="1">
                <a:solidFill>
                  <a:schemeClr val="tx2"/>
                </a:solidFill>
                <a:latin typeface="Courier New" panose="02070309020205020404" pitchFamily="49" charset="0"/>
                <a:cs typeface="Courier New" panose="02070309020205020404" pitchFamily="49" charset="0"/>
              </a:rPr>
              <a:t>while</a:t>
            </a:r>
            <a:r>
              <a:rPr lang="en-US" altLang="en-US" sz="2800">
                <a:solidFill>
                  <a:schemeClr val="tx2"/>
                </a:solidFill>
                <a:latin typeface="Courier New" panose="02070309020205020404" pitchFamily="49" charset="0"/>
                <a:cs typeface="Courier New" panose="02070309020205020404" pitchFamily="49" charset="0"/>
              </a:rPr>
              <a:t> (current != </a:t>
            </a:r>
            <a:r>
              <a:rPr lang="en-US" altLang="en-US" sz="2800" b="1">
                <a:solidFill>
                  <a:schemeClr val="tx2"/>
                </a:solidFill>
                <a:latin typeface="Courier New" panose="02070309020205020404" pitchFamily="49" charset="0"/>
                <a:cs typeface="Courier New" panose="02070309020205020404" pitchFamily="49" charset="0"/>
              </a:rPr>
              <a:t>null</a:t>
            </a:r>
            <a:r>
              <a:rPr lang="en-US" altLang="en-US" sz="2800">
                <a:solidFill>
                  <a:schemeClr val="tx2"/>
                </a:solidFill>
                <a:latin typeface="Courier New" panose="02070309020205020404" pitchFamily="49" charset="0"/>
                <a:cs typeface="Courier New" panose="02070309020205020404" pitchFamily="49" charset="0"/>
              </a:rPr>
              <a:t>) {</a:t>
            </a:r>
          </a:p>
          <a:p>
            <a:pPr>
              <a:buFont typeface="Monotype Sorts" pitchFamily="2" charset="2"/>
              <a:buNone/>
            </a:pPr>
            <a:r>
              <a:rPr lang="en-US" altLang="en-US" sz="2800">
                <a:solidFill>
                  <a:schemeClr val="tx2"/>
                </a:solidFill>
                <a:latin typeface="Courier New" panose="02070309020205020404" pitchFamily="49" charset="0"/>
                <a:cs typeface="Courier New" panose="02070309020205020404" pitchFamily="49" charset="0"/>
              </a:rPr>
              <a:t>  System.out.println(current.element);</a:t>
            </a:r>
          </a:p>
          <a:p>
            <a:pPr>
              <a:buFont typeface="Monotype Sorts" pitchFamily="2" charset="2"/>
              <a:buNone/>
            </a:pPr>
            <a:r>
              <a:rPr lang="en-US" altLang="en-US" sz="2800">
                <a:solidFill>
                  <a:schemeClr val="tx2"/>
                </a:solidFill>
                <a:latin typeface="Courier New" panose="02070309020205020404" pitchFamily="49" charset="0"/>
                <a:cs typeface="Courier New" panose="02070309020205020404" pitchFamily="49" charset="0"/>
              </a:rPr>
              <a:t>  current = current.next;</a:t>
            </a:r>
          </a:p>
          <a:p>
            <a:pPr>
              <a:buFont typeface="Monotype Sorts" pitchFamily="2" charset="2"/>
              <a:buNone/>
            </a:pPr>
            <a:r>
              <a:rPr lang="en-US" altLang="en-US" sz="2800">
                <a:solidFill>
                  <a:schemeClr val="tx2"/>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61748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AF38B8EA-E183-4C69-B856-27DFEB9E7042}"/>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C5668B4-1E39-4D25-9178-953D62FAE3D0}" type="slidenum">
              <a:rPr lang="en-US" altLang="en-US" sz="1400"/>
              <a:pPr>
                <a:spcBef>
                  <a:spcPct val="0"/>
                </a:spcBef>
                <a:buClrTx/>
                <a:buSzTx/>
                <a:buFontTx/>
                <a:buNone/>
              </a:pPr>
              <a:t>24</a:t>
            </a:fld>
            <a:endParaRPr lang="en-US" altLang="en-US" sz="1400"/>
          </a:p>
        </p:txBody>
      </p:sp>
      <p:sp>
        <p:nvSpPr>
          <p:cNvPr id="25603" name="Rectangle 2">
            <a:extLst>
              <a:ext uri="{FF2B5EF4-FFF2-40B4-BE49-F238E27FC236}">
                <a16:creationId xmlns:a16="http://schemas.microsoft.com/office/drawing/2014/main" id="{A3436E24-4263-459F-B00C-2FFBCD63B84C}"/>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Implementing addFirst(E e)</a:t>
            </a:r>
          </a:p>
        </p:txBody>
      </p:sp>
      <p:sp>
        <p:nvSpPr>
          <p:cNvPr id="25604" name="Rectangle 3">
            <a:extLst>
              <a:ext uri="{FF2B5EF4-FFF2-40B4-BE49-F238E27FC236}">
                <a16:creationId xmlns:a16="http://schemas.microsoft.com/office/drawing/2014/main" id="{68B9B9E6-470A-4741-830D-45C09C1D0B5B}"/>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5" name="Rectangle 4">
            <a:extLst>
              <a:ext uri="{FF2B5EF4-FFF2-40B4-BE49-F238E27FC236}">
                <a16:creationId xmlns:a16="http://schemas.microsoft.com/office/drawing/2014/main" id="{539FDEFD-5638-40DC-936C-8011B2678D5E}"/>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6" name="Rectangle 5">
            <a:extLst>
              <a:ext uri="{FF2B5EF4-FFF2-40B4-BE49-F238E27FC236}">
                <a16:creationId xmlns:a16="http://schemas.microsoft.com/office/drawing/2014/main" id="{F84FA607-FA29-4068-B243-D03A3F12FC79}"/>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7" name="Rectangle 6">
            <a:extLst>
              <a:ext uri="{FF2B5EF4-FFF2-40B4-BE49-F238E27FC236}">
                <a16:creationId xmlns:a16="http://schemas.microsoft.com/office/drawing/2014/main" id="{A0D367FF-806A-4E37-B90A-C4A1C4F88E08}"/>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8" name="Rectangle 8">
            <a:extLst>
              <a:ext uri="{FF2B5EF4-FFF2-40B4-BE49-F238E27FC236}">
                <a16:creationId xmlns:a16="http://schemas.microsoft.com/office/drawing/2014/main" id="{639DB6D6-9DFB-4372-8778-77FE565C2E4A}"/>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9" name="Rectangle 9">
            <a:extLst>
              <a:ext uri="{FF2B5EF4-FFF2-40B4-BE49-F238E27FC236}">
                <a16:creationId xmlns:a16="http://schemas.microsoft.com/office/drawing/2014/main" id="{40B4F980-9865-4D91-91B5-F7E9165237D7}"/>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0" name="Rectangle 12">
            <a:extLst>
              <a:ext uri="{FF2B5EF4-FFF2-40B4-BE49-F238E27FC236}">
                <a16:creationId xmlns:a16="http://schemas.microsoft.com/office/drawing/2014/main" id="{4C3A838D-1837-4F70-B8D8-46833091D931}"/>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1" name="Rectangle 14">
            <a:extLst>
              <a:ext uri="{FF2B5EF4-FFF2-40B4-BE49-F238E27FC236}">
                <a16:creationId xmlns:a16="http://schemas.microsoft.com/office/drawing/2014/main" id="{7B7C1117-C0D9-45FD-B75E-D9A98E1520FE}"/>
              </a:ext>
            </a:extLst>
          </p:cNvPr>
          <p:cNvSpPr>
            <a:spLocks noChangeArrowheads="1"/>
          </p:cNvSpPr>
          <p:nvPr/>
        </p:nvSpPr>
        <p:spPr bwMode="auto">
          <a:xfrm>
            <a:off x="1524001" y="1940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3" name="Rectangle 18">
            <a:extLst>
              <a:ext uri="{FF2B5EF4-FFF2-40B4-BE49-F238E27FC236}">
                <a16:creationId xmlns:a16="http://schemas.microsoft.com/office/drawing/2014/main" id="{265A6EF0-1AAB-4122-B147-26BF9427D24A}"/>
              </a:ext>
            </a:extLst>
          </p:cNvPr>
          <p:cNvSpPr>
            <a:spLocks noChangeArrowheads="1"/>
          </p:cNvSpPr>
          <p:nvPr/>
        </p:nvSpPr>
        <p:spPr bwMode="auto">
          <a:xfrm>
            <a:off x="1524001" y="1940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5614" name="Object 17">
            <a:extLst>
              <a:ext uri="{FF2B5EF4-FFF2-40B4-BE49-F238E27FC236}">
                <a16:creationId xmlns:a16="http://schemas.microsoft.com/office/drawing/2014/main" id="{FBFDA39A-EC59-4833-ACCC-6D8F0ECB2303}"/>
              </a:ext>
            </a:extLst>
          </p:cNvPr>
          <p:cNvGraphicFramePr>
            <a:graphicFrameLocks noChangeAspect="1"/>
          </p:cNvGraphicFramePr>
          <p:nvPr/>
        </p:nvGraphicFramePr>
        <p:xfrm>
          <a:off x="4116389" y="2513014"/>
          <a:ext cx="6396037" cy="3844925"/>
        </p:xfrm>
        <a:graphic>
          <a:graphicData uri="http://schemas.openxmlformats.org/presentationml/2006/ole">
            <mc:AlternateContent xmlns:mc="http://schemas.openxmlformats.org/markup-compatibility/2006">
              <mc:Choice xmlns:v="urn:schemas-microsoft-com:vml" Requires="v">
                <p:oleObj spid="_x0000_s12303" name="Picture" r:id="rId4" imgW="4193417" imgH="2517271" progId="Word.Picture.8">
                  <p:embed/>
                </p:oleObj>
              </mc:Choice>
              <mc:Fallback>
                <p:oleObj name="Picture" r:id="rId4" imgW="4193417" imgH="2517271" progId="Word.Picture.8">
                  <p:embed/>
                  <p:pic>
                    <p:nvPicPr>
                      <p:cNvPr id="25614" name="Object 17">
                        <a:extLst>
                          <a:ext uri="{FF2B5EF4-FFF2-40B4-BE49-F238E27FC236}">
                            <a16:creationId xmlns:a16="http://schemas.microsoft.com/office/drawing/2014/main" id="{FBFDA39A-EC59-4833-ACCC-6D8F0ECB23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6389" y="2513014"/>
                        <a:ext cx="6396037" cy="384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73B7E1FE-A731-4637-B306-BB6378BECCD8}"/>
              </a:ext>
            </a:extLst>
          </p:cNvPr>
          <p:cNvSpPr>
            <a:spLocks noGrp="1"/>
          </p:cNvSpPr>
          <p:nvPr>
            <p:ph idx="1"/>
          </p:nvPr>
        </p:nvSpPr>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8D2CD66C-97B0-407E-B6DA-83C9BDC75A6D}"/>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1978DE8-DAF2-454F-AF7F-209436534E25}" type="slidenum">
              <a:rPr lang="en-US" altLang="en-US" sz="1400"/>
              <a:pPr>
                <a:spcBef>
                  <a:spcPct val="0"/>
                </a:spcBef>
                <a:buClrTx/>
                <a:buSzTx/>
                <a:buFontTx/>
                <a:buNone/>
              </a:pPr>
              <a:t>25</a:t>
            </a:fld>
            <a:endParaRPr lang="en-US" altLang="en-US" sz="1400"/>
          </a:p>
        </p:txBody>
      </p:sp>
      <p:sp>
        <p:nvSpPr>
          <p:cNvPr id="26627" name="Rectangle 2">
            <a:extLst>
              <a:ext uri="{FF2B5EF4-FFF2-40B4-BE49-F238E27FC236}">
                <a16:creationId xmlns:a16="http://schemas.microsoft.com/office/drawing/2014/main" id="{1949A6BC-5FF1-4DB5-A777-BA1557AF9309}"/>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Implementing addLast(E e)</a:t>
            </a:r>
          </a:p>
        </p:txBody>
      </p:sp>
      <p:sp>
        <p:nvSpPr>
          <p:cNvPr id="26628" name="Rectangle 3">
            <a:extLst>
              <a:ext uri="{FF2B5EF4-FFF2-40B4-BE49-F238E27FC236}">
                <a16:creationId xmlns:a16="http://schemas.microsoft.com/office/drawing/2014/main" id="{B835B8B4-20CF-416C-B06B-67FAABAD0369}"/>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29" name="Rectangle 4">
            <a:extLst>
              <a:ext uri="{FF2B5EF4-FFF2-40B4-BE49-F238E27FC236}">
                <a16:creationId xmlns:a16="http://schemas.microsoft.com/office/drawing/2014/main" id="{231D0182-2D93-4402-B266-4857D9003A53}"/>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0" name="Rectangle 5">
            <a:extLst>
              <a:ext uri="{FF2B5EF4-FFF2-40B4-BE49-F238E27FC236}">
                <a16:creationId xmlns:a16="http://schemas.microsoft.com/office/drawing/2014/main" id="{019ED070-B5CC-4930-99D8-5B2BD5B85A73}"/>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1" name="Rectangle 6">
            <a:extLst>
              <a:ext uri="{FF2B5EF4-FFF2-40B4-BE49-F238E27FC236}">
                <a16:creationId xmlns:a16="http://schemas.microsoft.com/office/drawing/2014/main" id="{C2C66E66-F1D0-4F90-BDC6-491D4C554B4A}"/>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2" name="Rectangle 7">
            <a:extLst>
              <a:ext uri="{FF2B5EF4-FFF2-40B4-BE49-F238E27FC236}">
                <a16:creationId xmlns:a16="http://schemas.microsoft.com/office/drawing/2014/main" id="{E7DAC3B1-A802-481D-B203-318766D14BD8}"/>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3" name="Rectangle 8">
            <a:extLst>
              <a:ext uri="{FF2B5EF4-FFF2-40B4-BE49-F238E27FC236}">
                <a16:creationId xmlns:a16="http://schemas.microsoft.com/office/drawing/2014/main" id="{52A55EF5-2B02-4297-ACF8-EABAA9740A33}"/>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4" name="Rectangle 9">
            <a:extLst>
              <a:ext uri="{FF2B5EF4-FFF2-40B4-BE49-F238E27FC236}">
                <a16:creationId xmlns:a16="http://schemas.microsoft.com/office/drawing/2014/main" id="{53771151-565B-4995-9D4F-95D823D3F5EC}"/>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6" name="Rectangle 14">
            <a:extLst>
              <a:ext uri="{FF2B5EF4-FFF2-40B4-BE49-F238E27FC236}">
                <a16:creationId xmlns:a16="http://schemas.microsoft.com/office/drawing/2014/main" id="{E682EE8D-46AF-465F-840B-581909E73E2C}"/>
              </a:ext>
            </a:extLst>
          </p:cNvPr>
          <p:cNvSpPr>
            <a:spLocks noChangeArrowheads="1"/>
          </p:cNvSpPr>
          <p:nvPr/>
        </p:nvSpPr>
        <p:spPr bwMode="auto">
          <a:xfrm>
            <a:off x="1524001" y="20250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6637" name="Object 13">
            <a:extLst>
              <a:ext uri="{FF2B5EF4-FFF2-40B4-BE49-F238E27FC236}">
                <a16:creationId xmlns:a16="http://schemas.microsoft.com/office/drawing/2014/main" id="{AB91C5CF-DD89-4651-8930-263115D4FE56}"/>
              </a:ext>
            </a:extLst>
          </p:cNvPr>
          <p:cNvGraphicFramePr>
            <a:graphicFrameLocks noChangeAspect="1"/>
          </p:cNvGraphicFramePr>
          <p:nvPr/>
        </p:nvGraphicFramePr>
        <p:xfrm>
          <a:off x="4873625" y="2887663"/>
          <a:ext cx="5481638" cy="3522662"/>
        </p:xfrm>
        <a:graphic>
          <a:graphicData uri="http://schemas.openxmlformats.org/presentationml/2006/ole">
            <mc:AlternateContent xmlns:mc="http://schemas.openxmlformats.org/markup-compatibility/2006">
              <mc:Choice xmlns:v="urn:schemas-microsoft-com:vml" Requires="v">
                <p:oleObj spid="_x0000_s13327" name="Picture" r:id="rId4" imgW="3660653" imgH="2344772" progId="Word.Picture.8">
                  <p:embed/>
                </p:oleObj>
              </mc:Choice>
              <mc:Fallback>
                <p:oleObj name="Picture" r:id="rId4" imgW="3660653" imgH="2344772" progId="Word.Picture.8">
                  <p:embed/>
                  <p:pic>
                    <p:nvPicPr>
                      <p:cNvPr id="26637" name="Object 13">
                        <a:extLst>
                          <a:ext uri="{FF2B5EF4-FFF2-40B4-BE49-F238E27FC236}">
                            <a16:creationId xmlns:a16="http://schemas.microsoft.com/office/drawing/2014/main" id="{AB91C5CF-DD89-4651-8930-263115D4FE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3625" y="2887663"/>
                        <a:ext cx="5481638" cy="352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FB78C509-3405-4645-89A6-D980CB963B42}"/>
              </a:ext>
            </a:extLst>
          </p:cNvPr>
          <p:cNvSpPr>
            <a:spLocks noGrp="1"/>
          </p:cNvSpPr>
          <p:nvPr>
            <p:ph idx="1"/>
          </p:nvPr>
        </p:nvSpPr>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6980F92F-CA87-43CF-9ADF-461D492797D8}"/>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CA36EF9-725D-4087-A591-8C379D077A52}" type="slidenum">
              <a:rPr lang="en-US" altLang="en-US" sz="1400"/>
              <a:pPr>
                <a:spcBef>
                  <a:spcPct val="0"/>
                </a:spcBef>
                <a:buClrTx/>
                <a:buSzTx/>
                <a:buFontTx/>
                <a:buNone/>
              </a:pPr>
              <a:t>26</a:t>
            </a:fld>
            <a:endParaRPr lang="en-US" altLang="en-US" sz="1400"/>
          </a:p>
        </p:txBody>
      </p:sp>
      <p:sp>
        <p:nvSpPr>
          <p:cNvPr id="27651" name="Rectangle 2">
            <a:extLst>
              <a:ext uri="{FF2B5EF4-FFF2-40B4-BE49-F238E27FC236}">
                <a16:creationId xmlns:a16="http://schemas.microsoft.com/office/drawing/2014/main" id="{83CCD8F6-97B5-4156-96E7-DF6C9AA59A3A}"/>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Implementing add(int index, E e)</a:t>
            </a:r>
            <a:r>
              <a:rPr lang="en-US" altLang="en-US"/>
              <a:t> </a:t>
            </a:r>
          </a:p>
        </p:txBody>
      </p:sp>
      <p:sp>
        <p:nvSpPr>
          <p:cNvPr id="27652" name="Rectangle 3">
            <a:extLst>
              <a:ext uri="{FF2B5EF4-FFF2-40B4-BE49-F238E27FC236}">
                <a16:creationId xmlns:a16="http://schemas.microsoft.com/office/drawing/2014/main" id="{E4416F2A-17E7-491D-A308-5011242D1F54}"/>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3" name="Rectangle 4">
            <a:extLst>
              <a:ext uri="{FF2B5EF4-FFF2-40B4-BE49-F238E27FC236}">
                <a16:creationId xmlns:a16="http://schemas.microsoft.com/office/drawing/2014/main" id="{BC712D2D-CDDA-46B8-A47D-403BB9CF24AA}"/>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4" name="Rectangle 5">
            <a:extLst>
              <a:ext uri="{FF2B5EF4-FFF2-40B4-BE49-F238E27FC236}">
                <a16:creationId xmlns:a16="http://schemas.microsoft.com/office/drawing/2014/main" id="{887F2E09-C747-4BEE-88D1-0C31C3FC2057}"/>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5" name="Rectangle 6">
            <a:extLst>
              <a:ext uri="{FF2B5EF4-FFF2-40B4-BE49-F238E27FC236}">
                <a16:creationId xmlns:a16="http://schemas.microsoft.com/office/drawing/2014/main" id="{964BBB47-4000-481B-9778-62102C6DC1AC}"/>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6" name="Rectangle 7">
            <a:extLst>
              <a:ext uri="{FF2B5EF4-FFF2-40B4-BE49-F238E27FC236}">
                <a16:creationId xmlns:a16="http://schemas.microsoft.com/office/drawing/2014/main" id="{D3A385DE-C854-4565-87E2-8E36571EE9FC}"/>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7" name="Rectangle 8">
            <a:extLst>
              <a:ext uri="{FF2B5EF4-FFF2-40B4-BE49-F238E27FC236}">
                <a16:creationId xmlns:a16="http://schemas.microsoft.com/office/drawing/2014/main" id="{6C124ABE-F3C5-4793-B0CD-10E6BB81D153}"/>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8" name="Rectangle 9">
            <a:extLst>
              <a:ext uri="{FF2B5EF4-FFF2-40B4-BE49-F238E27FC236}">
                <a16:creationId xmlns:a16="http://schemas.microsoft.com/office/drawing/2014/main" id="{A46DC3F3-A10E-4E89-845A-1CBC71F8B5DE}"/>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0" name="Rectangle 11">
            <a:extLst>
              <a:ext uri="{FF2B5EF4-FFF2-40B4-BE49-F238E27FC236}">
                <a16:creationId xmlns:a16="http://schemas.microsoft.com/office/drawing/2014/main" id="{7AB6DD85-5993-41AA-AA2B-D486BC680921}"/>
              </a:ext>
            </a:extLst>
          </p:cNvPr>
          <p:cNvSpPr>
            <a:spLocks noChangeArrowheads="1"/>
          </p:cNvSpPr>
          <p:nvPr/>
        </p:nvSpPr>
        <p:spPr bwMode="auto">
          <a:xfrm>
            <a:off x="1524001" y="20250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1" name="Rectangle 14">
            <a:extLst>
              <a:ext uri="{FF2B5EF4-FFF2-40B4-BE49-F238E27FC236}">
                <a16:creationId xmlns:a16="http://schemas.microsoft.com/office/drawing/2014/main" id="{EF6C5EC7-F2EC-4562-B8E4-D54CCF8754F7}"/>
              </a:ext>
            </a:extLst>
          </p:cNvPr>
          <p:cNvSpPr>
            <a:spLocks noChangeArrowheads="1"/>
          </p:cNvSpPr>
          <p:nvPr/>
        </p:nvSpPr>
        <p:spPr bwMode="auto">
          <a:xfrm>
            <a:off x="1524001" y="17964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2" name="Rectangle 16">
            <a:extLst>
              <a:ext uri="{FF2B5EF4-FFF2-40B4-BE49-F238E27FC236}">
                <a16:creationId xmlns:a16="http://schemas.microsoft.com/office/drawing/2014/main" id="{0AFBADD4-B84D-4167-B4F1-BB0C9C6FD34A}"/>
              </a:ext>
            </a:extLst>
          </p:cNvPr>
          <p:cNvSpPr>
            <a:spLocks noChangeArrowheads="1"/>
          </p:cNvSpPr>
          <p:nvPr/>
        </p:nvSpPr>
        <p:spPr bwMode="auto">
          <a:xfrm>
            <a:off x="1524001" y="25425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7663" name="Object 15">
            <a:extLst>
              <a:ext uri="{FF2B5EF4-FFF2-40B4-BE49-F238E27FC236}">
                <a16:creationId xmlns:a16="http://schemas.microsoft.com/office/drawing/2014/main" id="{CE8B2837-BBDE-4220-AE5B-38C503CDB358}"/>
              </a:ext>
            </a:extLst>
          </p:cNvPr>
          <p:cNvGraphicFramePr>
            <a:graphicFrameLocks noChangeAspect="1"/>
          </p:cNvGraphicFramePr>
          <p:nvPr/>
        </p:nvGraphicFramePr>
        <p:xfrm>
          <a:off x="5232400" y="1952626"/>
          <a:ext cx="5435600" cy="2238375"/>
        </p:xfrm>
        <a:graphic>
          <a:graphicData uri="http://schemas.openxmlformats.org/presentationml/2006/ole">
            <mc:AlternateContent xmlns:mc="http://schemas.openxmlformats.org/markup-compatibility/2006">
              <mc:Choice xmlns:v="urn:schemas-microsoft-com:vml" Requires="v">
                <p:oleObj spid="_x0000_s14364" name="Picture" r:id="rId4" imgW="3187468" imgH="1305416" progId="Word.Picture.8">
                  <p:embed/>
                </p:oleObj>
              </mc:Choice>
              <mc:Fallback>
                <p:oleObj name="Picture" r:id="rId4" imgW="3187468" imgH="1305416" progId="Word.Picture.8">
                  <p:embed/>
                  <p:pic>
                    <p:nvPicPr>
                      <p:cNvPr id="27663" name="Object 15">
                        <a:extLst>
                          <a:ext uri="{FF2B5EF4-FFF2-40B4-BE49-F238E27FC236}">
                            <a16:creationId xmlns:a16="http://schemas.microsoft.com/office/drawing/2014/main" id="{CE8B2837-BBDE-4220-AE5B-38C503CDB3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2400" y="1952626"/>
                        <a:ext cx="54356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64" name="Rectangle 18">
            <a:extLst>
              <a:ext uri="{FF2B5EF4-FFF2-40B4-BE49-F238E27FC236}">
                <a16:creationId xmlns:a16="http://schemas.microsoft.com/office/drawing/2014/main" id="{E4338BB9-4764-4C89-9A48-C83492D854D6}"/>
              </a:ext>
            </a:extLst>
          </p:cNvPr>
          <p:cNvSpPr>
            <a:spLocks noChangeArrowheads="1"/>
          </p:cNvSpPr>
          <p:nvPr/>
        </p:nvSpPr>
        <p:spPr bwMode="auto">
          <a:xfrm>
            <a:off x="1524001" y="25425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7665" name="Object 17">
            <a:extLst>
              <a:ext uri="{FF2B5EF4-FFF2-40B4-BE49-F238E27FC236}">
                <a16:creationId xmlns:a16="http://schemas.microsoft.com/office/drawing/2014/main" id="{D05CD0BF-72F1-44AD-8A17-1DE40DE2A73D}"/>
              </a:ext>
            </a:extLst>
          </p:cNvPr>
          <p:cNvGraphicFramePr>
            <a:graphicFrameLocks noChangeAspect="1"/>
          </p:cNvGraphicFramePr>
          <p:nvPr/>
        </p:nvGraphicFramePr>
        <p:xfrm>
          <a:off x="5411788" y="4329113"/>
          <a:ext cx="5256212" cy="2163762"/>
        </p:xfrm>
        <a:graphic>
          <a:graphicData uri="http://schemas.openxmlformats.org/presentationml/2006/ole">
            <mc:AlternateContent xmlns:mc="http://schemas.openxmlformats.org/markup-compatibility/2006">
              <mc:Choice xmlns:v="urn:schemas-microsoft-com:vml" Requires="v">
                <p:oleObj spid="_x0000_s14365" name="Picture" r:id="rId6" imgW="3187468" imgH="1305416" progId="Word.Picture.8">
                  <p:embed/>
                </p:oleObj>
              </mc:Choice>
              <mc:Fallback>
                <p:oleObj name="Picture" r:id="rId6" imgW="3187468" imgH="1305416" progId="Word.Picture.8">
                  <p:embed/>
                  <p:pic>
                    <p:nvPicPr>
                      <p:cNvPr id="27665" name="Object 17">
                        <a:extLst>
                          <a:ext uri="{FF2B5EF4-FFF2-40B4-BE49-F238E27FC236}">
                            <a16:creationId xmlns:a16="http://schemas.microsoft.com/office/drawing/2014/main" id="{D05CD0BF-72F1-44AD-8A17-1DE40DE2A7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1788" y="4329113"/>
                        <a:ext cx="5256212" cy="216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B932B105-85E5-4BB4-B1D4-3E543BBAF41B}"/>
              </a:ext>
            </a:extLst>
          </p:cNvPr>
          <p:cNvSpPr>
            <a:spLocks noGrp="1"/>
          </p:cNvSpPr>
          <p:nvPr>
            <p:ph idx="1"/>
          </p:nvPr>
        </p:nvSpPr>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3C949CA7-6C6E-42A3-B532-6E69A0D083B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2E26D8F-F898-4D58-87D0-DC92D9AFB214}" type="slidenum">
              <a:rPr lang="en-US" altLang="en-US" sz="1400"/>
              <a:pPr>
                <a:spcBef>
                  <a:spcPct val="0"/>
                </a:spcBef>
                <a:buClrTx/>
                <a:buSzTx/>
                <a:buFontTx/>
                <a:buNone/>
              </a:pPr>
              <a:t>27</a:t>
            </a:fld>
            <a:endParaRPr lang="en-US" altLang="en-US" sz="1400"/>
          </a:p>
        </p:txBody>
      </p:sp>
      <p:sp>
        <p:nvSpPr>
          <p:cNvPr id="28675" name="Rectangle 2">
            <a:extLst>
              <a:ext uri="{FF2B5EF4-FFF2-40B4-BE49-F238E27FC236}">
                <a16:creationId xmlns:a16="http://schemas.microsoft.com/office/drawing/2014/main" id="{714E5635-B3C8-4ABA-8D9F-31415ED22BCF}"/>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Implementing removeFirst()</a:t>
            </a:r>
            <a:r>
              <a:rPr lang="en-US" altLang="en-US"/>
              <a:t> </a:t>
            </a:r>
          </a:p>
        </p:txBody>
      </p:sp>
      <p:sp>
        <p:nvSpPr>
          <p:cNvPr id="28676" name="Rectangle 3">
            <a:extLst>
              <a:ext uri="{FF2B5EF4-FFF2-40B4-BE49-F238E27FC236}">
                <a16:creationId xmlns:a16="http://schemas.microsoft.com/office/drawing/2014/main" id="{D546D8E9-7B8E-4946-A214-30CCEAA9495F}"/>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7" name="Rectangle 4">
            <a:extLst>
              <a:ext uri="{FF2B5EF4-FFF2-40B4-BE49-F238E27FC236}">
                <a16:creationId xmlns:a16="http://schemas.microsoft.com/office/drawing/2014/main" id="{91038EA5-B682-457F-9121-0B4917C431AC}"/>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8" name="Rectangle 5">
            <a:extLst>
              <a:ext uri="{FF2B5EF4-FFF2-40B4-BE49-F238E27FC236}">
                <a16:creationId xmlns:a16="http://schemas.microsoft.com/office/drawing/2014/main" id="{A0C3CB51-E28B-4CBC-8067-8EB3A7B43D13}"/>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9" name="Rectangle 6">
            <a:extLst>
              <a:ext uri="{FF2B5EF4-FFF2-40B4-BE49-F238E27FC236}">
                <a16:creationId xmlns:a16="http://schemas.microsoft.com/office/drawing/2014/main" id="{4310091F-EF26-4EE5-ACC3-B1711F9E0DD0}"/>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0" name="Rectangle 7">
            <a:extLst>
              <a:ext uri="{FF2B5EF4-FFF2-40B4-BE49-F238E27FC236}">
                <a16:creationId xmlns:a16="http://schemas.microsoft.com/office/drawing/2014/main" id="{3A218C48-39A0-4C21-9FD8-20D4D7BD7ECA}"/>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1" name="Rectangle 8">
            <a:extLst>
              <a:ext uri="{FF2B5EF4-FFF2-40B4-BE49-F238E27FC236}">
                <a16:creationId xmlns:a16="http://schemas.microsoft.com/office/drawing/2014/main" id="{DD544CCE-1318-42CB-B763-F214EB5DB55E}"/>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2" name="Rectangle 9">
            <a:extLst>
              <a:ext uri="{FF2B5EF4-FFF2-40B4-BE49-F238E27FC236}">
                <a16:creationId xmlns:a16="http://schemas.microsoft.com/office/drawing/2014/main" id="{75FCE4A2-9A4A-4E8A-AC31-2D1F2519BC3B}"/>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4" name="Rectangle 11">
            <a:extLst>
              <a:ext uri="{FF2B5EF4-FFF2-40B4-BE49-F238E27FC236}">
                <a16:creationId xmlns:a16="http://schemas.microsoft.com/office/drawing/2014/main" id="{3F20944E-2F4E-4144-B83A-84445CC4129E}"/>
              </a:ext>
            </a:extLst>
          </p:cNvPr>
          <p:cNvSpPr>
            <a:spLocks noChangeArrowheads="1"/>
          </p:cNvSpPr>
          <p:nvPr/>
        </p:nvSpPr>
        <p:spPr bwMode="auto">
          <a:xfrm>
            <a:off x="1524001" y="20250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5" name="Rectangle 12">
            <a:extLst>
              <a:ext uri="{FF2B5EF4-FFF2-40B4-BE49-F238E27FC236}">
                <a16:creationId xmlns:a16="http://schemas.microsoft.com/office/drawing/2014/main" id="{DCB4F76A-4127-4448-A736-5B9525D3F0F0}"/>
              </a:ext>
            </a:extLst>
          </p:cNvPr>
          <p:cNvSpPr>
            <a:spLocks noChangeArrowheads="1"/>
          </p:cNvSpPr>
          <p:nvPr/>
        </p:nvSpPr>
        <p:spPr bwMode="auto">
          <a:xfrm>
            <a:off x="1524001" y="17964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6" name="Rectangle 15">
            <a:extLst>
              <a:ext uri="{FF2B5EF4-FFF2-40B4-BE49-F238E27FC236}">
                <a16:creationId xmlns:a16="http://schemas.microsoft.com/office/drawing/2014/main" id="{48F77771-7FC6-404B-8743-FF23639E8804}"/>
              </a:ext>
            </a:extLst>
          </p:cNvPr>
          <p:cNvSpPr>
            <a:spLocks noChangeArrowheads="1"/>
          </p:cNvSpPr>
          <p:nvPr/>
        </p:nvSpPr>
        <p:spPr bwMode="auto">
          <a:xfrm>
            <a:off x="1524001" y="20742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8687" name="Object 14">
            <a:extLst>
              <a:ext uri="{FF2B5EF4-FFF2-40B4-BE49-F238E27FC236}">
                <a16:creationId xmlns:a16="http://schemas.microsoft.com/office/drawing/2014/main" id="{DCF974B0-94B2-4418-AE03-6E6B9C9CA442}"/>
              </a:ext>
            </a:extLst>
          </p:cNvPr>
          <p:cNvGraphicFramePr>
            <a:graphicFrameLocks noChangeAspect="1"/>
          </p:cNvGraphicFramePr>
          <p:nvPr/>
        </p:nvGraphicFramePr>
        <p:xfrm>
          <a:off x="5181600" y="2362201"/>
          <a:ext cx="5486400" cy="3654425"/>
        </p:xfrm>
        <a:graphic>
          <a:graphicData uri="http://schemas.openxmlformats.org/presentationml/2006/ole">
            <mc:AlternateContent xmlns:mc="http://schemas.openxmlformats.org/markup-compatibility/2006">
              <mc:Choice xmlns:v="urn:schemas-microsoft-com:vml" Requires="v">
                <p:oleObj spid="_x0000_s15375" name="Picture" r:id="rId4" imgW="3380232" imgH="2246376" progId="Word.Picture.8">
                  <p:embed/>
                </p:oleObj>
              </mc:Choice>
              <mc:Fallback>
                <p:oleObj name="Picture" r:id="rId4" imgW="3380232" imgH="2246376" progId="Word.Picture.8">
                  <p:embed/>
                  <p:pic>
                    <p:nvPicPr>
                      <p:cNvPr id="28687" name="Object 14">
                        <a:extLst>
                          <a:ext uri="{FF2B5EF4-FFF2-40B4-BE49-F238E27FC236}">
                            <a16:creationId xmlns:a16="http://schemas.microsoft.com/office/drawing/2014/main" id="{DCF974B0-94B2-4418-AE03-6E6B9C9CA4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2362201"/>
                        <a:ext cx="5486400"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a:extLst>
              <a:ext uri="{FF2B5EF4-FFF2-40B4-BE49-F238E27FC236}">
                <a16:creationId xmlns:a16="http://schemas.microsoft.com/office/drawing/2014/main" id="{8ACCBE7D-768C-4510-8BED-AEC2517A111B}"/>
              </a:ext>
            </a:extLst>
          </p:cNvPr>
          <p:cNvSpPr>
            <a:spLocks noGrp="1"/>
          </p:cNvSpPr>
          <p:nvPr>
            <p:ph idx="1"/>
          </p:nvPr>
        </p:nvSpPr>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A9C3203E-6CE3-403F-A4EA-F4D33EC14699}"/>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95E1F31-A2DD-49AD-A61E-A232D85817D2}" type="slidenum">
              <a:rPr lang="en-US" altLang="en-US" sz="1400"/>
              <a:pPr>
                <a:spcBef>
                  <a:spcPct val="0"/>
                </a:spcBef>
                <a:buClrTx/>
                <a:buSzTx/>
                <a:buFontTx/>
                <a:buNone/>
              </a:pPr>
              <a:t>28</a:t>
            </a:fld>
            <a:endParaRPr lang="en-US" altLang="en-US" sz="1400"/>
          </a:p>
        </p:txBody>
      </p:sp>
      <p:sp>
        <p:nvSpPr>
          <p:cNvPr id="29699" name="Rectangle 2">
            <a:extLst>
              <a:ext uri="{FF2B5EF4-FFF2-40B4-BE49-F238E27FC236}">
                <a16:creationId xmlns:a16="http://schemas.microsoft.com/office/drawing/2014/main" id="{A1CCAB64-2B8F-4DAA-A7A3-A16125670FD7}"/>
              </a:ext>
            </a:extLst>
          </p:cNvPr>
          <p:cNvSpPr>
            <a:spLocks noGrp="1" noChangeArrowheads="1"/>
          </p:cNvSpPr>
          <p:nvPr>
            <p:ph type="title"/>
          </p:nvPr>
        </p:nvSpPr>
        <p:spPr>
          <a:xfrm>
            <a:off x="5334000" y="304800"/>
            <a:ext cx="5029200" cy="990600"/>
          </a:xfrm>
          <a:noFill/>
        </p:spPr>
        <p:txBody>
          <a:bodyPr>
            <a:normAutofit fontScale="90000"/>
          </a:bodyPr>
          <a:lstStyle/>
          <a:p>
            <a:r>
              <a:rPr lang="en-US" altLang="en-US" sz="3600"/>
              <a:t>Implementing removeLast()</a:t>
            </a:r>
            <a:r>
              <a:rPr lang="en-US" altLang="en-US"/>
              <a:t> </a:t>
            </a:r>
          </a:p>
        </p:txBody>
      </p:sp>
      <p:sp>
        <p:nvSpPr>
          <p:cNvPr id="29700" name="Rectangle 3">
            <a:extLst>
              <a:ext uri="{FF2B5EF4-FFF2-40B4-BE49-F238E27FC236}">
                <a16:creationId xmlns:a16="http://schemas.microsoft.com/office/drawing/2014/main" id="{C2AB7455-C198-4EDB-ACEE-E97FE64DA8D3}"/>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1" name="Rectangle 4">
            <a:extLst>
              <a:ext uri="{FF2B5EF4-FFF2-40B4-BE49-F238E27FC236}">
                <a16:creationId xmlns:a16="http://schemas.microsoft.com/office/drawing/2014/main" id="{53B723F9-80A9-48D6-A6AB-2CCEF3010727}"/>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2" name="Rectangle 5">
            <a:extLst>
              <a:ext uri="{FF2B5EF4-FFF2-40B4-BE49-F238E27FC236}">
                <a16:creationId xmlns:a16="http://schemas.microsoft.com/office/drawing/2014/main" id="{4278A363-E6C4-4D37-95B4-7E3A8EEB2B06}"/>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3" name="Rectangle 6">
            <a:extLst>
              <a:ext uri="{FF2B5EF4-FFF2-40B4-BE49-F238E27FC236}">
                <a16:creationId xmlns:a16="http://schemas.microsoft.com/office/drawing/2014/main" id="{5C50D2E6-6B5F-4D57-9EDA-8ED77263DC48}"/>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4" name="Rectangle 7">
            <a:extLst>
              <a:ext uri="{FF2B5EF4-FFF2-40B4-BE49-F238E27FC236}">
                <a16:creationId xmlns:a16="http://schemas.microsoft.com/office/drawing/2014/main" id="{7304FCDE-61D7-46A5-8EDD-322B031FF4A9}"/>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5" name="Rectangle 8">
            <a:extLst>
              <a:ext uri="{FF2B5EF4-FFF2-40B4-BE49-F238E27FC236}">
                <a16:creationId xmlns:a16="http://schemas.microsoft.com/office/drawing/2014/main" id="{5AE97845-D9E4-4B7B-A37A-DC00AF30B412}"/>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6" name="Rectangle 9">
            <a:extLst>
              <a:ext uri="{FF2B5EF4-FFF2-40B4-BE49-F238E27FC236}">
                <a16:creationId xmlns:a16="http://schemas.microsoft.com/office/drawing/2014/main" id="{BC8AAC6E-5DFA-442A-9EE1-CF74E87062AD}"/>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8" name="Rectangle 11">
            <a:extLst>
              <a:ext uri="{FF2B5EF4-FFF2-40B4-BE49-F238E27FC236}">
                <a16:creationId xmlns:a16="http://schemas.microsoft.com/office/drawing/2014/main" id="{47EA0DF2-9FE6-404E-8C29-6DE8079D7B2B}"/>
              </a:ext>
            </a:extLst>
          </p:cNvPr>
          <p:cNvSpPr>
            <a:spLocks noChangeArrowheads="1"/>
          </p:cNvSpPr>
          <p:nvPr/>
        </p:nvSpPr>
        <p:spPr bwMode="auto">
          <a:xfrm>
            <a:off x="1524001" y="20250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9" name="Rectangle 12">
            <a:extLst>
              <a:ext uri="{FF2B5EF4-FFF2-40B4-BE49-F238E27FC236}">
                <a16:creationId xmlns:a16="http://schemas.microsoft.com/office/drawing/2014/main" id="{03356F1C-4A59-4D72-BFEE-B0F101316CC6}"/>
              </a:ext>
            </a:extLst>
          </p:cNvPr>
          <p:cNvSpPr>
            <a:spLocks noChangeArrowheads="1"/>
          </p:cNvSpPr>
          <p:nvPr/>
        </p:nvSpPr>
        <p:spPr bwMode="auto">
          <a:xfrm>
            <a:off x="1524001" y="17964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0" name="Rectangle 13">
            <a:extLst>
              <a:ext uri="{FF2B5EF4-FFF2-40B4-BE49-F238E27FC236}">
                <a16:creationId xmlns:a16="http://schemas.microsoft.com/office/drawing/2014/main" id="{092DD653-8142-4D9F-B10D-9DECB35D9BF3}"/>
              </a:ext>
            </a:extLst>
          </p:cNvPr>
          <p:cNvSpPr>
            <a:spLocks noChangeArrowheads="1"/>
          </p:cNvSpPr>
          <p:nvPr/>
        </p:nvSpPr>
        <p:spPr bwMode="auto">
          <a:xfrm>
            <a:off x="1524001" y="20742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1" name="Rectangle 16">
            <a:extLst>
              <a:ext uri="{FF2B5EF4-FFF2-40B4-BE49-F238E27FC236}">
                <a16:creationId xmlns:a16="http://schemas.microsoft.com/office/drawing/2014/main" id="{9FCE245B-11E8-4F84-AF6A-70243A014235}"/>
              </a:ext>
            </a:extLst>
          </p:cNvPr>
          <p:cNvSpPr>
            <a:spLocks noChangeArrowheads="1"/>
          </p:cNvSpPr>
          <p:nvPr/>
        </p:nvSpPr>
        <p:spPr bwMode="auto">
          <a:xfrm>
            <a:off x="1524001" y="21313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9712" name="Object 15">
            <a:extLst>
              <a:ext uri="{FF2B5EF4-FFF2-40B4-BE49-F238E27FC236}">
                <a16:creationId xmlns:a16="http://schemas.microsoft.com/office/drawing/2014/main" id="{EF935409-F7AE-4567-9D18-15AF5CF5F3DA}"/>
              </a:ext>
            </a:extLst>
          </p:cNvPr>
          <p:cNvGraphicFramePr>
            <a:graphicFrameLocks noChangeAspect="1"/>
          </p:cNvGraphicFramePr>
          <p:nvPr/>
        </p:nvGraphicFramePr>
        <p:xfrm>
          <a:off x="5029200" y="1752600"/>
          <a:ext cx="5638800" cy="3976688"/>
        </p:xfrm>
        <a:graphic>
          <a:graphicData uri="http://schemas.openxmlformats.org/presentationml/2006/ole">
            <mc:AlternateContent xmlns:mc="http://schemas.openxmlformats.org/markup-compatibility/2006">
              <mc:Choice xmlns:v="urn:schemas-microsoft-com:vml" Requires="v">
                <p:oleObj spid="_x0000_s16399" name="Picture" r:id="rId4" imgW="3025140" imgH="2132076" progId="Word.Picture.8">
                  <p:embed/>
                </p:oleObj>
              </mc:Choice>
              <mc:Fallback>
                <p:oleObj name="Picture" r:id="rId4" imgW="3025140" imgH="2132076" progId="Word.Picture.8">
                  <p:embed/>
                  <p:pic>
                    <p:nvPicPr>
                      <p:cNvPr id="29712" name="Object 15">
                        <a:extLst>
                          <a:ext uri="{FF2B5EF4-FFF2-40B4-BE49-F238E27FC236}">
                            <a16:creationId xmlns:a16="http://schemas.microsoft.com/office/drawing/2014/main" id="{EF935409-F7AE-4567-9D18-15AF5CF5F3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1752600"/>
                        <a:ext cx="5638800" cy="397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a:extLst>
              <a:ext uri="{FF2B5EF4-FFF2-40B4-BE49-F238E27FC236}">
                <a16:creationId xmlns:a16="http://schemas.microsoft.com/office/drawing/2014/main" id="{B0D68B30-922F-4D33-B53C-7EE05203E559}"/>
              </a:ext>
            </a:extLst>
          </p:cNvPr>
          <p:cNvSpPr>
            <a:spLocks noGrp="1"/>
          </p:cNvSpPr>
          <p:nvPr>
            <p:ph idx="1"/>
          </p:nvPr>
        </p:nvSpPr>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1B529329-7AB2-499F-9C2D-CFEFF47988FE}"/>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76339E9-8589-4BBF-8487-650F19F02405}" type="slidenum">
              <a:rPr lang="en-US" altLang="en-US" sz="1400"/>
              <a:pPr>
                <a:spcBef>
                  <a:spcPct val="0"/>
                </a:spcBef>
                <a:buClrTx/>
                <a:buSzTx/>
                <a:buFontTx/>
                <a:buNone/>
              </a:pPr>
              <a:t>29</a:t>
            </a:fld>
            <a:endParaRPr lang="en-US" altLang="en-US" sz="1400"/>
          </a:p>
        </p:txBody>
      </p:sp>
      <p:sp>
        <p:nvSpPr>
          <p:cNvPr id="30723" name="Rectangle 2">
            <a:extLst>
              <a:ext uri="{FF2B5EF4-FFF2-40B4-BE49-F238E27FC236}">
                <a16:creationId xmlns:a16="http://schemas.microsoft.com/office/drawing/2014/main" id="{9ADD382D-F87E-4C30-9673-786F041039EC}"/>
              </a:ext>
            </a:extLst>
          </p:cNvPr>
          <p:cNvSpPr>
            <a:spLocks noGrp="1" noChangeArrowheads="1"/>
          </p:cNvSpPr>
          <p:nvPr>
            <p:ph type="title"/>
          </p:nvPr>
        </p:nvSpPr>
        <p:spPr>
          <a:xfrm>
            <a:off x="1524000" y="152400"/>
            <a:ext cx="8839200" cy="533400"/>
          </a:xfrm>
          <a:noFill/>
        </p:spPr>
        <p:txBody>
          <a:bodyPr>
            <a:normAutofit fontScale="90000"/>
          </a:bodyPr>
          <a:lstStyle/>
          <a:p>
            <a:r>
              <a:rPr lang="en-US" altLang="en-US" sz="3600"/>
              <a:t>Implementing remove(int index)</a:t>
            </a:r>
            <a:r>
              <a:rPr lang="en-US" altLang="en-US"/>
              <a:t> </a:t>
            </a:r>
          </a:p>
        </p:txBody>
      </p:sp>
      <p:sp>
        <p:nvSpPr>
          <p:cNvPr id="30724" name="Rectangle 3">
            <a:extLst>
              <a:ext uri="{FF2B5EF4-FFF2-40B4-BE49-F238E27FC236}">
                <a16:creationId xmlns:a16="http://schemas.microsoft.com/office/drawing/2014/main" id="{D2BAB51D-D755-468F-BEA9-30438D09F912}"/>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5" name="Rectangle 4">
            <a:extLst>
              <a:ext uri="{FF2B5EF4-FFF2-40B4-BE49-F238E27FC236}">
                <a16:creationId xmlns:a16="http://schemas.microsoft.com/office/drawing/2014/main" id="{12DF8A86-79F4-4204-B778-DFF6CD1278A1}"/>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6" name="Rectangle 5">
            <a:extLst>
              <a:ext uri="{FF2B5EF4-FFF2-40B4-BE49-F238E27FC236}">
                <a16:creationId xmlns:a16="http://schemas.microsoft.com/office/drawing/2014/main" id="{C7791113-28EB-4110-935E-5010D2257F99}"/>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7" name="Rectangle 6">
            <a:extLst>
              <a:ext uri="{FF2B5EF4-FFF2-40B4-BE49-F238E27FC236}">
                <a16:creationId xmlns:a16="http://schemas.microsoft.com/office/drawing/2014/main" id="{78B2B160-5258-4F89-9D27-5D2E8CAD6D51}"/>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8" name="Rectangle 7">
            <a:extLst>
              <a:ext uri="{FF2B5EF4-FFF2-40B4-BE49-F238E27FC236}">
                <a16:creationId xmlns:a16="http://schemas.microsoft.com/office/drawing/2014/main" id="{B0F1EAAA-F090-4480-BE08-5BD27EE9A2AE}"/>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9" name="Rectangle 8">
            <a:extLst>
              <a:ext uri="{FF2B5EF4-FFF2-40B4-BE49-F238E27FC236}">
                <a16:creationId xmlns:a16="http://schemas.microsoft.com/office/drawing/2014/main" id="{8E93E565-3476-4AE8-AA52-84A250195392}"/>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0" name="Rectangle 9">
            <a:extLst>
              <a:ext uri="{FF2B5EF4-FFF2-40B4-BE49-F238E27FC236}">
                <a16:creationId xmlns:a16="http://schemas.microsoft.com/office/drawing/2014/main" id="{75E1DEDC-11D6-486C-9114-551C20FF03C9}"/>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2" name="Rectangle 11">
            <a:extLst>
              <a:ext uri="{FF2B5EF4-FFF2-40B4-BE49-F238E27FC236}">
                <a16:creationId xmlns:a16="http://schemas.microsoft.com/office/drawing/2014/main" id="{0EBE7EE5-DA17-466B-8509-14D653CC1837}"/>
              </a:ext>
            </a:extLst>
          </p:cNvPr>
          <p:cNvSpPr>
            <a:spLocks noChangeArrowheads="1"/>
          </p:cNvSpPr>
          <p:nvPr/>
        </p:nvSpPr>
        <p:spPr bwMode="auto">
          <a:xfrm>
            <a:off x="1524001" y="20250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3" name="Rectangle 12">
            <a:extLst>
              <a:ext uri="{FF2B5EF4-FFF2-40B4-BE49-F238E27FC236}">
                <a16:creationId xmlns:a16="http://schemas.microsoft.com/office/drawing/2014/main" id="{C38BD68F-D184-43C4-B5A7-467BFB2E3AAD}"/>
              </a:ext>
            </a:extLst>
          </p:cNvPr>
          <p:cNvSpPr>
            <a:spLocks noChangeArrowheads="1"/>
          </p:cNvSpPr>
          <p:nvPr/>
        </p:nvSpPr>
        <p:spPr bwMode="auto">
          <a:xfrm>
            <a:off x="1524001" y="17964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4" name="Rectangle 13">
            <a:extLst>
              <a:ext uri="{FF2B5EF4-FFF2-40B4-BE49-F238E27FC236}">
                <a16:creationId xmlns:a16="http://schemas.microsoft.com/office/drawing/2014/main" id="{B2C03CE8-487D-45AF-9727-8D17F9E7F99E}"/>
              </a:ext>
            </a:extLst>
          </p:cNvPr>
          <p:cNvSpPr>
            <a:spLocks noChangeArrowheads="1"/>
          </p:cNvSpPr>
          <p:nvPr/>
        </p:nvSpPr>
        <p:spPr bwMode="auto">
          <a:xfrm>
            <a:off x="1524001" y="20742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5" name="Rectangle 16">
            <a:extLst>
              <a:ext uri="{FF2B5EF4-FFF2-40B4-BE49-F238E27FC236}">
                <a16:creationId xmlns:a16="http://schemas.microsoft.com/office/drawing/2014/main" id="{032BE49B-8A4C-4CE3-A5AC-17975A11E10B}"/>
              </a:ext>
            </a:extLst>
          </p:cNvPr>
          <p:cNvSpPr>
            <a:spLocks noChangeArrowheads="1"/>
          </p:cNvSpPr>
          <p:nvPr/>
        </p:nvSpPr>
        <p:spPr bwMode="auto">
          <a:xfrm>
            <a:off x="1524001" y="20821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0736" name="Object 15">
            <a:extLst>
              <a:ext uri="{FF2B5EF4-FFF2-40B4-BE49-F238E27FC236}">
                <a16:creationId xmlns:a16="http://schemas.microsoft.com/office/drawing/2014/main" id="{9CE7AB3A-B025-41BF-BCFE-F0950A6AB1B0}"/>
              </a:ext>
            </a:extLst>
          </p:cNvPr>
          <p:cNvGraphicFramePr>
            <a:graphicFrameLocks noChangeAspect="1"/>
          </p:cNvGraphicFramePr>
          <p:nvPr/>
        </p:nvGraphicFramePr>
        <p:xfrm>
          <a:off x="5340350" y="2430464"/>
          <a:ext cx="5181600" cy="3571875"/>
        </p:xfrm>
        <a:graphic>
          <a:graphicData uri="http://schemas.openxmlformats.org/presentationml/2006/ole">
            <mc:AlternateContent xmlns:mc="http://schemas.openxmlformats.org/markup-compatibility/2006">
              <mc:Choice xmlns:v="urn:schemas-microsoft-com:vml" Requires="v">
                <p:oleObj spid="_x0000_s17423" name="Picture" r:id="rId4" imgW="3241548" imgH="2232660" progId="Word.Picture.8">
                  <p:embed/>
                </p:oleObj>
              </mc:Choice>
              <mc:Fallback>
                <p:oleObj name="Picture" r:id="rId4" imgW="3241548" imgH="2232660" progId="Word.Picture.8">
                  <p:embed/>
                  <p:pic>
                    <p:nvPicPr>
                      <p:cNvPr id="30736" name="Object 15">
                        <a:extLst>
                          <a:ext uri="{FF2B5EF4-FFF2-40B4-BE49-F238E27FC236}">
                            <a16:creationId xmlns:a16="http://schemas.microsoft.com/office/drawing/2014/main" id="{9CE7AB3A-B025-41BF-BCFE-F0950A6AB1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0350" y="2430464"/>
                        <a:ext cx="518160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a:extLst>
              <a:ext uri="{FF2B5EF4-FFF2-40B4-BE49-F238E27FC236}">
                <a16:creationId xmlns:a16="http://schemas.microsoft.com/office/drawing/2014/main" id="{3D04D0C7-DC72-463B-A58D-0DCB151A086C}"/>
              </a:ext>
            </a:extLst>
          </p:cNvPr>
          <p:cNvSpPr>
            <a:spLocks noGrp="1"/>
          </p:cNvSpPr>
          <p:nvPr>
            <p:ph idx="1"/>
          </p:nvPr>
        </p:nvSpPr>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4F2A3ABF-7F69-4497-9D84-6B4BCA1BED0B}"/>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E777324-5EA5-483B-9D1D-F0E22B317F5A}" type="slidenum">
              <a:rPr lang="en-US" altLang="en-US" sz="1400"/>
              <a:pPr>
                <a:spcBef>
                  <a:spcPct val="0"/>
                </a:spcBef>
                <a:buClrTx/>
                <a:buSzTx/>
                <a:buFontTx/>
                <a:buNone/>
              </a:pPr>
              <a:t>30</a:t>
            </a:fld>
            <a:endParaRPr lang="en-US" altLang="en-US" sz="1400"/>
          </a:p>
        </p:txBody>
      </p:sp>
      <p:sp>
        <p:nvSpPr>
          <p:cNvPr id="30723" name="Rectangle 2">
            <a:extLst>
              <a:ext uri="{FF2B5EF4-FFF2-40B4-BE49-F238E27FC236}">
                <a16:creationId xmlns:a16="http://schemas.microsoft.com/office/drawing/2014/main" id="{6C6DDDEC-9500-4A24-BF24-9A020467508C}"/>
              </a:ext>
            </a:extLst>
          </p:cNvPr>
          <p:cNvSpPr>
            <a:spLocks noGrp="1" noChangeArrowheads="1"/>
          </p:cNvSpPr>
          <p:nvPr>
            <p:ph type="title"/>
          </p:nvPr>
        </p:nvSpPr>
        <p:spPr>
          <a:xfrm>
            <a:off x="1524000" y="228600"/>
            <a:ext cx="8839200" cy="457200"/>
          </a:xfrm>
          <a:noFill/>
        </p:spPr>
        <p:txBody>
          <a:bodyPr>
            <a:normAutofit fontScale="90000"/>
          </a:bodyPr>
          <a:lstStyle/>
          <a:p>
            <a:r>
              <a:rPr lang="en-US" altLang="en-US"/>
              <a:t>Circular Linked Lists </a:t>
            </a:r>
          </a:p>
        </p:txBody>
      </p:sp>
      <p:sp>
        <p:nvSpPr>
          <p:cNvPr id="30724" name="Rectangle 3">
            <a:extLst>
              <a:ext uri="{FF2B5EF4-FFF2-40B4-BE49-F238E27FC236}">
                <a16:creationId xmlns:a16="http://schemas.microsoft.com/office/drawing/2014/main" id="{A69259B0-CDFC-4785-AD1F-ADC40973E1F8}"/>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5" name="Rectangle 4">
            <a:extLst>
              <a:ext uri="{FF2B5EF4-FFF2-40B4-BE49-F238E27FC236}">
                <a16:creationId xmlns:a16="http://schemas.microsoft.com/office/drawing/2014/main" id="{30EAAFC8-C6FC-42B3-9812-47E7F6C5CEDB}"/>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6" name="Rectangle 5">
            <a:extLst>
              <a:ext uri="{FF2B5EF4-FFF2-40B4-BE49-F238E27FC236}">
                <a16:creationId xmlns:a16="http://schemas.microsoft.com/office/drawing/2014/main" id="{11A861B4-310F-4B45-ACDC-748A39C77245}"/>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7" name="Rectangle 6">
            <a:extLst>
              <a:ext uri="{FF2B5EF4-FFF2-40B4-BE49-F238E27FC236}">
                <a16:creationId xmlns:a16="http://schemas.microsoft.com/office/drawing/2014/main" id="{406840C7-3A40-47AD-A475-96E5AF3D645D}"/>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8" name="Rectangle 7">
            <a:extLst>
              <a:ext uri="{FF2B5EF4-FFF2-40B4-BE49-F238E27FC236}">
                <a16:creationId xmlns:a16="http://schemas.microsoft.com/office/drawing/2014/main" id="{934ED019-7124-4ABC-B1FA-295FE83406BD}"/>
              </a:ext>
            </a:extLst>
          </p:cNvPr>
          <p:cNvSpPr>
            <a:spLocks noGrp="1" noChangeArrowheads="1"/>
          </p:cNvSpPr>
          <p:nvPr>
            <p:ph type="body" idx="1"/>
          </p:nvPr>
        </p:nvSpPr>
        <p:spPr>
          <a:xfrm>
            <a:off x="1752600" y="990600"/>
            <a:ext cx="8686800" cy="1600200"/>
          </a:xfrm>
          <a:noFill/>
        </p:spPr>
        <p:txBody>
          <a:bodyPr/>
          <a:lstStyle/>
          <a:p>
            <a:pPr marL="0" indent="0">
              <a:buNone/>
            </a:pPr>
            <a:r>
              <a:rPr lang="en-US" altLang="en-US"/>
              <a:t>A </a:t>
            </a:r>
            <a:r>
              <a:rPr lang="en-US" altLang="en-US" i="1"/>
              <a:t>circular, singly linked list</a:t>
            </a:r>
            <a:r>
              <a:rPr lang="en-US" altLang="en-US"/>
              <a:t> is like a singly linked list, except that the pointer of the last node points back to the first node. </a:t>
            </a:r>
          </a:p>
        </p:txBody>
      </p:sp>
      <p:sp>
        <p:nvSpPr>
          <p:cNvPr id="30729" name="Rectangle 8">
            <a:extLst>
              <a:ext uri="{FF2B5EF4-FFF2-40B4-BE49-F238E27FC236}">
                <a16:creationId xmlns:a16="http://schemas.microsoft.com/office/drawing/2014/main" id="{BEAB4FFF-2A1F-4DD4-8A59-57AEC8338021}"/>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0" name="Rectangle 9">
            <a:extLst>
              <a:ext uri="{FF2B5EF4-FFF2-40B4-BE49-F238E27FC236}">
                <a16:creationId xmlns:a16="http://schemas.microsoft.com/office/drawing/2014/main" id="{92AB5BE1-CFD5-41BD-A9D0-36E5079F6FB2}"/>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1" name="Rectangle 10">
            <a:extLst>
              <a:ext uri="{FF2B5EF4-FFF2-40B4-BE49-F238E27FC236}">
                <a16:creationId xmlns:a16="http://schemas.microsoft.com/office/drawing/2014/main" id="{AA7D4BF8-0EF1-4E6A-92F2-B2ADF655B755}"/>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2" name="Rectangle 11">
            <a:extLst>
              <a:ext uri="{FF2B5EF4-FFF2-40B4-BE49-F238E27FC236}">
                <a16:creationId xmlns:a16="http://schemas.microsoft.com/office/drawing/2014/main" id="{E7A6CCF6-A15B-4097-8FA3-45587C0318D6}"/>
              </a:ext>
            </a:extLst>
          </p:cNvPr>
          <p:cNvSpPr>
            <a:spLocks noChangeArrowheads="1"/>
          </p:cNvSpPr>
          <p:nvPr/>
        </p:nvSpPr>
        <p:spPr bwMode="auto">
          <a:xfrm>
            <a:off x="3724275" y="211455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3" name="Rectangle 12">
            <a:extLst>
              <a:ext uri="{FF2B5EF4-FFF2-40B4-BE49-F238E27FC236}">
                <a16:creationId xmlns:a16="http://schemas.microsoft.com/office/drawing/2014/main" id="{FDA37541-D9E4-4FBE-A85A-6ED3FBFB2229}"/>
              </a:ext>
            </a:extLst>
          </p:cNvPr>
          <p:cNvSpPr>
            <a:spLocks noChangeArrowheads="1"/>
          </p:cNvSpPr>
          <p:nvPr/>
        </p:nvSpPr>
        <p:spPr bwMode="auto">
          <a:xfrm>
            <a:off x="1524001" y="28139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0734" name="Object 13">
            <a:extLst>
              <a:ext uri="{FF2B5EF4-FFF2-40B4-BE49-F238E27FC236}">
                <a16:creationId xmlns:a16="http://schemas.microsoft.com/office/drawing/2014/main" id="{F8A73705-60C5-4D2E-BE37-FA42FB09A3B3}"/>
              </a:ext>
            </a:extLst>
          </p:cNvPr>
          <p:cNvGraphicFramePr>
            <a:graphicFrameLocks noChangeAspect="1"/>
          </p:cNvGraphicFramePr>
          <p:nvPr/>
        </p:nvGraphicFramePr>
        <p:xfrm>
          <a:off x="1755776" y="3200400"/>
          <a:ext cx="8678863" cy="1866900"/>
        </p:xfrm>
        <a:graphic>
          <a:graphicData uri="http://schemas.openxmlformats.org/presentationml/2006/ole">
            <mc:AlternateContent xmlns:mc="http://schemas.openxmlformats.org/markup-compatibility/2006">
              <mc:Choice xmlns:v="urn:schemas-microsoft-com:vml" Requires="v">
                <p:oleObj spid="_x0000_s21515" name="Picture" r:id="rId4" imgW="3712464" imgH="798576" progId="Word.Picture.8">
                  <p:embed/>
                </p:oleObj>
              </mc:Choice>
              <mc:Fallback>
                <p:oleObj name="Picture" r:id="rId4" imgW="3712464" imgH="798576" progId="Word.Picture.8">
                  <p:embed/>
                  <p:pic>
                    <p:nvPicPr>
                      <p:cNvPr id="30734" name="Object 13">
                        <a:extLst>
                          <a:ext uri="{FF2B5EF4-FFF2-40B4-BE49-F238E27FC236}">
                            <a16:creationId xmlns:a16="http://schemas.microsoft.com/office/drawing/2014/main" id="{F8A73705-60C5-4D2E-BE37-FA42FB09A3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776" y="3200400"/>
                        <a:ext cx="8678863"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07325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8AF20AB2-F1E9-4A7F-BE7C-E195D7C1D840}"/>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E9267E-014B-461A-8D9A-0C8CF5EF2CEC}" type="slidenum">
              <a:rPr lang="en-US" altLang="en-US" sz="1400"/>
              <a:pPr>
                <a:spcBef>
                  <a:spcPct val="0"/>
                </a:spcBef>
                <a:buClrTx/>
                <a:buSzTx/>
                <a:buFontTx/>
                <a:buNone/>
              </a:pPr>
              <a:t>31</a:t>
            </a:fld>
            <a:endParaRPr lang="en-US" altLang="en-US" sz="1400"/>
          </a:p>
        </p:txBody>
      </p:sp>
      <p:sp>
        <p:nvSpPr>
          <p:cNvPr id="31747" name="Rectangle 2">
            <a:extLst>
              <a:ext uri="{FF2B5EF4-FFF2-40B4-BE49-F238E27FC236}">
                <a16:creationId xmlns:a16="http://schemas.microsoft.com/office/drawing/2014/main" id="{08F72FAA-4466-4D42-B89E-D4F98726D01C}"/>
              </a:ext>
            </a:extLst>
          </p:cNvPr>
          <p:cNvSpPr>
            <a:spLocks noGrp="1" noChangeArrowheads="1"/>
          </p:cNvSpPr>
          <p:nvPr>
            <p:ph type="title"/>
          </p:nvPr>
        </p:nvSpPr>
        <p:spPr>
          <a:xfrm>
            <a:off x="1524000" y="228600"/>
            <a:ext cx="8839200" cy="457200"/>
          </a:xfrm>
          <a:noFill/>
        </p:spPr>
        <p:txBody>
          <a:bodyPr>
            <a:normAutofit fontScale="90000"/>
          </a:bodyPr>
          <a:lstStyle/>
          <a:p>
            <a:r>
              <a:rPr lang="en-US" altLang="en-US"/>
              <a:t>Doubly Linked Lists </a:t>
            </a:r>
          </a:p>
        </p:txBody>
      </p:sp>
      <p:sp>
        <p:nvSpPr>
          <p:cNvPr id="31748" name="Rectangle 3">
            <a:extLst>
              <a:ext uri="{FF2B5EF4-FFF2-40B4-BE49-F238E27FC236}">
                <a16:creationId xmlns:a16="http://schemas.microsoft.com/office/drawing/2014/main" id="{63686684-3B56-4285-9852-D464720E9F1D}"/>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49" name="Rectangle 4">
            <a:extLst>
              <a:ext uri="{FF2B5EF4-FFF2-40B4-BE49-F238E27FC236}">
                <a16:creationId xmlns:a16="http://schemas.microsoft.com/office/drawing/2014/main" id="{9FD65448-355D-4BAF-9A2D-8D6C802430DB}"/>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0" name="Rectangle 5">
            <a:extLst>
              <a:ext uri="{FF2B5EF4-FFF2-40B4-BE49-F238E27FC236}">
                <a16:creationId xmlns:a16="http://schemas.microsoft.com/office/drawing/2014/main" id="{70AE9022-B733-4BC8-AC63-B93CCC20D8E4}"/>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1" name="Rectangle 6">
            <a:extLst>
              <a:ext uri="{FF2B5EF4-FFF2-40B4-BE49-F238E27FC236}">
                <a16:creationId xmlns:a16="http://schemas.microsoft.com/office/drawing/2014/main" id="{104476AB-20CE-4466-BE77-C0EBA4FD25BA}"/>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2" name="Rectangle 7">
            <a:extLst>
              <a:ext uri="{FF2B5EF4-FFF2-40B4-BE49-F238E27FC236}">
                <a16:creationId xmlns:a16="http://schemas.microsoft.com/office/drawing/2014/main" id="{29EA2638-1CDC-43FA-B5FE-98178C944477}"/>
              </a:ext>
            </a:extLst>
          </p:cNvPr>
          <p:cNvSpPr>
            <a:spLocks noGrp="1" noChangeArrowheads="1"/>
          </p:cNvSpPr>
          <p:nvPr>
            <p:ph type="body" idx="1"/>
          </p:nvPr>
        </p:nvSpPr>
        <p:spPr>
          <a:xfrm>
            <a:off x="1752600" y="990600"/>
            <a:ext cx="8686800" cy="3048000"/>
          </a:xfrm>
          <a:noFill/>
        </p:spPr>
        <p:txBody>
          <a:bodyPr/>
          <a:lstStyle/>
          <a:p>
            <a:pPr marL="0" indent="0">
              <a:buNone/>
            </a:pPr>
            <a:r>
              <a:rPr lang="en-US" altLang="en-US"/>
              <a:t>A </a:t>
            </a:r>
            <a:r>
              <a:rPr lang="en-US" altLang="en-US" i="1"/>
              <a:t>doubly linked</a:t>
            </a:r>
            <a:r>
              <a:rPr lang="en-US" altLang="en-US"/>
              <a:t> </a:t>
            </a:r>
            <a:r>
              <a:rPr lang="en-US" altLang="en-US" i="1"/>
              <a:t>list</a:t>
            </a:r>
            <a:r>
              <a:rPr lang="en-US" altLang="en-US"/>
              <a:t> contains the nodes with two pointers. One points to the next node and the other points to the previous node. These two pointers are conveniently called </a:t>
            </a:r>
            <a:r>
              <a:rPr lang="en-US" altLang="en-US" i="1"/>
              <a:t>a forward pointer</a:t>
            </a:r>
            <a:r>
              <a:rPr lang="en-US" altLang="en-US"/>
              <a:t> and </a:t>
            </a:r>
            <a:r>
              <a:rPr lang="en-US" altLang="en-US" i="1"/>
              <a:t>a backward pointer</a:t>
            </a:r>
            <a:r>
              <a:rPr lang="en-US" altLang="en-US"/>
              <a:t>. So, a doubly linked list can be traversed forward and backward.</a:t>
            </a:r>
          </a:p>
        </p:txBody>
      </p:sp>
      <p:sp>
        <p:nvSpPr>
          <p:cNvPr id="31753" name="Rectangle 8">
            <a:extLst>
              <a:ext uri="{FF2B5EF4-FFF2-40B4-BE49-F238E27FC236}">
                <a16:creationId xmlns:a16="http://schemas.microsoft.com/office/drawing/2014/main" id="{CEBAFB2E-5C0A-4B75-96DD-2489F7BC7C7C}"/>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4" name="Rectangle 9">
            <a:extLst>
              <a:ext uri="{FF2B5EF4-FFF2-40B4-BE49-F238E27FC236}">
                <a16:creationId xmlns:a16="http://schemas.microsoft.com/office/drawing/2014/main" id="{26FB0495-5F2B-49CA-BC97-B49BF34FC90A}"/>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5" name="Rectangle 10">
            <a:extLst>
              <a:ext uri="{FF2B5EF4-FFF2-40B4-BE49-F238E27FC236}">
                <a16:creationId xmlns:a16="http://schemas.microsoft.com/office/drawing/2014/main" id="{DEE6816F-93E0-496F-8300-1C43D1EA2DB4}"/>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6" name="Rectangle 13">
            <a:extLst>
              <a:ext uri="{FF2B5EF4-FFF2-40B4-BE49-F238E27FC236}">
                <a16:creationId xmlns:a16="http://schemas.microsoft.com/office/drawing/2014/main" id="{B2359056-5258-4996-B980-6FD68CC3E90B}"/>
              </a:ext>
            </a:extLst>
          </p:cNvPr>
          <p:cNvSpPr>
            <a:spLocks noChangeArrowheads="1"/>
          </p:cNvSpPr>
          <p:nvPr/>
        </p:nvSpPr>
        <p:spPr bwMode="auto">
          <a:xfrm>
            <a:off x="1524001" y="28139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1757" name="Object 12">
            <a:extLst>
              <a:ext uri="{FF2B5EF4-FFF2-40B4-BE49-F238E27FC236}">
                <a16:creationId xmlns:a16="http://schemas.microsoft.com/office/drawing/2014/main" id="{E8BD546B-6E69-4516-9A7D-FE3B54C1F24C}"/>
              </a:ext>
            </a:extLst>
          </p:cNvPr>
          <p:cNvGraphicFramePr>
            <a:graphicFrameLocks noChangeAspect="1"/>
          </p:cNvGraphicFramePr>
          <p:nvPr/>
        </p:nvGraphicFramePr>
        <p:xfrm>
          <a:off x="1755776" y="3733800"/>
          <a:ext cx="8678863" cy="1866900"/>
        </p:xfrm>
        <a:graphic>
          <a:graphicData uri="http://schemas.openxmlformats.org/presentationml/2006/ole">
            <mc:AlternateContent xmlns:mc="http://schemas.openxmlformats.org/markup-compatibility/2006">
              <mc:Choice xmlns:v="urn:schemas-microsoft-com:vml" Requires="v">
                <p:oleObj spid="_x0000_s22539" name="Picture" r:id="rId4" imgW="3712464" imgH="798576" progId="Word.Picture.8">
                  <p:embed/>
                </p:oleObj>
              </mc:Choice>
              <mc:Fallback>
                <p:oleObj name="Picture" r:id="rId4" imgW="3712464" imgH="798576" progId="Word.Picture.8">
                  <p:embed/>
                  <p:pic>
                    <p:nvPicPr>
                      <p:cNvPr id="31757" name="Object 12">
                        <a:extLst>
                          <a:ext uri="{FF2B5EF4-FFF2-40B4-BE49-F238E27FC236}">
                            <a16:creationId xmlns:a16="http://schemas.microsoft.com/office/drawing/2014/main" id="{E8BD546B-6E69-4516-9A7D-FE3B54C1F2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776" y="3733800"/>
                        <a:ext cx="8678863"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68806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FCDA541B-248B-4364-B165-3F19D7933C14}"/>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E635731A-C4CD-4D04-A3D7-AB4107D782FE}"/>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5 B-</a:t>
            </a:r>
            <a:fld id="{1CCCB075-3AA4-4610-9C75-850DF6332361}" type="slidenum">
              <a:rPr lang="en-US" altLang="en-US" sz="1000">
                <a:solidFill>
                  <a:srgbClr val="548446"/>
                </a:solidFill>
                <a:latin typeface="Arial" panose="020B0604020202020204" pitchFamily="34" charset="0"/>
              </a:rPr>
              <a:pPr/>
              <a:t>32</a:t>
            </a:fld>
            <a:endParaRPr lang="en-US" altLang="en-US" sz="1000">
              <a:solidFill>
                <a:srgbClr val="548446"/>
              </a:solidFill>
              <a:latin typeface="Arial" panose="020B0604020202020204" pitchFamily="34" charset="0"/>
            </a:endParaRPr>
          </a:p>
        </p:txBody>
      </p:sp>
      <p:sp>
        <p:nvSpPr>
          <p:cNvPr id="21508" name="Rectangle 2">
            <a:extLst>
              <a:ext uri="{FF2B5EF4-FFF2-40B4-BE49-F238E27FC236}">
                <a16:creationId xmlns:a16="http://schemas.microsoft.com/office/drawing/2014/main" id="{9FFB2793-AEE9-4356-A292-77F95E4E7A2E}"/>
              </a:ext>
            </a:extLst>
          </p:cNvPr>
          <p:cNvSpPr>
            <a:spLocks noGrp="1" noChangeArrowheads="1"/>
          </p:cNvSpPr>
          <p:nvPr>
            <p:ph type="title"/>
          </p:nvPr>
        </p:nvSpPr>
        <p:spPr/>
        <p:txBody>
          <a:bodyPr/>
          <a:lstStyle/>
          <a:p>
            <a:pPr eaLnBrk="1" hangingPunct="1"/>
            <a:r>
              <a:rPr lang="en-US" altLang="en-US"/>
              <a:t>Doubly Linked List</a:t>
            </a:r>
          </a:p>
        </p:txBody>
      </p:sp>
      <p:sp>
        <p:nvSpPr>
          <p:cNvPr id="21509" name="Rectangle 4">
            <a:extLst>
              <a:ext uri="{FF2B5EF4-FFF2-40B4-BE49-F238E27FC236}">
                <a16:creationId xmlns:a16="http://schemas.microsoft.com/office/drawing/2014/main" id="{5201DDBF-250D-4364-BCBF-CF91C43720D9}"/>
              </a:ext>
            </a:extLst>
          </p:cNvPr>
          <p:cNvSpPr>
            <a:spLocks noGrp="1" noChangeArrowheads="1"/>
          </p:cNvSpPr>
          <p:nvPr>
            <p:ph type="body" sz="half" idx="1"/>
          </p:nvPr>
        </p:nvSpPr>
        <p:spPr>
          <a:xfrm>
            <a:off x="2514600" y="1371600"/>
            <a:ext cx="7772400" cy="1295400"/>
          </a:xfrm>
        </p:spPr>
        <p:txBody>
          <a:bodyPr/>
          <a:lstStyle/>
          <a:p>
            <a:pPr eaLnBrk="1" hangingPunct="1"/>
            <a:r>
              <a:rPr lang="en-US" altLang="en-US" dirty="0">
                <a:cs typeface="Times New Roman" panose="02020603050405020304" pitchFamily="18" charset="0"/>
              </a:rPr>
              <a:t>To delete the node that </a:t>
            </a:r>
            <a:r>
              <a:rPr lang="en-US" altLang="en-US" dirty="0" err="1">
                <a:latin typeface="Courier New" panose="02070309020205020404" pitchFamily="49" charset="0"/>
                <a:cs typeface="Courier New" panose="02070309020205020404" pitchFamily="49" charset="0"/>
              </a:rPr>
              <a:t>curr</a:t>
            </a:r>
            <a:r>
              <a:rPr lang="en-US" altLang="en-US" dirty="0">
                <a:cs typeface="Times New Roman" panose="02020603050405020304" pitchFamily="18" charset="0"/>
              </a:rPr>
              <a:t> references</a:t>
            </a:r>
          </a:p>
        </p:txBody>
      </p:sp>
      <p:pic>
        <p:nvPicPr>
          <p:cNvPr id="21510" name="Picture 5">
            <a:extLst>
              <a:ext uri="{FF2B5EF4-FFF2-40B4-BE49-F238E27FC236}">
                <a16:creationId xmlns:a16="http://schemas.microsoft.com/office/drawing/2014/main" id="{7DB2B4BA-420B-4AE5-B4EC-82EC3A7D8F9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514600" y="2933701"/>
            <a:ext cx="7772400" cy="2208213"/>
          </a:xfrm>
          <a:noFill/>
        </p:spPr>
      </p:pic>
      <p:sp>
        <p:nvSpPr>
          <p:cNvPr id="74758" name="Text Box 6">
            <a:extLst>
              <a:ext uri="{FF2B5EF4-FFF2-40B4-BE49-F238E27FC236}">
                <a16:creationId xmlns:a16="http://schemas.microsoft.com/office/drawing/2014/main" id="{6AA57B16-D110-4DAD-847E-FB10B596AABF}"/>
              </a:ext>
            </a:extLst>
          </p:cNvPr>
          <p:cNvSpPr txBox="1">
            <a:spLocks noChangeArrowheads="1"/>
          </p:cNvSpPr>
          <p:nvPr/>
        </p:nvSpPr>
        <p:spPr bwMode="auto">
          <a:xfrm>
            <a:off x="2438400" y="5410201"/>
            <a:ext cx="78486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Reference changes for deletion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410072B1-11AA-48D2-BE72-53C3BEB403B7}"/>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0AC048A5-8FF6-4AD0-914C-7EB13F0D7F6C}"/>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5 B-</a:t>
            </a:r>
            <a:fld id="{E94BCBAA-1E16-4F00-B803-2E1EB7160592}" type="slidenum">
              <a:rPr lang="en-US" altLang="en-US" sz="1000">
                <a:solidFill>
                  <a:srgbClr val="548446"/>
                </a:solidFill>
                <a:latin typeface="Arial" panose="020B0604020202020204" pitchFamily="34" charset="0"/>
              </a:rPr>
              <a:pPr/>
              <a:t>33</a:t>
            </a:fld>
            <a:endParaRPr lang="en-US" altLang="en-US" sz="1000">
              <a:solidFill>
                <a:srgbClr val="548446"/>
              </a:solidFill>
              <a:latin typeface="Arial" panose="020B0604020202020204" pitchFamily="34" charset="0"/>
            </a:endParaRPr>
          </a:p>
        </p:txBody>
      </p:sp>
      <p:sp>
        <p:nvSpPr>
          <p:cNvPr id="22532" name="Rectangle 2">
            <a:extLst>
              <a:ext uri="{FF2B5EF4-FFF2-40B4-BE49-F238E27FC236}">
                <a16:creationId xmlns:a16="http://schemas.microsoft.com/office/drawing/2014/main" id="{8542117A-4A37-4818-8BF8-76E01FFF3B1B}"/>
              </a:ext>
            </a:extLst>
          </p:cNvPr>
          <p:cNvSpPr>
            <a:spLocks noGrp="1" noChangeArrowheads="1"/>
          </p:cNvSpPr>
          <p:nvPr>
            <p:ph type="title"/>
          </p:nvPr>
        </p:nvSpPr>
        <p:spPr/>
        <p:txBody>
          <a:bodyPr/>
          <a:lstStyle/>
          <a:p>
            <a:pPr eaLnBrk="1" hangingPunct="1"/>
            <a:r>
              <a:rPr lang="en-US" altLang="en-US"/>
              <a:t>Doubly Linked List</a:t>
            </a:r>
          </a:p>
        </p:txBody>
      </p:sp>
      <p:sp>
        <p:nvSpPr>
          <p:cNvPr id="22533" name="Rectangle 3">
            <a:extLst>
              <a:ext uri="{FF2B5EF4-FFF2-40B4-BE49-F238E27FC236}">
                <a16:creationId xmlns:a16="http://schemas.microsoft.com/office/drawing/2014/main" id="{A201F429-C5D4-4BB9-A357-597A686E5154}"/>
              </a:ext>
            </a:extLst>
          </p:cNvPr>
          <p:cNvSpPr>
            <a:spLocks noGrp="1" noChangeArrowheads="1"/>
          </p:cNvSpPr>
          <p:nvPr>
            <p:ph type="body" sz="half" idx="1"/>
          </p:nvPr>
        </p:nvSpPr>
        <p:spPr>
          <a:xfrm>
            <a:off x="2362200" y="1295400"/>
            <a:ext cx="7772400" cy="1943100"/>
          </a:xfrm>
        </p:spPr>
        <p:txBody>
          <a:bodyPr/>
          <a:lstStyle/>
          <a:p>
            <a:pPr eaLnBrk="1" hangingPunct="1">
              <a:lnSpc>
                <a:spcPct val="90000"/>
              </a:lnSpc>
            </a:pPr>
            <a:r>
              <a:rPr lang="en-US" altLang="en-US" sz="2400" dirty="0">
                <a:cs typeface="Times New Roman" panose="02020603050405020304" pitchFamily="18" charset="0"/>
              </a:rPr>
              <a:t>To insert a new node that </a:t>
            </a:r>
            <a:r>
              <a:rPr lang="en-US" altLang="en-US" sz="2400" dirty="0" err="1">
                <a:latin typeface="Courier New" panose="02070309020205020404" pitchFamily="49" charset="0"/>
                <a:cs typeface="Courier New" panose="02070309020205020404" pitchFamily="49" charset="0"/>
              </a:rPr>
              <a:t>newNode</a:t>
            </a:r>
            <a:r>
              <a:rPr lang="en-US" altLang="en-US" sz="2400" dirty="0">
                <a:cs typeface="Times New Roman" panose="02020603050405020304" pitchFamily="18" charset="0"/>
              </a:rPr>
              <a:t> references before the node referenced by </a:t>
            </a:r>
            <a:r>
              <a:rPr lang="en-US" altLang="en-US" sz="2400" dirty="0" err="1">
                <a:latin typeface="Courier New" panose="02070309020205020404" pitchFamily="49" charset="0"/>
                <a:cs typeface="Courier New" panose="02070309020205020404" pitchFamily="49" charset="0"/>
              </a:rPr>
              <a:t>curr</a:t>
            </a:r>
            <a:r>
              <a:rPr lang="en-US" altLang="en-US" sz="2400" dirty="0"/>
              <a:t> </a:t>
            </a:r>
          </a:p>
        </p:txBody>
      </p:sp>
      <p:pic>
        <p:nvPicPr>
          <p:cNvPr id="22534" name="Picture 5">
            <a:extLst>
              <a:ext uri="{FF2B5EF4-FFF2-40B4-BE49-F238E27FC236}">
                <a16:creationId xmlns:a16="http://schemas.microsoft.com/office/drawing/2014/main" id="{1FFC8547-3B18-4FFD-ABCC-D2D73028880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286000" y="3840164"/>
            <a:ext cx="5867400" cy="2027237"/>
          </a:xfrm>
          <a:noFill/>
        </p:spPr>
      </p:pic>
      <p:sp>
        <p:nvSpPr>
          <p:cNvPr id="76806" name="Text Box 6">
            <a:extLst>
              <a:ext uri="{FF2B5EF4-FFF2-40B4-BE49-F238E27FC236}">
                <a16:creationId xmlns:a16="http://schemas.microsoft.com/office/drawing/2014/main" id="{0934C4E0-3E60-43F6-AD29-FF59E371B018}"/>
              </a:ext>
            </a:extLst>
          </p:cNvPr>
          <p:cNvSpPr txBox="1">
            <a:spLocks noChangeArrowheads="1"/>
          </p:cNvSpPr>
          <p:nvPr/>
        </p:nvSpPr>
        <p:spPr bwMode="auto">
          <a:xfrm>
            <a:off x="8229600" y="3810000"/>
            <a:ext cx="2209800" cy="767390"/>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Reference changes for insertion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B1AA7753-B0C9-4FDA-99FB-D3403045B40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4BAEF61-6BC0-4998-8AE0-B97F91430187}" type="slidenum">
              <a:rPr lang="en-US" altLang="en-US" sz="1400"/>
              <a:pPr>
                <a:spcBef>
                  <a:spcPct val="0"/>
                </a:spcBef>
                <a:buClrTx/>
                <a:buSzTx/>
                <a:buFontTx/>
                <a:buNone/>
              </a:pPr>
              <a:t>34</a:t>
            </a:fld>
            <a:endParaRPr lang="en-US" altLang="en-US" sz="1400"/>
          </a:p>
        </p:txBody>
      </p:sp>
      <p:sp>
        <p:nvSpPr>
          <p:cNvPr id="32771" name="Rectangle 2">
            <a:extLst>
              <a:ext uri="{FF2B5EF4-FFF2-40B4-BE49-F238E27FC236}">
                <a16:creationId xmlns:a16="http://schemas.microsoft.com/office/drawing/2014/main" id="{2EAFC346-F35C-4489-AAD0-113E0D3E270F}"/>
              </a:ext>
            </a:extLst>
          </p:cNvPr>
          <p:cNvSpPr>
            <a:spLocks noGrp="1" noChangeArrowheads="1"/>
          </p:cNvSpPr>
          <p:nvPr>
            <p:ph type="title"/>
          </p:nvPr>
        </p:nvSpPr>
        <p:spPr>
          <a:xfrm>
            <a:off x="1524000" y="228600"/>
            <a:ext cx="8839200" cy="457200"/>
          </a:xfrm>
          <a:noFill/>
        </p:spPr>
        <p:txBody>
          <a:bodyPr>
            <a:normAutofit fontScale="90000"/>
          </a:bodyPr>
          <a:lstStyle/>
          <a:p>
            <a:r>
              <a:rPr lang="en-US" altLang="en-US"/>
              <a:t>Circular Doubly Linked Lists </a:t>
            </a:r>
          </a:p>
        </p:txBody>
      </p:sp>
      <p:sp>
        <p:nvSpPr>
          <p:cNvPr id="32772" name="Rectangle 3">
            <a:extLst>
              <a:ext uri="{FF2B5EF4-FFF2-40B4-BE49-F238E27FC236}">
                <a16:creationId xmlns:a16="http://schemas.microsoft.com/office/drawing/2014/main" id="{67CDD1BB-C09E-4C15-88A2-3F6B6C4DD72A}"/>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3" name="Rectangle 4">
            <a:extLst>
              <a:ext uri="{FF2B5EF4-FFF2-40B4-BE49-F238E27FC236}">
                <a16:creationId xmlns:a16="http://schemas.microsoft.com/office/drawing/2014/main" id="{25474B19-22AD-4DC4-B4E2-DE9932D3445B}"/>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4" name="Rectangle 5">
            <a:extLst>
              <a:ext uri="{FF2B5EF4-FFF2-40B4-BE49-F238E27FC236}">
                <a16:creationId xmlns:a16="http://schemas.microsoft.com/office/drawing/2014/main" id="{E15AF7B3-8F79-41EC-8116-8470ABA907B6}"/>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5" name="Rectangle 6">
            <a:extLst>
              <a:ext uri="{FF2B5EF4-FFF2-40B4-BE49-F238E27FC236}">
                <a16:creationId xmlns:a16="http://schemas.microsoft.com/office/drawing/2014/main" id="{8795E450-C488-4E3B-BD10-C420E8C98D90}"/>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6" name="Rectangle 7">
            <a:extLst>
              <a:ext uri="{FF2B5EF4-FFF2-40B4-BE49-F238E27FC236}">
                <a16:creationId xmlns:a16="http://schemas.microsoft.com/office/drawing/2014/main" id="{626B2F93-103B-400D-B852-5FD7D96BC156}"/>
              </a:ext>
            </a:extLst>
          </p:cNvPr>
          <p:cNvSpPr>
            <a:spLocks noGrp="1" noChangeArrowheads="1"/>
          </p:cNvSpPr>
          <p:nvPr>
            <p:ph type="body" idx="1"/>
          </p:nvPr>
        </p:nvSpPr>
        <p:spPr>
          <a:xfrm>
            <a:off x="1752600" y="990600"/>
            <a:ext cx="8686800" cy="2133600"/>
          </a:xfrm>
          <a:noFill/>
        </p:spPr>
        <p:txBody>
          <a:bodyPr/>
          <a:lstStyle/>
          <a:p>
            <a:pPr marL="0" indent="0">
              <a:buNone/>
            </a:pPr>
            <a:r>
              <a:rPr lang="en-US" altLang="en-US"/>
              <a:t>A </a:t>
            </a:r>
            <a:r>
              <a:rPr lang="en-US" altLang="en-US" i="1"/>
              <a:t>circular</a:t>
            </a:r>
            <a:r>
              <a:rPr lang="en-US" altLang="en-US"/>
              <a:t>, </a:t>
            </a:r>
            <a:r>
              <a:rPr lang="en-US" altLang="en-US" i="1"/>
              <a:t>doubly linked list</a:t>
            </a:r>
            <a:r>
              <a:rPr lang="en-US" altLang="en-US"/>
              <a:t> is doubly linked list, except that the forward pointer of the last node points to the first node and the backward pointer of the first pointer points to the last node. </a:t>
            </a:r>
          </a:p>
        </p:txBody>
      </p:sp>
      <p:sp>
        <p:nvSpPr>
          <p:cNvPr id="32777" name="Rectangle 8">
            <a:extLst>
              <a:ext uri="{FF2B5EF4-FFF2-40B4-BE49-F238E27FC236}">
                <a16:creationId xmlns:a16="http://schemas.microsoft.com/office/drawing/2014/main" id="{75D281C3-7899-46D7-8A27-F552EFDD6E4E}"/>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8" name="Rectangle 9">
            <a:extLst>
              <a:ext uri="{FF2B5EF4-FFF2-40B4-BE49-F238E27FC236}">
                <a16:creationId xmlns:a16="http://schemas.microsoft.com/office/drawing/2014/main" id="{374F9BC3-8C1B-47AB-B97F-9BADD22B3C10}"/>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9" name="Rectangle 10">
            <a:extLst>
              <a:ext uri="{FF2B5EF4-FFF2-40B4-BE49-F238E27FC236}">
                <a16:creationId xmlns:a16="http://schemas.microsoft.com/office/drawing/2014/main" id="{1D17B1D7-EE2B-4F57-83D7-553D5EE10517}"/>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0" name="Rectangle 11">
            <a:extLst>
              <a:ext uri="{FF2B5EF4-FFF2-40B4-BE49-F238E27FC236}">
                <a16:creationId xmlns:a16="http://schemas.microsoft.com/office/drawing/2014/main" id="{914FDFBC-4B05-411A-BA06-909FDFACAB51}"/>
              </a:ext>
            </a:extLst>
          </p:cNvPr>
          <p:cNvSpPr>
            <a:spLocks noChangeArrowheads="1"/>
          </p:cNvSpPr>
          <p:nvPr/>
        </p:nvSpPr>
        <p:spPr bwMode="auto">
          <a:xfrm>
            <a:off x="3724275" y="211455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1" name="Rectangle 13">
            <a:extLst>
              <a:ext uri="{FF2B5EF4-FFF2-40B4-BE49-F238E27FC236}">
                <a16:creationId xmlns:a16="http://schemas.microsoft.com/office/drawing/2014/main" id="{EF79B4A6-772E-4418-85F7-AC24A37CC272}"/>
              </a:ext>
            </a:extLst>
          </p:cNvPr>
          <p:cNvSpPr>
            <a:spLocks noChangeArrowheads="1"/>
          </p:cNvSpPr>
          <p:nvPr/>
        </p:nvSpPr>
        <p:spPr bwMode="auto">
          <a:xfrm>
            <a:off x="1524001" y="26996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2782" name="Object 12">
            <a:extLst>
              <a:ext uri="{FF2B5EF4-FFF2-40B4-BE49-F238E27FC236}">
                <a16:creationId xmlns:a16="http://schemas.microsoft.com/office/drawing/2014/main" id="{1282A4F6-14F4-4566-B9B4-7081ECCABC57}"/>
              </a:ext>
            </a:extLst>
          </p:cNvPr>
          <p:cNvGraphicFramePr>
            <a:graphicFrameLocks noChangeAspect="1"/>
          </p:cNvGraphicFramePr>
          <p:nvPr/>
        </p:nvGraphicFramePr>
        <p:xfrm>
          <a:off x="1755776" y="3429001"/>
          <a:ext cx="8678863" cy="2422525"/>
        </p:xfrm>
        <a:graphic>
          <a:graphicData uri="http://schemas.openxmlformats.org/presentationml/2006/ole">
            <mc:AlternateContent xmlns:mc="http://schemas.openxmlformats.org/markup-compatibility/2006">
              <mc:Choice xmlns:v="urn:schemas-microsoft-com:vml" Requires="v">
                <p:oleObj spid="_x0000_s23563" name="Picture" r:id="rId4" imgW="3712464" imgH="1030224" progId="Word.Picture.8">
                  <p:embed/>
                </p:oleObj>
              </mc:Choice>
              <mc:Fallback>
                <p:oleObj name="Picture" r:id="rId4" imgW="3712464" imgH="1030224" progId="Word.Picture.8">
                  <p:embed/>
                  <p:pic>
                    <p:nvPicPr>
                      <p:cNvPr id="32782" name="Object 12">
                        <a:extLst>
                          <a:ext uri="{FF2B5EF4-FFF2-40B4-BE49-F238E27FC236}">
                            <a16:creationId xmlns:a16="http://schemas.microsoft.com/office/drawing/2014/main" id="{1282A4F6-14F4-4566-B9B4-7081ECCABC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776" y="3429001"/>
                        <a:ext cx="8678863" cy="242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149961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23CA473C-7CDC-47F9-ACAE-9B9AE9D04F0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8A8F996-C90C-4327-9301-38CDA0904283}" type="slidenum">
              <a:rPr lang="en-US" altLang="en-US" sz="1400"/>
              <a:pPr>
                <a:spcBef>
                  <a:spcPct val="0"/>
                </a:spcBef>
                <a:buClrTx/>
                <a:buSzTx/>
                <a:buFontTx/>
                <a:buNone/>
              </a:pPr>
              <a:t>35</a:t>
            </a:fld>
            <a:endParaRPr lang="en-US" altLang="en-US" sz="1400"/>
          </a:p>
        </p:txBody>
      </p:sp>
      <p:sp>
        <p:nvSpPr>
          <p:cNvPr id="13315" name="Rectangle 2">
            <a:extLst>
              <a:ext uri="{FF2B5EF4-FFF2-40B4-BE49-F238E27FC236}">
                <a16:creationId xmlns:a16="http://schemas.microsoft.com/office/drawing/2014/main" id="{D208BCD2-DB40-41CD-86B1-B0727C61A345}"/>
              </a:ext>
            </a:extLst>
          </p:cNvPr>
          <p:cNvSpPr>
            <a:spLocks noGrp="1" noChangeArrowheads="1"/>
          </p:cNvSpPr>
          <p:nvPr>
            <p:ph type="title"/>
          </p:nvPr>
        </p:nvSpPr>
        <p:spPr>
          <a:xfrm>
            <a:off x="2209800" y="228600"/>
            <a:ext cx="7924800" cy="914400"/>
          </a:xfrm>
          <a:noFill/>
        </p:spPr>
        <p:txBody>
          <a:bodyPr/>
          <a:lstStyle/>
          <a:p>
            <a:r>
              <a:rPr lang="en-US" altLang="en-US" dirty="0">
                <a:cs typeface="Times New Roman" panose="02020603050405020304" pitchFamily="18" charset="0"/>
              </a:rPr>
              <a:t>JCF - LinkedList</a:t>
            </a:r>
          </a:p>
        </p:txBody>
      </p:sp>
      <p:sp>
        <p:nvSpPr>
          <p:cNvPr id="13316" name="Rectangle 3">
            <a:extLst>
              <a:ext uri="{FF2B5EF4-FFF2-40B4-BE49-F238E27FC236}">
                <a16:creationId xmlns:a16="http://schemas.microsoft.com/office/drawing/2014/main" id="{1A59BB7E-CB42-487A-ACFC-AB87A14BD9A6}"/>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7" name="Rectangle 4">
            <a:extLst>
              <a:ext uri="{FF2B5EF4-FFF2-40B4-BE49-F238E27FC236}">
                <a16:creationId xmlns:a16="http://schemas.microsoft.com/office/drawing/2014/main" id="{087524DA-4B50-41A8-AFFF-63DA4DF91048}"/>
              </a:ext>
            </a:extLst>
          </p:cNvPr>
          <p:cNvSpPr>
            <a:spLocks noGrp="1" noChangeArrowheads="1"/>
          </p:cNvSpPr>
          <p:nvPr>
            <p:ph type="body" idx="1"/>
          </p:nvPr>
        </p:nvSpPr>
        <p:spPr>
          <a:xfrm>
            <a:off x="1905000" y="1219200"/>
            <a:ext cx="8458200" cy="4800600"/>
          </a:xfrm>
        </p:spPr>
        <p:txBody>
          <a:bodyPr/>
          <a:lstStyle/>
          <a:p>
            <a:pPr>
              <a:lnSpc>
                <a:spcPct val="90000"/>
              </a:lnSpc>
            </a:pPr>
            <a:r>
              <a:rPr lang="en-US" altLang="en-US" dirty="0">
                <a:cs typeface="Times New Roman" panose="02020603050405020304" pitchFamily="18" charset="0"/>
              </a:rPr>
              <a:t>LinkedList class is concrete implementation of the List interface. </a:t>
            </a:r>
          </a:p>
          <a:p>
            <a:pPr>
              <a:lnSpc>
                <a:spcPct val="90000"/>
              </a:lnSpc>
            </a:pPr>
            <a:r>
              <a:rPr lang="en-US" altLang="en-US" dirty="0">
                <a:cs typeface="Times New Roman" panose="02020603050405020304" pitchFamily="18" charset="0"/>
              </a:rPr>
              <a:t>If your application requires the insertion or deletion of elements from any place in the list, you should choose LinkedList. </a:t>
            </a:r>
          </a:p>
        </p:txBody>
      </p:sp>
      <p:sp>
        <p:nvSpPr>
          <p:cNvPr id="13318" name="Rectangle 5">
            <a:extLst>
              <a:ext uri="{FF2B5EF4-FFF2-40B4-BE49-F238E27FC236}">
                <a16:creationId xmlns:a16="http://schemas.microsoft.com/office/drawing/2014/main" id="{10BAE030-8582-4F14-B779-D3FDA27D6051}"/>
              </a:ext>
            </a:extLst>
          </p:cNvPr>
          <p:cNvSpPr>
            <a:spLocks noChangeArrowheads="1"/>
          </p:cNvSpPr>
          <p:nvPr/>
        </p:nvSpPr>
        <p:spPr bwMode="auto">
          <a:xfrm>
            <a:off x="4751388" y="27130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9" name="Rectangle 6">
            <a:extLst>
              <a:ext uri="{FF2B5EF4-FFF2-40B4-BE49-F238E27FC236}">
                <a16:creationId xmlns:a16="http://schemas.microsoft.com/office/drawing/2014/main" id="{9D28C07F-C2F9-400D-993C-DF4DD0830B6A}"/>
              </a:ext>
            </a:extLst>
          </p:cNvPr>
          <p:cNvSpPr>
            <a:spLocks noChangeArrowheads="1"/>
          </p:cNvSpPr>
          <p:nvPr/>
        </p:nvSpPr>
        <p:spPr bwMode="auto">
          <a:xfrm>
            <a:off x="4895850" y="21986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7D169EE2-0333-4DD5-8590-1858D6239B3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5E475E9-2F2D-4655-8F44-A94710AD3E60}" type="slidenum">
              <a:rPr lang="en-US" altLang="en-US" sz="1400"/>
              <a:pPr>
                <a:spcBef>
                  <a:spcPct val="0"/>
                </a:spcBef>
                <a:buClrTx/>
                <a:buSzTx/>
                <a:buFontTx/>
                <a:buNone/>
              </a:pPr>
              <a:t>36</a:t>
            </a:fld>
            <a:endParaRPr lang="en-US" altLang="en-US" sz="1400"/>
          </a:p>
        </p:txBody>
      </p:sp>
      <p:sp>
        <p:nvSpPr>
          <p:cNvPr id="15363" name="Rectangle 2">
            <a:extLst>
              <a:ext uri="{FF2B5EF4-FFF2-40B4-BE49-F238E27FC236}">
                <a16:creationId xmlns:a16="http://schemas.microsoft.com/office/drawing/2014/main" id="{46314F6D-377F-4769-835D-940868E007A5}"/>
              </a:ext>
            </a:extLst>
          </p:cNvPr>
          <p:cNvSpPr>
            <a:spLocks noGrp="1" noChangeArrowheads="1"/>
          </p:cNvSpPr>
          <p:nvPr>
            <p:ph type="title"/>
          </p:nvPr>
        </p:nvSpPr>
        <p:spPr>
          <a:xfrm>
            <a:off x="2209800" y="228600"/>
            <a:ext cx="7924800" cy="533400"/>
          </a:xfrm>
          <a:noFill/>
        </p:spPr>
        <p:txBody>
          <a:bodyPr>
            <a:normAutofit fontScale="90000"/>
          </a:bodyPr>
          <a:lstStyle/>
          <a:p>
            <a:r>
              <a:rPr lang="en-US" altLang="en-US" sz="4000">
                <a:cs typeface="Times New Roman" panose="02020603050405020304" pitchFamily="18" charset="0"/>
              </a:rPr>
              <a:t>java.util.LinkedList</a:t>
            </a:r>
          </a:p>
        </p:txBody>
      </p:sp>
      <p:sp>
        <p:nvSpPr>
          <p:cNvPr id="15364" name="Rectangle 3">
            <a:extLst>
              <a:ext uri="{FF2B5EF4-FFF2-40B4-BE49-F238E27FC236}">
                <a16:creationId xmlns:a16="http://schemas.microsoft.com/office/drawing/2014/main" id="{58D61EEB-787E-4E78-9FF6-0BC740C604AF}"/>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5" name="Rectangle 4">
            <a:extLst>
              <a:ext uri="{FF2B5EF4-FFF2-40B4-BE49-F238E27FC236}">
                <a16:creationId xmlns:a16="http://schemas.microsoft.com/office/drawing/2014/main" id="{14DE1A5C-9360-4AC5-8D5A-618F0B1A423E}"/>
              </a:ext>
            </a:extLst>
          </p:cNvPr>
          <p:cNvSpPr>
            <a:spLocks noChangeArrowheads="1"/>
          </p:cNvSpPr>
          <p:nvPr/>
        </p:nvSpPr>
        <p:spPr bwMode="auto">
          <a:xfrm>
            <a:off x="4751388" y="27130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6" name="Rectangle 5">
            <a:extLst>
              <a:ext uri="{FF2B5EF4-FFF2-40B4-BE49-F238E27FC236}">
                <a16:creationId xmlns:a16="http://schemas.microsoft.com/office/drawing/2014/main" id="{F2EF0C7B-0B1D-4C6E-BD79-8EA5ECCE5A3B}"/>
              </a:ext>
            </a:extLst>
          </p:cNvPr>
          <p:cNvSpPr>
            <a:spLocks noChangeArrowheads="1"/>
          </p:cNvSpPr>
          <p:nvPr/>
        </p:nvSpPr>
        <p:spPr bwMode="auto">
          <a:xfrm>
            <a:off x="4895850" y="21986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7" name="Rectangle 6">
            <a:extLst>
              <a:ext uri="{FF2B5EF4-FFF2-40B4-BE49-F238E27FC236}">
                <a16:creationId xmlns:a16="http://schemas.microsoft.com/office/drawing/2014/main" id="{8FB79CAD-C0CB-4016-8412-A67DB032AD23}"/>
              </a:ext>
            </a:extLst>
          </p:cNvPr>
          <p:cNvSpPr>
            <a:spLocks noChangeArrowheads="1"/>
          </p:cNvSpPr>
          <p:nvPr/>
        </p:nvSpPr>
        <p:spPr bwMode="auto">
          <a:xfrm>
            <a:off x="4381500" y="2484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8" name="Rectangle 9">
            <a:extLst>
              <a:ext uri="{FF2B5EF4-FFF2-40B4-BE49-F238E27FC236}">
                <a16:creationId xmlns:a16="http://schemas.microsoft.com/office/drawing/2014/main" id="{ACD5A888-F0D1-4F68-8C0C-5BC74BE533CC}"/>
              </a:ext>
            </a:extLst>
          </p:cNvPr>
          <p:cNvSpPr>
            <a:spLocks noChangeArrowheads="1"/>
          </p:cNvSpPr>
          <p:nvPr/>
        </p:nvSpPr>
        <p:spPr bwMode="auto">
          <a:xfrm>
            <a:off x="1524001" y="17964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5369" name="Object 8">
            <a:extLst>
              <a:ext uri="{FF2B5EF4-FFF2-40B4-BE49-F238E27FC236}">
                <a16:creationId xmlns:a16="http://schemas.microsoft.com/office/drawing/2014/main" id="{6F80F7CA-AF20-4284-BBDE-1ABE61075184}"/>
              </a:ext>
            </a:extLst>
          </p:cNvPr>
          <p:cNvGraphicFramePr>
            <a:graphicFrameLocks noChangeAspect="1"/>
          </p:cNvGraphicFramePr>
          <p:nvPr/>
        </p:nvGraphicFramePr>
        <p:xfrm>
          <a:off x="2286000" y="914401"/>
          <a:ext cx="7772400" cy="5395913"/>
        </p:xfrm>
        <a:graphic>
          <a:graphicData uri="http://schemas.openxmlformats.org/presentationml/2006/ole">
            <mc:AlternateContent xmlns:mc="http://schemas.openxmlformats.org/markup-compatibility/2006">
              <mc:Choice xmlns:v="urn:schemas-microsoft-com:vml" Requires="v">
                <p:oleObj spid="_x0000_s24587" name="Picture" r:id="rId4" imgW="4034923" imgH="2805580" progId="Word.Picture.8">
                  <p:embed/>
                </p:oleObj>
              </mc:Choice>
              <mc:Fallback>
                <p:oleObj name="Picture" r:id="rId4" imgW="4034923" imgH="2805580" progId="Word.Picture.8">
                  <p:embed/>
                  <p:pic>
                    <p:nvPicPr>
                      <p:cNvPr id="15369" name="Object 8">
                        <a:extLst>
                          <a:ext uri="{FF2B5EF4-FFF2-40B4-BE49-F238E27FC236}">
                            <a16:creationId xmlns:a16="http://schemas.microsoft.com/office/drawing/2014/main" id="{6F80F7CA-AF20-4284-BBDE-1ABE610751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914401"/>
                        <a:ext cx="7772400" cy="53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6B267CE1-0E80-477E-A61C-67BBDE7304F9}"/>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9D1B7E6-4D6D-4B67-9BFD-44140576812E}" type="slidenum">
              <a:rPr lang="en-US" altLang="en-US" sz="1400"/>
              <a:pPr>
                <a:spcBef>
                  <a:spcPct val="0"/>
                </a:spcBef>
                <a:buClrTx/>
                <a:buSzTx/>
                <a:buFontTx/>
                <a:buNone/>
              </a:pPr>
              <a:t>37</a:t>
            </a:fld>
            <a:endParaRPr lang="en-US" altLang="en-US" sz="1400"/>
          </a:p>
        </p:txBody>
      </p:sp>
      <p:sp>
        <p:nvSpPr>
          <p:cNvPr id="31747" name="Rectangle 2">
            <a:extLst>
              <a:ext uri="{FF2B5EF4-FFF2-40B4-BE49-F238E27FC236}">
                <a16:creationId xmlns:a16="http://schemas.microsoft.com/office/drawing/2014/main" id="{45D4A5E0-4083-4731-BAE9-1B9198FC067F}"/>
              </a:ext>
            </a:extLst>
          </p:cNvPr>
          <p:cNvSpPr>
            <a:spLocks noGrp="1" noChangeArrowheads="1"/>
          </p:cNvSpPr>
          <p:nvPr>
            <p:ph type="title"/>
          </p:nvPr>
        </p:nvSpPr>
        <p:spPr>
          <a:xfrm>
            <a:off x="1524000" y="228600"/>
            <a:ext cx="8839200" cy="457200"/>
          </a:xfrm>
          <a:noFill/>
        </p:spPr>
        <p:txBody>
          <a:bodyPr>
            <a:normAutofit fontScale="90000"/>
          </a:bodyPr>
          <a:lstStyle/>
          <a:p>
            <a:r>
              <a:rPr lang="en-US" altLang="en-US" sz="3200"/>
              <a:t>Time Complexity for ArrayList and LinkedList</a:t>
            </a:r>
            <a:r>
              <a:rPr lang="en-US" altLang="en-US"/>
              <a:t> </a:t>
            </a:r>
          </a:p>
        </p:txBody>
      </p:sp>
      <p:sp>
        <p:nvSpPr>
          <p:cNvPr id="31748" name="Rectangle 3">
            <a:extLst>
              <a:ext uri="{FF2B5EF4-FFF2-40B4-BE49-F238E27FC236}">
                <a16:creationId xmlns:a16="http://schemas.microsoft.com/office/drawing/2014/main" id="{0736E549-639E-4DC9-AFE6-015B592C1D5A}"/>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49" name="Rectangle 4">
            <a:extLst>
              <a:ext uri="{FF2B5EF4-FFF2-40B4-BE49-F238E27FC236}">
                <a16:creationId xmlns:a16="http://schemas.microsoft.com/office/drawing/2014/main" id="{1C204979-B017-443F-A902-BC9B737BCFCF}"/>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0" name="Rectangle 5">
            <a:extLst>
              <a:ext uri="{FF2B5EF4-FFF2-40B4-BE49-F238E27FC236}">
                <a16:creationId xmlns:a16="http://schemas.microsoft.com/office/drawing/2014/main" id="{28861F20-EC49-4DCF-98FD-DE0B62D89787}"/>
              </a:ext>
            </a:extLst>
          </p:cNvPr>
          <p:cNvSpPr>
            <a:spLocks noChangeArrowheads="1"/>
          </p:cNvSpPr>
          <p:nvPr/>
        </p:nvSpPr>
        <p:spPr bwMode="auto">
          <a:xfrm>
            <a:off x="4986338" y="3095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1" name="Rectangle 6">
            <a:extLst>
              <a:ext uri="{FF2B5EF4-FFF2-40B4-BE49-F238E27FC236}">
                <a16:creationId xmlns:a16="http://schemas.microsoft.com/office/drawing/2014/main" id="{D5CF4CA6-38C2-4848-97C2-792A8C7C78F5}"/>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2" name="Rectangle 8">
            <a:extLst>
              <a:ext uri="{FF2B5EF4-FFF2-40B4-BE49-F238E27FC236}">
                <a16:creationId xmlns:a16="http://schemas.microsoft.com/office/drawing/2014/main" id="{A5503E90-CB5F-465A-9BFE-71E1CF2F7F6D}"/>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3" name="Rectangle 9">
            <a:extLst>
              <a:ext uri="{FF2B5EF4-FFF2-40B4-BE49-F238E27FC236}">
                <a16:creationId xmlns:a16="http://schemas.microsoft.com/office/drawing/2014/main" id="{FCEED9F0-A2D8-4009-B200-3885AB354963}"/>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4" name="Rectangle 10">
            <a:extLst>
              <a:ext uri="{FF2B5EF4-FFF2-40B4-BE49-F238E27FC236}">
                <a16:creationId xmlns:a16="http://schemas.microsoft.com/office/drawing/2014/main" id="{99D0D906-286D-45C3-AD01-C2ACAAB7BF0F}"/>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5" name="Rectangle 12">
            <a:extLst>
              <a:ext uri="{FF2B5EF4-FFF2-40B4-BE49-F238E27FC236}">
                <a16:creationId xmlns:a16="http://schemas.microsoft.com/office/drawing/2014/main" id="{BC12F8D0-33FA-4DF0-8F79-9941F1768104}"/>
              </a:ext>
            </a:extLst>
          </p:cNvPr>
          <p:cNvSpPr>
            <a:spLocks noChangeArrowheads="1"/>
          </p:cNvSpPr>
          <p:nvPr/>
        </p:nvSpPr>
        <p:spPr bwMode="auto">
          <a:xfrm>
            <a:off x="3724275" y="211455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6" name="Rectangle 16">
            <a:extLst>
              <a:ext uri="{FF2B5EF4-FFF2-40B4-BE49-F238E27FC236}">
                <a16:creationId xmlns:a16="http://schemas.microsoft.com/office/drawing/2014/main" id="{648EEFC5-94C2-4595-BF78-F937B81D93C1}"/>
              </a:ext>
            </a:extLst>
          </p:cNvPr>
          <p:cNvSpPr>
            <a:spLocks noChangeArrowheads="1"/>
          </p:cNvSpPr>
          <p:nvPr/>
        </p:nvSpPr>
        <p:spPr bwMode="auto">
          <a:xfrm>
            <a:off x="1524001" y="28139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7" name="Rectangle 19">
            <a:extLst>
              <a:ext uri="{FF2B5EF4-FFF2-40B4-BE49-F238E27FC236}">
                <a16:creationId xmlns:a16="http://schemas.microsoft.com/office/drawing/2014/main" id="{5B721C79-0D8B-498A-BEDF-0500F69B95AC}"/>
              </a:ext>
            </a:extLst>
          </p:cNvPr>
          <p:cNvSpPr>
            <a:spLocks noChangeArrowheads="1"/>
          </p:cNvSpPr>
          <p:nvPr/>
        </p:nvSpPr>
        <p:spPr bwMode="auto">
          <a:xfrm>
            <a:off x="1524001" y="13074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1758" name="Object 18">
            <a:extLst>
              <a:ext uri="{FF2B5EF4-FFF2-40B4-BE49-F238E27FC236}">
                <a16:creationId xmlns:a16="http://schemas.microsoft.com/office/drawing/2014/main" id="{EE8927D1-3032-4C84-AD27-6802DD8D58FA}"/>
              </a:ext>
            </a:extLst>
          </p:cNvPr>
          <p:cNvGraphicFramePr>
            <a:graphicFrameLocks noChangeAspect="1"/>
          </p:cNvGraphicFramePr>
          <p:nvPr/>
        </p:nvGraphicFramePr>
        <p:xfrm>
          <a:off x="2424113" y="836614"/>
          <a:ext cx="7308850" cy="5373687"/>
        </p:xfrm>
        <a:graphic>
          <a:graphicData uri="http://schemas.openxmlformats.org/presentationml/2006/ole">
            <mc:AlternateContent xmlns:mc="http://schemas.openxmlformats.org/markup-compatibility/2006">
              <mc:Choice xmlns:v="urn:schemas-microsoft-com:vml" Requires="v">
                <p:oleObj spid="_x0000_s18446" name="Picture" r:id="rId4" imgW="5130800" imgH="3784600" progId="Word.Picture.8">
                  <p:embed/>
                </p:oleObj>
              </mc:Choice>
              <mc:Fallback>
                <p:oleObj name="Picture" r:id="rId4" imgW="5130800" imgH="3784600" progId="Word.Picture.8">
                  <p:embed/>
                  <p:pic>
                    <p:nvPicPr>
                      <p:cNvPr id="31758" name="Object 18">
                        <a:extLst>
                          <a:ext uri="{FF2B5EF4-FFF2-40B4-BE49-F238E27FC236}">
                            <a16:creationId xmlns:a16="http://schemas.microsoft.com/office/drawing/2014/main" id="{EE8927D1-3032-4C84-AD27-6802DD8D58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4113" y="836614"/>
                        <a:ext cx="7308850" cy="537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88064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E8376-8483-5A4C-8EF1-25744F392C3D}"/>
              </a:ext>
            </a:extLst>
          </p:cNvPr>
          <p:cNvSpPr>
            <a:spLocks noGrp="1"/>
          </p:cNvSpPr>
          <p:nvPr>
            <p:ph type="title"/>
          </p:nvPr>
        </p:nvSpPr>
        <p:spPr>
          <a:xfrm>
            <a:off x="1056860" y="2631247"/>
            <a:ext cx="10515600" cy="1325563"/>
          </a:xfrm>
        </p:spPr>
        <p:txBody>
          <a:bodyPr>
            <a:normAutofit/>
          </a:bodyPr>
          <a:lstStyle/>
          <a:p>
            <a:pPr algn="ctr"/>
            <a:r>
              <a:rPr lang="en-US" sz="5400" dirty="0"/>
              <a:t>Stacks</a:t>
            </a:r>
          </a:p>
        </p:txBody>
      </p:sp>
    </p:spTree>
    <p:extLst>
      <p:ext uri="{BB962C8B-B14F-4D97-AF65-F5344CB8AC3E}">
        <p14:creationId xmlns:p14="http://schemas.microsoft.com/office/powerpoint/2010/main" val="13387009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07958-E9B0-214C-99CA-E07AB0D5057D}"/>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45C4442-4017-2F4D-ABB8-158BC9A825DF}"/>
              </a:ext>
            </a:extLst>
          </p:cNvPr>
          <p:cNvSpPr>
            <a:spLocks noGrp="1"/>
          </p:cNvSpPr>
          <p:nvPr>
            <p:ph idx="1"/>
          </p:nvPr>
        </p:nvSpPr>
        <p:spPr/>
        <p:txBody>
          <a:bodyPr>
            <a:normAutofit fontScale="92500" lnSpcReduction="10000"/>
          </a:bodyPr>
          <a:lstStyle/>
          <a:p>
            <a:r>
              <a:rPr lang="en-US" dirty="0"/>
              <a:t>Collection data structures such as lists are typically unstructured.</a:t>
            </a:r>
          </a:p>
          <a:p>
            <a:r>
              <a:rPr lang="en-US" dirty="0"/>
              <a:t>A list, whether array based, a linked list, simply hold elements in an ordered manner.</a:t>
            </a:r>
          </a:p>
          <a:p>
            <a:r>
              <a:rPr lang="en-US" dirty="0"/>
              <a:t>That is, there is a notion of a first element, second element, etc. </a:t>
            </a:r>
          </a:p>
          <a:p>
            <a:r>
              <a:rPr lang="en-US" dirty="0"/>
              <a:t>However, that ordering is not necessarily structured, it is simply the order in which the elements were added to the collection.</a:t>
            </a:r>
          </a:p>
          <a:p>
            <a:r>
              <a:rPr lang="en-US" dirty="0"/>
              <a:t>In contrast, you can impose a structured ordering by sorting a list</a:t>
            </a:r>
          </a:p>
          <a:p>
            <a:r>
              <a:rPr lang="en-US" dirty="0"/>
              <a:t>Sorting a list, however, does not give the data structure itself any more structure. </a:t>
            </a:r>
          </a:p>
          <a:p>
            <a:r>
              <a:rPr lang="en-US" dirty="0"/>
              <a:t>The interface would still allow a user to insert or rearrange the elements so that they are no longer sorted.</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569404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1B787-5AB6-CD40-9624-35DACFEC500F}"/>
              </a:ext>
            </a:extLst>
          </p:cNvPr>
          <p:cNvSpPr>
            <a:spLocks noGrp="1"/>
          </p:cNvSpPr>
          <p:nvPr>
            <p:ph type="title"/>
          </p:nvPr>
        </p:nvSpPr>
        <p:spPr/>
        <p:txBody>
          <a:bodyPr/>
          <a:lstStyle/>
          <a:p>
            <a:r>
              <a:rPr lang="en-US" dirty="0"/>
              <a:t>Stacks</a:t>
            </a:r>
          </a:p>
        </p:txBody>
      </p:sp>
      <p:sp>
        <p:nvSpPr>
          <p:cNvPr id="3" name="Content Placeholder 2">
            <a:extLst>
              <a:ext uri="{FF2B5EF4-FFF2-40B4-BE49-F238E27FC236}">
                <a16:creationId xmlns:a16="http://schemas.microsoft.com/office/drawing/2014/main" id="{AA6DDABD-5151-CF40-957B-189B2BCD3F95}"/>
              </a:ext>
            </a:extLst>
          </p:cNvPr>
          <p:cNvSpPr>
            <a:spLocks noGrp="1"/>
          </p:cNvSpPr>
          <p:nvPr>
            <p:ph idx="1"/>
          </p:nvPr>
        </p:nvSpPr>
        <p:spPr/>
        <p:txBody>
          <a:bodyPr/>
          <a:lstStyle/>
          <a:p>
            <a:r>
              <a:rPr lang="en-US" dirty="0"/>
              <a:t>A stack is a data structure that stores elements in a last-in, first-out (or Last-In First-Out (LIFO) manner.</a:t>
            </a:r>
          </a:p>
          <a:p>
            <a:pPr lvl="1"/>
            <a:r>
              <a:rPr lang="en-US" dirty="0"/>
              <a:t> That is, the last element to be inserted into a stack is the first element that will come out of the stack.</a:t>
            </a:r>
          </a:p>
          <a:p>
            <a:r>
              <a:rPr lang="en-US" dirty="0"/>
              <a:t>The last dish that we added to the stack will be the first dish that we take of the stack.</a:t>
            </a:r>
          </a:p>
          <a:p>
            <a:pPr marL="457200" lvl="1" indent="0">
              <a:buNone/>
            </a:pPr>
            <a:endParaRPr lang="en-US" dirty="0"/>
          </a:p>
          <a:p>
            <a:endParaRPr lang="en-US" dirty="0"/>
          </a:p>
          <a:p>
            <a:endParaRPr lang="en-US" dirty="0"/>
          </a:p>
        </p:txBody>
      </p:sp>
      <p:pic>
        <p:nvPicPr>
          <p:cNvPr id="5" name="Picture 4" descr="A picture containing table, cup, indoor&#10;&#10;Description automatically generated">
            <a:extLst>
              <a:ext uri="{FF2B5EF4-FFF2-40B4-BE49-F238E27FC236}">
                <a16:creationId xmlns:a16="http://schemas.microsoft.com/office/drawing/2014/main" id="{C9CF3557-5867-4047-BD45-95B518E0E0E2}"/>
              </a:ext>
            </a:extLst>
          </p:cNvPr>
          <p:cNvPicPr>
            <a:picLocks noChangeAspect="1"/>
          </p:cNvPicPr>
          <p:nvPr/>
        </p:nvPicPr>
        <p:blipFill>
          <a:blip r:embed="rId3"/>
          <a:stretch>
            <a:fillRect/>
          </a:stretch>
        </p:blipFill>
        <p:spPr>
          <a:xfrm>
            <a:off x="4962425" y="4072626"/>
            <a:ext cx="2886175" cy="2520778"/>
          </a:xfrm>
          <a:prstGeom prst="rect">
            <a:avLst/>
          </a:prstGeom>
        </p:spPr>
      </p:pic>
    </p:spTree>
    <p:extLst>
      <p:ext uri="{BB962C8B-B14F-4D97-AF65-F5344CB8AC3E}">
        <p14:creationId xmlns:p14="http://schemas.microsoft.com/office/powerpoint/2010/main" val="2846844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45133-22F7-3F41-8F23-3C192BD08DA5}"/>
              </a:ext>
            </a:extLst>
          </p:cNvPr>
          <p:cNvSpPr>
            <a:spLocks noGrp="1"/>
          </p:cNvSpPr>
          <p:nvPr>
            <p:ph type="title"/>
          </p:nvPr>
        </p:nvSpPr>
        <p:spPr/>
        <p:txBody>
          <a:bodyPr/>
          <a:lstStyle/>
          <a:p>
            <a:r>
              <a:rPr lang="en-US" dirty="0"/>
              <a:t>Visualization</a:t>
            </a:r>
          </a:p>
        </p:txBody>
      </p:sp>
      <p:pic>
        <p:nvPicPr>
          <p:cNvPr id="5" name="Picture 4" descr="Diagram&#10;&#10;Description automatically generated">
            <a:extLst>
              <a:ext uri="{FF2B5EF4-FFF2-40B4-BE49-F238E27FC236}">
                <a16:creationId xmlns:a16="http://schemas.microsoft.com/office/drawing/2014/main" id="{3A2486AC-7640-ED4D-B5B9-5170C0116CD9}"/>
              </a:ext>
            </a:extLst>
          </p:cNvPr>
          <p:cNvPicPr>
            <a:picLocks noChangeAspect="1"/>
          </p:cNvPicPr>
          <p:nvPr/>
        </p:nvPicPr>
        <p:blipFill>
          <a:blip r:embed="rId3"/>
          <a:stretch>
            <a:fillRect/>
          </a:stretch>
        </p:blipFill>
        <p:spPr>
          <a:xfrm>
            <a:off x="4268340" y="907964"/>
            <a:ext cx="3655319" cy="5300705"/>
          </a:xfrm>
          <a:prstGeom prst="rect">
            <a:avLst/>
          </a:prstGeom>
        </p:spPr>
      </p:pic>
    </p:spTree>
    <p:extLst>
      <p:ext uri="{BB962C8B-B14F-4D97-AF65-F5344CB8AC3E}">
        <p14:creationId xmlns:p14="http://schemas.microsoft.com/office/powerpoint/2010/main" val="6097665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AD538CD0-AECE-4357-97F2-E3EEB21744D8}"/>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 2011 Pearson Addison-Wesley. All rights reserved</a:t>
            </a:r>
          </a:p>
        </p:txBody>
      </p:sp>
      <p:sp>
        <p:nvSpPr>
          <p:cNvPr id="8195" name="Slide Number Placeholder 4">
            <a:extLst>
              <a:ext uri="{FF2B5EF4-FFF2-40B4-BE49-F238E27FC236}">
                <a16:creationId xmlns:a16="http://schemas.microsoft.com/office/drawing/2014/main" id="{CB43AD32-9FC6-45CF-BB66-B3F71CF59AC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7A-</a:t>
            </a:r>
            <a:fld id="{E4E2DDDF-A6C9-409B-B3AC-6C83EEC96FEF}" type="slidenum">
              <a:rPr lang="en-US" altLang="en-US" sz="1000">
                <a:solidFill>
                  <a:srgbClr val="548446"/>
                </a:solidFill>
                <a:latin typeface="Arial" panose="020B0604020202020204" pitchFamily="34" charset="0"/>
              </a:rPr>
              <a:pPr>
                <a:spcBef>
                  <a:spcPct val="0"/>
                </a:spcBef>
                <a:buFontTx/>
                <a:buNone/>
              </a:pPr>
              <a:t>42</a:t>
            </a:fld>
            <a:endParaRPr lang="en-US" altLang="en-US" sz="1000">
              <a:solidFill>
                <a:srgbClr val="548446"/>
              </a:solidFill>
              <a:latin typeface="Arial" panose="020B0604020202020204" pitchFamily="34" charset="0"/>
            </a:endParaRPr>
          </a:p>
        </p:txBody>
      </p:sp>
      <p:sp>
        <p:nvSpPr>
          <p:cNvPr id="8196" name="Rectangle 2">
            <a:extLst>
              <a:ext uri="{FF2B5EF4-FFF2-40B4-BE49-F238E27FC236}">
                <a16:creationId xmlns:a16="http://schemas.microsoft.com/office/drawing/2014/main" id="{55F322BE-A957-4378-85D2-49B4006AA712}"/>
              </a:ext>
            </a:extLst>
          </p:cNvPr>
          <p:cNvSpPr>
            <a:spLocks noGrp="1" noChangeArrowheads="1"/>
          </p:cNvSpPr>
          <p:nvPr>
            <p:ph type="title"/>
          </p:nvPr>
        </p:nvSpPr>
        <p:spPr>
          <a:xfrm>
            <a:off x="2506663" y="228600"/>
            <a:ext cx="7772400" cy="1143000"/>
          </a:xfrm>
        </p:spPr>
        <p:txBody>
          <a:bodyPr/>
          <a:lstStyle/>
          <a:p>
            <a:pPr eaLnBrk="1" hangingPunct="1"/>
            <a:r>
              <a:rPr lang="en-US" altLang="en-US"/>
              <a:t>Stack</a:t>
            </a:r>
          </a:p>
        </p:txBody>
      </p:sp>
      <p:sp>
        <p:nvSpPr>
          <p:cNvPr id="8197" name="Rectangle 3">
            <a:extLst>
              <a:ext uri="{FF2B5EF4-FFF2-40B4-BE49-F238E27FC236}">
                <a16:creationId xmlns:a16="http://schemas.microsoft.com/office/drawing/2014/main" id="{100C9847-EABC-4648-BE17-A40AEC197953}"/>
              </a:ext>
            </a:extLst>
          </p:cNvPr>
          <p:cNvSpPr>
            <a:spLocks noGrp="1" noChangeArrowheads="1"/>
          </p:cNvSpPr>
          <p:nvPr>
            <p:ph type="body" idx="1"/>
          </p:nvPr>
        </p:nvSpPr>
        <p:spPr/>
        <p:txBody>
          <a:bodyPr/>
          <a:lstStyle/>
          <a:p>
            <a:pPr eaLnBrk="1" hangingPunct="1"/>
            <a:r>
              <a:rPr lang="en-US" altLang="en-US"/>
              <a:t>ADT stack operations</a:t>
            </a:r>
          </a:p>
          <a:p>
            <a:pPr lvl="1" eaLnBrk="1" hangingPunct="1"/>
            <a:r>
              <a:rPr lang="en-US" altLang="en-US"/>
              <a:t>Create an empty stack</a:t>
            </a:r>
          </a:p>
          <a:p>
            <a:pPr lvl="1" eaLnBrk="1" hangingPunct="1"/>
            <a:r>
              <a:rPr lang="en-US" altLang="en-US"/>
              <a:t>Determine whether a stack is empty</a:t>
            </a:r>
          </a:p>
          <a:p>
            <a:pPr lvl="1" eaLnBrk="1" hangingPunct="1"/>
            <a:r>
              <a:rPr lang="en-US" altLang="en-US"/>
              <a:t>Add a new item to the stack</a:t>
            </a:r>
          </a:p>
          <a:p>
            <a:pPr lvl="1" eaLnBrk="1" hangingPunct="1"/>
            <a:r>
              <a:rPr lang="en-US" altLang="en-US"/>
              <a:t>Remove from the stack the item that was added most recently</a:t>
            </a:r>
          </a:p>
          <a:p>
            <a:pPr lvl="1" eaLnBrk="1" hangingPunct="1"/>
            <a:r>
              <a:rPr lang="en-US" altLang="en-US"/>
              <a:t>Remove all the items from the stack</a:t>
            </a:r>
          </a:p>
          <a:p>
            <a:pPr lvl="1" eaLnBrk="1" hangingPunct="1"/>
            <a:r>
              <a:rPr lang="en-US" altLang="en-US"/>
              <a:t>Retrieve from the stack the item that was added most recently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6E68B-C44D-A743-ACD8-B209150DA0E2}"/>
              </a:ext>
            </a:extLst>
          </p:cNvPr>
          <p:cNvSpPr>
            <a:spLocks noGrp="1"/>
          </p:cNvSpPr>
          <p:nvPr>
            <p:ph type="title"/>
          </p:nvPr>
        </p:nvSpPr>
        <p:spPr/>
        <p:txBody>
          <a:bodyPr/>
          <a:lstStyle/>
          <a:p>
            <a:r>
              <a:rPr lang="en-US" dirty="0"/>
              <a:t>In Practice</a:t>
            </a:r>
          </a:p>
        </p:txBody>
      </p:sp>
      <p:sp>
        <p:nvSpPr>
          <p:cNvPr id="3" name="Content Placeholder 2">
            <a:extLst>
              <a:ext uri="{FF2B5EF4-FFF2-40B4-BE49-F238E27FC236}">
                <a16:creationId xmlns:a16="http://schemas.microsoft.com/office/drawing/2014/main" id="{583AED02-547F-BA4E-859F-9BC90685B250}"/>
              </a:ext>
            </a:extLst>
          </p:cNvPr>
          <p:cNvSpPr>
            <a:spLocks noGrp="1"/>
          </p:cNvSpPr>
          <p:nvPr>
            <p:ph idx="1"/>
          </p:nvPr>
        </p:nvSpPr>
        <p:spPr/>
        <p:txBody>
          <a:bodyPr/>
          <a:lstStyle/>
          <a:p>
            <a:r>
              <a:rPr lang="en-US" dirty="0"/>
              <a:t>Don’t roll your own!</a:t>
            </a:r>
          </a:p>
          <a:p>
            <a:r>
              <a:rPr lang="en-US" dirty="0"/>
              <a:t>You generally do not want to implement your own stack, queue, etc.</a:t>
            </a:r>
          </a:p>
          <a:p>
            <a:pPr lvl="1"/>
            <a:r>
              <a:rPr lang="en-US" altLang="en-US" dirty="0">
                <a:latin typeface="Times New Roman" panose="02020603050405020304" pitchFamily="18" charset="0"/>
              </a:rPr>
              <a:t>JCF contains an implementation of a stack class called</a:t>
            </a:r>
            <a:r>
              <a:rPr lang="en-US" altLang="en-US" dirty="0"/>
              <a:t> </a:t>
            </a:r>
            <a:r>
              <a:rPr lang="en-US" altLang="en-US" dirty="0">
                <a:latin typeface="Courier New" panose="02070309020205020404" pitchFamily="49" charset="0"/>
              </a:rPr>
              <a:t>Stack </a:t>
            </a:r>
            <a:r>
              <a:rPr lang="en-US" altLang="en-US" dirty="0">
                <a:latin typeface="Times New Roman" panose="02020603050405020304" pitchFamily="18" charset="0"/>
              </a:rPr>
              <a:t>(generic)</a:t>
            </a:r>
          </a:p>
          <a:p>
            <a:pPr lvl="1"/>
            <a:r>
              <a:rPr lang="en-US" altLang="en-US" dirty="0"/>
              <a:t>Derived from </a:t>
            </a:r>
            <a:r>
              <a:rPr lang="en-US" altLang="en-US" dirty="0">
                <a:latin typeface="Courier New" panose="02070309020205020404" pitchFamily="49" charset="0"/>
              </a:rPr>
              <a:t>Vector</a:t>
            </a:r>
          </a:p>
          <a:p>
            <a:pPr lvl="1"/>
            <a:r>
              <a:rPr lang="en-US" altLang="en-US" dirty="0">
                <a:latin typeface="Times New Roman" panose="02020603050405020304" pitchFamily="18" charset="0"/>
              </a:rPr>
              <a:t>Includes methods:</a:t>
            </a:r>
            <a:r>
              <a:rPr lang="en-US" altLang="en-US" dirty="0">
                <a:latin typeface="Courier New" panose="02070309020205020404" pitchFamily="49" charset="0"/>
              </a:rPr>
              <a:t> peek, pop, push, and search</a:t>
            </a:r>
          </a:p>
          <a:p>
            <a:pPr lvl="1"/>
            <a:r>
              <a:rPr lang="en-US" altLang="en-US" dirty="0">
                <a:latin typeface="Courier New" panose="02070309020205020404" pitchFamily="49" charset="0"/>
              </a:rPr>
              <a:t>search </a:t>
            </a:r>
            <a:r>
              <a:rPr lang="en-US" altLang="en-US" dirty="0">
                <a:latin typeface="Times New Roman" panose="02020603050405020304" pitchFamily="18" charset="0"/>
              </a:rPr>
              <a:t>returns the 1-based position of an object on the stack</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928193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2D617991-C1A6-4AE2-9B76-025891F955F4}"/>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 2011 Pearson Addison-Wesley. All rights reserved</a:t>
            </a:r>
          </a:p>
        </p:txBody>
      </p:sp>
      <p:sp>
        <p:nvSpPr>
          <p:cNvPr id="18435" name="Slide Number Placeholder 4">
            <a:extLst>
              <a:ext uri="{FF2B5EF4-FFF2-40B4-BE49-F238E27FC236}">
                <a16:creationId xmlns:a16="http://schemas.microsoft.com/office/drawing/2014/main" id="{25269D8E-01A8-41B8-B11B-37A3FEBAD08E}"/>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7A-</a:t>
            </a:r>
            <a:fld id="{034660C4-861F-48A5-AEED-72B434AFB582}" type="slidenum">
              <a:rPr lang="en-US" altLang="en-US" sz="1000">
                <a:solidFill>
                  <a:srgbClr val="548446"/>
                </a:solidFill>
                <a:latin typeface="Arial" panose="020B0604020202020204" pitchFamily="34" charset="0"/>
              </a:rPr>
              <a:pPr>
                <a:spcBef>
                  <a:spcPct val="0"/>
                </a:spcBef>
                <a:buFontTx/>
                <a:buNone/>
              </a:pPr>
              <a:t>44</a:t>
            </a:fld>
            <a:endParaRPr lang="en-US" altLang="en-US" sz="1000">
              <a:solidFill>
                <a:srgbClr val="548446"/>
              </a:solidFill>
              <a:latin typeface="Arial" panose="020B0604020202020204" pitchFamily="34" charset="0"/>
            </a:endParaRPr>
          </a:p>
        </p:txBody>
      </p:sp>
      <p:sp>
        <p:nvSpPr>
          <p:cNvPr id="18436" name="Rectangle 2">
            <a:extLst>
              <a:ext uri="{FF2B5EF4-FFF2-40B4-BE49-F238E27FC236}">
                <a16:creationId xmlns:a16="http://schemas.microsoft.com/office/drawing/2014/main" id="{0AAA028C-84D0-409B-B5EF-C27A40CA6263}"/>
              </a:ext>
            </a:extLst>
          </p:cNvPr>
          <p:cNvSpPr>
            <a:spLocks noGrp="1" noChangeArrowheads="1"/>
          </p:cNvSpPr>
          <p:nvPr>
            <p:ph type="title"/>
          </p:nvPr>
        </p:nvSpPr>
        <p:spPr>
          <a:xfrm>
            <a:off x="2438400" y="533400"/>
            <a:ext cx="7772400" cy="1143000"/>
          </a:xfrm>
        </p:spPr>
        <p:txBody>
          <a:bodyPr>
            <a:normAutofit fontScale="90000"/>
          </a:bodyPr>
          <a:lstStyle/>
          <a:p>
            <a:pPr eaLnBrk="1" hangingPunct="1"/>
            <a:r>
              <a:rPr lang="en-US" altLang="en-US"/>
              <a:t>Simple Applications of the ADT Stack: Checking for Balanced Braces</a:t>
            </a:r>
          </a:p>
        </p:txBody>
      </p:sp>
      <p:sp>
        <p:nvSpPr>
          <p:cNvPr id="18437" name="Rectangle 3">
            <a:extLst>
              <a:ext uri="{FF2B5EF4-FFF2-40B4-BE49-F238E27FC236}">
                <a16:creationId xmlns:a16="http://schemas.microsoft.com/office/drawing/2014/main" id="{8B8DECB5-4BD3-4979-828C-5479068C2090}"/>
              </a:ext>
            </a:extLst>
          </p:cNvPr>
          <p:cNvSpPr>
            <a:spLocks noGrp="1" noChangeArrowheads="1"/>
          </p:cNvSpPr>
          <p:nvPr>
            <p:ph type="body" idx="1"/>
          </p:nvPr>
        </p:nvSpPr>
        <p:spPr>
          <a:xfrm>
            <a:off x="2438400" y="2286000"/>
            <a:ext cx="7772400" cy="4038600"/>
          </a:xfrm>
        </p:spPr>
        <p:txBody>
          <a:bodyPr/>
          <a:lstStyle/>
          <a:p>
            <a:pPr eaLnBrk="1" hangingPunct="1"/>
            <a:r>
              <a:rPr lang="en-US" altLang="en-US"/>
              <a:t>A stack can be used to verify whether a program contains balanced braces</a:t>
            </a:r>
          </a:p>
          <a:p>
            <a:pPr lvl="1" eaLnBrk="1" hangingPunct="1"/>
            <a:r>
              <a:rPr lang="en-US" altLang="en-US"/>
              <a:t>An example of balanced braces</a:t>
            </a:r>
          </a:p>
          <a:p>
            <a:pPr lvl="2" eaLnBrk="1" hangingPunct="1">
              <a:buFontTx/>
              <a:buNone/>
            </a:pPr>
            <a:r>
              <a:rPr lang="en-US" altLang="en-US">
                <a:latin typeface="Courier New" panose="02070309020205020404" pitchFamily="49" charset="0"/>
              </a:rPr>
              <a:t>abc{defg{ijk}{l{mn}}op}qr</a:t>
            </a:r>
          </a:p>
          <a:p>
            <a:pPr lvl="1" eaLnBrk="1" hangingPunct="1"/>
            <a:r>
              <a:rPr lang="en-US" altLang="en-US"/>
              <a:t>An example of unbalanced braces</a:t>
            </a:r>
          </a:p>
          <a:p>
            <a:pPr lvl="2" eaLnBrk="1" hangingPunct="1">
              <a:buFontTx/>
              <a:buNone/>
            </a:pPr>
            <a:r>
              <a:rPr lang="en-US" altLang="en-US">
                <a:latin typeface="Courier New" panose="02070309020205020404" pitchFamily="49" charset="0"/>
              </a:rPr>
              <a:t>abc{def}}{ghij{kl}m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a:extLst>
              <a:ext uri="{FF2B5EF4-FFF2-40B4-BE49-F238E27FC236}">
                <a16:creationId xmlns:a16="http://schemas.microsoft.com/office/drawing/2014/main" id="{79DF8DD9-CDC9-4448-AB9C-E0E1841E6590}"/>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 2011 Pearson Addison-Wesley. All rights reserved</a:t>
            </a:r>
          </a:p>
        </p:txBody>
      </p:sp>
      <p:sp>
        <p:nvSpPr>
          <p:cNvPr id="55299" name="Slide Number Placeholder 4">
            <a:extLst>
              <a:ext uri="{FF2B5EF4-FFF2-40B4-BE49-F238E27FC236}">
                <a16:creationId xmlns:a16="http://schemas.microsoft.com/office/drawing/2014/main" id="{222B26EC-13D3-47D0-81CD-804C8BD97AEB}"/>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7 B-</a:t>
            </a:r>
            <a:fld id="{E4774734-CADF-4B6F-A0FF-E30D7BFED435}" type="slidenum">
              <a:rPr lang="en-US" altLang="en-US" sz="1000">
                <a:solidFill>
                  <a:srgbClr val="548446"/>
                </a:solidFill>
                <a:latin typeface="Arial" panose="020B0604020202020204" pitchFamily="34" charset="0"/>
              </a:rPr>
              <a:pPr>
                <a:spcBef>
                  <a:spcPct val="0"/>
                </a:spcBef>
                <a:buFontTx/>
                <a:buNone/>
              </a:pPr>
              <a:t>45</a:t>
            </a:fld>
            <a:endParaRPr lang="en-US" altLang="en-US" sz="1000">
              <a:solidFill>
                <a:srgbClr val="548446"/>
              </a:solidFill>
              <a:latin typeface="Arial" panose="020B0604020202020204" pitchFamily="34" charset="0"/>
            </a:endParaRPr>
          </a:p>
        </p:txBody>
      </p:sp>
      <p:sp>
        <p:nvSpPr>
          <p:cNvPr id="55300" name="Rectangle 2">
            <a:extLst>
              <a:ext uri="{FF2B5EF4-FFF2-40B4-BE49-F238E27FC236}">
                <a16:creationId xmlns:a16="http://schemas.microsoft.com/office/drawing/2014/main" id="{9DC92436-F5B2-4B9F-BD6A-7D698408B461}"/>
              </a:ext>
            </a:extLst>
          </p:cNvPr>
          <p:cNvSpPr>
            <a:spLocks noGrp="1" noChangeArrowheads="1"/>
          </p:cNvSpPr>
          <p:nvPr>
            <p:ph type="title"/>
          </p:nvPr>
        </p:nvSpPr>
        <p:spPr/>
        <p:txBody>
          <a:bodyPr/>
          <a:lstStyle/>
          <a:p>
            <a:pPr eaLnBrk="1" hangingPunct="1"/>
            <a:r>
              <a:rPr lang="en-US" altLang="en-US"/>
              <a:t>Application: </a:t>
            </a:r>
            <a:br>
              <a:rPr lang="en-US" altLang="en-US"/>
            </a:br>
            <a:r>
              <a:rPr lang="en-US" altLang="en-US"/>
              <a:t>Algebraic Expressions</a:t>
            </a:r>
          </a:p>
        </p:txBody>
      </p:sp>
      <p:sp>
        <p:nvSpPr>
          <p:cNvPr id="55301" name="Rectangle 3">
            <a:extLst>
              <a:ext uri="{FF2B5EF4-FFF2-40B4-BE49-F238E27FC236}">
                <a16:creationId xmlns:a16="http://schemas.microsoft.com/office/drawing/2014/main" id="{34A411D3-8E02-448F-89F4-512EE64E2420}"/>
              </a:ext>
            </a:extLst>
          </p:cNvPr>
          <p:cNvSpPr>
            <a:spLocks noGrp="1" noChangeArrowheads="1"/>
          </p:cNvSpPr>
          <p:nvPr>
            <p:ph type="body" idx="1"/>
          </p:nvPr>
        </p:nvSpPr>
        <p:spPr/>
        <p:txBody>
          <a:bodyPr/>
          <a:lstStyle/>
          <a:p>
            <a:pPr eaLnBrk="1" hangingPunct="1"/>
            <a:r>
              <a:rPr lang="en-US" altLang="en-US"/>
              <a:t>When the ADT stack is used to solve a problem, the use of the ADT’s operations should not depend on its implementation</a:t>
            </a:r>
          </a:p>
          <a:p>
            <a:pPr lvl="1" eaLnBrk="1" hangingPunct="1"/>
            <a:r>
              <a:rPr lang="en-US" altLang="en-US"/>
              <a:t>Convert the infix expression to postfix form</a:t>
            </a:r>
          </a:p>
          <a:p>
            <a:pPr lvl="1" eaLnBrk="1" hangingPunct="1"/>
            <a:r>
              <a:rPr lang="en-US" altLang="en-US"/>
              <a:t>Evaluate the postfix expression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a:extLst>
              <a:ext uri="{FF2B5EF4-FFF2-40B4-BE49-F238E27FC236}">
                <a16:creationId xmlns:a16="http://schemas.microsoft.com/office/drawing/2014/main" id="{7FA4E389-0623-4D84-B7F6-F541FC14B0A5}"/>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 2011 Pearson Addison-Wesley. All rights reserved</a:t>
            </a:r>
          </a:p>
        </p:txBody>
      </p:sp>
      <p:sp>
        <p:nvSpPr>
          <p:cNvPr id="57347" name="Slide Number Placeholder 4">
            <a:extLst>
              <a:ext uri="{FF2B5EF4-FFF2-40B4-BE49-F238E27FC236}">
                <a16:creationId xmlns:a16="http://schemas.microsoft.com/office/drawing/2014/main" id="{02F988ED-9E20-447F-86E6-6BE63C60F53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7 B-</a:t>
            </a:r>
            <a:fld id="{F1E3A7BD-E42A-4CC7-A907-644648D4905C}" type="slidenum">
              <a:rPr lang="en-US" altLang="en-US" sz="1000">
                <a:solidFill>
                  <a:srgbClr val="548446"/>
                </a:solidFill>
                <a:latin typeface="Arial" panose="020B0604020202020204" pitchFamily="34" charset="0"/>
              </a:rPr>
              <a:pPr>
                <a:spcBef>
                  <a:spcPct val="0"/>
                </a:spcBef>
                <a:buFontTx/>
                <a:buNone/>
              </a:pPr>
              <a:t>46</a:t>
            </a:fld>
            <a:endParaRPr lang="en-US" altLang="en-US" sz="1000">
              <a:solidFill>
                <a:srgbClr val="548446"/>
              </a:solidFill>
              <a:latin typeface="Arial" panose="020B0604020202020204" pitchFamily="34" charset="0"/>
            </a:endParaRPr>
          </a:p>
        </p:txBody>
      </p:sp>
      <p:sp>
        <p:nvSpPr>
          <p:cNvPr id="57348" name="Rectangle 2">
            <a:extLst>
              <a:ext uri="{FF2B5EF4-FFF2-40B4-BE49-F238E27FC236}">
                <a16:creationId xmlns:a16="http://schemas.microsoft.com/office/drawing/2014/main" id="{71D97F47-9001-42F7-87FD-08F492FDA112}"/>
              </a:ext>
            </a:extLst>
          </p:cNvPr>
          <p:cNvSpPr>
            <a:spLocks noGrp="1" noChangeArrowheads="1"/>
          </p:cNvSpPr>
          <p:nvPr>
            <p:ph type="title"/>
          </p:nvPr>
        </p:nvSpPr>
        <p:spPr/>
        <p:txBody>
          <a:bodyPr/>
          <a:lstStyle/>
          <a:p>
            <a:pPr eaLnBrk="1" hangingPunct="1"/>
            <a:r>
              <a:rPr lang="en-US" altLang="en-US"/>
              <a:t>Evaluating Postfix Expressions</a:t>
            </a:r>
          </a:p>
        </p:txBody>
      </p:sp>
      <p:sp>
        <p:nvSpPr>
          <p:cNvPr id="57349" name="Rectangle 3">
            <a:extLst>
              <a:ext uri="{FF2B5EF4-FFF2-40B4-BE49-F238E27FC236}">
                <a16:creationId xmlns:a16="http://schemas.microsoft.com/office/drawing/2014/main" id="{05392167-3523-4FA8-9C01-60C90306AF84}"/>
              </a:ext>
            </a:extLst>
          </p:cNvPr>
          <p:cNvSpPr>
            <a:spLocks noGrp="1" noChangeArrowheads="1"/>
          </p:cNvSpPr>
          <p:nvPr>
            <p:ph type="body" idx="1"/>
          </p:nvPr>
        </p:nvSpPr>
        <p:spPr/>
        <p:txBody>
          <a:bodyPr/>
          <a:lstStyle/>
          <a:p>
            <a:pPr eaLnBrk="1" hangingPunct="1">
              <a:lnSpc>
                <a:spcPct val="90000"/>
              </a:lnSpc>
            </a:pPr>
            <a:r>
              <a:rPr lang="en-US" altLang="en-US"/>
              <a:t>A postfix calculator</a:t>
            </a:r>
          </a:p>
          <a:p>
            <a:pPr lvl="1" eaLnBrk="1" hangingPunct="1">
              <a:lnSpc>
                <a:spcPct val="90000"/>
              </a:lnSpc>
            </a:pPr>
            <a:r>
              <a:rPr lang="en-US" altLang="en-US"/>
              <a:t>Requires you to enter postfix expressions</a:t>
            </a:r>
          </a:p>
          <a:p>
            <a:pPr lvl="2" eaLnBrk="1" hangingPunct="1">
              <a:lnSpc>
                <a:spcPct val="90000"/>
              </a:lnSpc>
            </a:pPr>
            <a:r>
              <a:rPr lang="en-US" altLang="en-US"/>
              <a:t>Example: 2, 3, 4, +, *</a:t>
            </a:r>
          </a:p>
          <a:p>
            <a:pPr lvl="1" eaLnBrk="1" hangingPunct="1">
              <a:lnSpc>
                <a:spcPct val="90000"/>
              </a:lnSpc>
            </a:pPr>
            <a:r>
              <a:rPr lang="en-US" altLang="en-US"/>
              <a:t>When an operand is entered, the calculator</a:t>
            </a:r>
          </a:p>
          <a:p>
            <a:pPr lvl="2" eaLnBrk="1" hangingPunct="1">
              <a:lnSpc>
                <a:spcPct val="90000"/>
              </a:lnSpc>
            </a:pPr>
            <a:r>
              <a:rPr lang="en-US" altLang="en-US"/>
              <a:t>Pushes it onto a stack</a:t>
            </a:r>
          </a:p>
          <a:p>
            <a:pPr lvl="1" eaLnBrk="1" hangingPunct="1">
              <a:lnSpc>
                <a:spcPct val="90000"/>
              </a:lnSpc>
            </a:pPr>
            <a:r>
              <a:rPr lang="en-US" altLang="en-US"/>
              <a:t>When an operator is entered, the calculator</a:t>
            </a:r>
          </a:p>
          <a:p>
            <a:pPr lvl="2" eaLnBrk="1" hangingPunct="1">
              <a:lnSpc>
                <a:spcPct val="90000"/>
              </a:lnSpc>
            </a:pPr>
            <a:r>
              <a:rPr lang="en-US" altLang="en-US"/>
              <a:t>Applies it to the top two operands of the stack</a:t>
            </a:r>
          </a:p>
          <a:p>
            <a:pPr lvl="2" eaLnBrk="1" hangingPunct="1">
              <a:lnSpc>
                <a:spcPct val="90000"/>
              </a:lnSpc>
            </a:pPr>
            <a:r>
              <a:rPr lang="en-US" altLang="en-US"/>
              <a:t>Pops the operands from the stack</a:t>
            </a:r>
          </a:p>
          <a:p>
            <a:pPr lvl="2" eaLnBrk="1" hangingPunct="1">
              <a:lnSpc>
                <a:spcPct val="90000"/>
              </a:lnSpc>
            </a:pPr>
            <a:r>
              <a:rPr lang="en-US" altLang="en-US"/>
              <a:t>Pushes the result of the operation on the stack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a:extLst>
              <a:ext uri="{FF2B5EF4-FFF2-40B4-BE49-F238E27FC236}">
                <a16:creationId xmlns:a16="http://schemas.microsoft.com/office/drawing/2014/main" id="{135C581E-972C-4C37-B2CB-59788B145DEA}"/>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 2011 Pearson Addison-Wesley. All rights reserved</a:t>
            </a:r>
          </a:p>
        </p:txBody>
      </p:sp>
      <p:sp>
        <p:nvSpPr>
          <p:cNvPr id="63491" name="Slide Number Placeholder 4">
            <a:extLst>
              <a:ext uri="{FF2B5EF4-FFF2-40B4-BE49-F238E27FC236}">
                <a16:creationId xmlns:a16="http://schemas.microsoft.com/office/drawing/2014/main" id="{00D6D54B-B5E4-4988-A302-B83FD734D724}"/>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7 B-</a:t>
            </a:r>
            <a:fld id="{9016B68E-1FF1-4849-84D5-89FC6A74D2E0}" type="slidenum">
              <a:rPr lang="en-US" altLang="en-US" sz="1000">
                <a:solidFill>
                  <a:srgbClr val="548446"/>
                </a:solidFill>
                <a:latin typeface="Arial" panose="020B0604020202020204" pitchFamily="34" charset="0"/>
              </a:rPr>
              <a:pPr>
                <a:spcBef>
                  <a:spcPct val="0"/>
                </a:spcBef>
                <a:buFontTx/>
                <a:buNone/>
              </a:pPr>
              <a:t>47</a:t>
            </a:fld>
            <a:endParaRPr lang="en-US" altLang="en-US" sz="1000">
              <a:solidFill>
                <a:srgbClr val="548446"/>
              </a:solidFill>
              <a:latin typeface="Arial" panose="020B0604020202020204" pitchFamily="34" charset="0"/>
            </a:endParaRPr>
          </a:p>
        </p:txBody>
      </p:sp>
      <p:sp>
        <p:nvSpPr>
          <p:cNvPr id="63492" name="Rectangle 2">
            <a:extLst>
              <a:ext uri="{FF2B5EF4-FFF2-40B4-BE49-F238E27FC236}">
                <a16:creationId xmlns:a16="http://schemas.microsoft.com/office/drawing/2014/main" id="{5A398E90-C067-4D3C-86B5-C05E50735AEF}"/>
              </a:ext>
            </a:extLst>
          </p:cNvPr>
          <p:cNvSpPr>
            <a:spLocks noGrp="1" noChangeArrowheads="1"/>
          </p:cNvSpPr>
          <p:nvPr>
            <p:ph type="title"/>
          </p:nvPr>
        </p:nvSpPr>
        <p:spPr/>
        <p:txBody>
          <a:bodyPr/>
          <a:lstStyle/>
          <a:p>
            <a:pPr eaLnBrk="1" hangingPunct="1"/>
            <a:r>
              <a:rPr lang="en-US" altLang="en-US"/>
              <a:t>Converting Infix Expressions to Equivalent Postfix Expressions</a:t>
            </a:r>
          </a:p>
        </p:txBody>
      </p:sp>
      <p:sp>
        <p:nvSpPr>
          <p:cNvPr id="63493" name="Rectangle 3">
            <a:extLst>
              <a:ext uri="{FF2B5EF4-FFF2-40B4-BE49-F238E27FC236}">
                <a16:creationId xmlns:a16="http://schemas.microsoft.com/office/drawing/2014/main" id="{4936A12D-69CC-43BF-9FB2-30840D5465CC}"/>
              </a:ext>
            </a:extLst>
          </p:cNvPr>
          <p:cNvSpPr>
            <a:spLocks noGrp="1" noChangeArrowheads="1"/>
          </p:cNvSpPr>
          <p:nvPr>
            <p:ph type="body" idx="1"/>
          </p:nvPr>
        </p:nvSpPr>
        <p:spPr/>
        <p:txBody>
          <a:bodyPr/>
          <a:lstStyle/>
          <a:p>
            <a:pPr eaLnBrk="1" hangingPunct="1"/>
            <a:r>
              <a:rPr lang="en-US" altLang="en-US"/>
              <a:t>An infix expression can be evaluated by first being converted into an equivalent postfix expression</a:t>
            </a:r>
          </a:p>
          <a:p>
            <a:pPr eaLnBrk="1" hangingPunct="1"/>
            <a:r>
              <a:rPr lang="en-US" altLang="en-US"/>
              <a:t>Facts about converting from infix to postfix</a:t>
            </a:r>
          </a:p>
          <a:p>
            <a:pPr lvl="1" eaLnBrk="1" hangingPunct="1"/>
            <a:r>
              <a:rPr lang="en-US" altLang="en-US"/>
              <a:t>Operands always stay in the same order with respect to one another</a:t>
            </a:r>
          </a:p>
          <a:p>
            <a:pPr lvl="1" eaLnBrk="1" hangingPunct="1"/>
            <a:r>
              <a:rPr lang="en-US" altLang="en-US"/>
              <a:t>An operator will move only “to the right” with respect to the operands</a:t>
            </a:r>
          </a:p>
          <a:p>
            <a:pPr lvl="1" eaLnBrk="1" hangingPunct="1"/>
            <a:r>
              <a:rPr lang="en-US" altLang="en-US"/>
              <a:t>All parentheses are removed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059F7-DF5C-E342-B313-7069BAECF4DC}"/>
              </a:ext>
            </a:extLst>
          </p:cNvPr>
          <p:cNvSpPr>
            <a:spLocks noGrp="1"/>
          </p:cNvSpPr>
          <p:nvPr>
            <p:ph type="title"/>
          </p:nvPr>
        </p:nvSpPr>
        <p:spPr>
          <a:xfrm>
            <a:off x="987287" y="2601430"/>
            <a:ext cx="10515600" cy="1325563"/>
          </a:xfrm>
        </p:spPr>
        <p:txBody>
          <a:bodyPr>
            <a:normAutofit/>
          </a:bodyPr>
          <a:lstStyle/>
          <a:p>
            <a:pPr algn="ctr"/>
            <a:r>
              <a:rPr lang="en-US" sz="6000" dirty="0"/>
              <a:t>Queues</a:t>
            </a:r>
          </a:p>
        </p:txBody>
      </p:sp>
    </p:spTree>
    <p:extLst>
      <p:ext uri="{BB962C8B-B14F-4D97-AF65-F5344CB8AC3E}">
        <p14:creationId xmlns:p14="http://schemas.microsoft.com/office/powerpoint/2010/main" val="2145506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14A0-CDCB-704F-8635-78545481FE57}"/>
              </a:ext>
            </a:extLst>
          </p:cNvPr>
          <p:cNvSpPr>
            <a:spLocks noGrp="1"/>
          </p:cNvSpPr>
          <p:nvPr>
            <p:ph type="title"/>
          </p:nvPr>
        </p:nvSpPr>
        <p:spPr/>
        <p:txBody>
          <a:bodyPr/>
          <a:lstStyle/>
          <a:p>
            <a:r>
              <a:rPr lang="en-US" dirty="0"/>
              <a:t>Queues</a:t>
            </a:r>
          </a:p>
        </p:txBody>
      </p:sp>
      <p:sp>
        <p:nvSpPr>
          <p:cNvPr id="3" name="Content Placeholder 2">
            <a:extLst>
              <a:ext uri="{FF2B5EF4-FFF2-40B4-BE49-F238E27FC236}">
                <a16:creationId xmlns:a16="http://schemas.microsoft.com/office/drawing/2014/main" id="{0ED1DE01-3A4C-8048-8D3B-5BF3E867F21A}"/>
              </a:ext>
            </a:extLst>
          </p:cNvPr>
          <p:cNvSpPr>
            <a:spLocks noGrp="1"/>
          </p:cNvSpPr>
          <p:nvPr>
            <p:ph idx="1"/>
          </p:nvPr>
        </p:nvSpPr>
        <p:spPr/>
        <p:txBody>
          <a:bodyPr/>
          <a:lstStyle/>
          <a:p>
            <a:r>
              <a:rPr lang="en-US" dirty="0"/>
              <a:t>A similar data structure is a queue which provides a First-In First-Out (FIFO) ordering of elements.</a:t>
            </a:r>
          </a:p>
          <a:p>
            <a:r>
              <a:rPr lang="en-US" dirty="0"/>
              <a:t>As its name suggests, a queue can be thought of as a line.</a:t>
            </a:r>
          </a:p>
          <a:p>
            <a:r>
              <a:rPr lang="en-US" dirty="0"/>
              <a:t>Elements enter the queue at one end (the “end” of the line) and are removed from the other end (the “front” of the line). Thus, the first element to enter a queue is the first element to be removed from the queue.</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60029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FF940-D175-0047-A4C9-A90B02F7D347}"/>
              </a:ext>
            </a:extLst>
          </p:cNvPr>
          <p:cNvSpPr>
            <a:spLocks noGrp="1"/>
          </p:cNvSpPr>
          <p:nvPr>
            <p:ph type="title"/>
          </p:nvPr>
        </p:nvSpPr>
        <p:spPr/>
        <p:txBody>
          <a:bodyPr/>
          <a:lstStyle/>
          <a:p>
            <a:r>
              <a:rPr lang="en-US" dirty="0"/>
              <a:t>Core Functionality</a:t>
            </a:r>
          </a:p>
        </p:txBody>
      </p:sp>
      <p:sp>
        <p:nvSpPr>
          <p:cNvPr id="3" name="Content Placeholder 2">
            <a:extLst>
              <a:ext uri="{FF2B5EF4-FFF2-40B4-BE49-F238E27FC236}">
                <a16:creationId xmlns:a16="http://schemas.microsoft.com/office/drawing/2014/main" id="{29F92FC5-58DC-F648-83C2-991CCF0DE131}"/>
              </a:ext>
            </a:extLst>
          </p:cNvPr>
          <p:cNvSpPr>
            <a:spLocks noGrp="1"/>
          </p:cNvSpPr>
          <p:nvPr>
            <p:ph idx="1"/>
          </p:nvPr>
        </p:nvSpPr>
        <p:spPr/>
        <p:txBody>
          <a:bodyPr/>
          <a:lstStyle/>
          <a:p>
            <a:r>
              <a:rPr lang="en-US" dirty="0"/>
              <a:t>The two core operations in a queue are:</a:t>
            </a:r>
          </a:p>
          <a:p>
            <a:pPr lvl="1"/>
            <a:r>
              <a:rPr lang="en-US" i="1" dirty="0"/>
              <a:t>enqueue</a:t>
            </a:r>
            <a:r>
              <a:rPr lang="en-US" dirty="0"/>
              <a:t> which adds an element to the queue at its end</a:t>
            </a:r>
          </a:p>
          <a:p>
            <a:pPr lvl="1"/>
            <a:r>
              <a:rPr lang="en-US" i="1" dirty="0"/>
              <a:t>dequeue</a:t>
            </a:r>
            <a:r>
              <a:rPr lang="en-US" dirty="0"/>
              <a:t> which removes the element at the front of the queue</a:t>
            </a:r>
          </a:p>
          <a:p>
            <a:endParaRPr lang="en-US" dirty="0"/>
          </a:p>
        </p:txBody>
      </p:sp>
      <p:pic>
        <p:nvPicPr>
          <p:cNvPr id="5" name="Picture 4" descr="Graphical user interface, text&#10;&#10;Description automatically generated">
            <a:extLst>
              <a:ext uri="{FF2B5EF4-FFF2-40B4-BE49-F238E27FC236}">
                <a16:creationId xmlns:a16="http://schemas.microsoft.com/office/drawing/2014/main" id="{5E63306A-603E-DB45-88BF-BE4A578BF621}"/>
              </a:ext>
            </a:extLst>
          </p:cNvPr>
          <p:cNvPicPr>
            <a:picLocks noChangeAspect="1"/>
          </p:cNvPicPr>
          <p:nvPr/>
        </p:nvPicPr>
        <p:blipFill>
          <a:blip r:embed="rId3"/>
          <a:stretch>
            <a:fillRect/>
          </a:stretch>
        </p:blipFill>
        <p:spPr>
          <a:xfrm>
            <a:off x="2409566" y="3429000"/>
            <a:ext cx="7922741" cy="2407294"/>
          </a:xfrm>
          <a:prstGeom prst="rect">
            <a:avLst/>
          </a:prstGeom>
        </p:spPr>
      </p:pic>
    </p:spTree>
    <p:extLst>
      <p:ext uri="{BB962C8B-B14F-4D97-AF65-F5344CB8AC3E}">
        <p14:creationId xmlns:p14="http://schemas.microsoft.com/office/powerpoint/2010/main" val="36857415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5292DDA-95CF-4292-83C0-E7F6FA1BCF7C}"/>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3DEA20B8-343C-4543-80E8-1275E9FB255C}"/>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5 B-</a:t>
            </a:r>
            <a:fld id="{F4DD9A7B-4D75-4E2E-910A-283FB7AF8CF0}" type="slidenum">
              <a:rPr lang="en-US" altLang="en-US" sz="1000">
                <a:solidFill>
                  <a:srgbClr val="548446"/>
                </a:solidFill>
                <a:latin typeface="Arial" panose="020B0604020202020204" pitchFamily="34" charset="0"/>
              </a:rPr>
              <a:pPr/>
              <a:t>51</a:t>
            </a:fld>
            <a:endParaRPr lang="en-US" altLang="en-US" sz="1000">
              <a:solidFill>
                <a:srgbClr val="548446"/>
              </a:solidFill>
              <a:latin typeface="Arial" panose="020B0604020202020204" pitchFamily="34" charset="0"/>
            </a:endParaRPr>
          </a:p>
        </p:txBody>
      </p:sp>
      <p:sp>
        <p:nvSpPr>
          <p:cNvPr id="7172" name="Rectangle 2">
            <a:extLst>
              <a:ext uri="{FF2B5EF4-FFF2-40B4-BE49-F238E27FC236}">
                <a16:creationId xmlns:a16="http://schemas.microsoft.com/office/drawing/2014/main" id="{00D8E055-1697-4418-9236-35E005E89F53}"/>
              </a:ext>
            </a:extLst>
          </p:cNvPr>
          <p:cNvSpPr>
            <a:spLocks noGrp="1" noChangeArrowheads="1"/>
          </p:cNvSpPr>
          <p:nvPr>
            <p:ph type="title"/>
          </p:nvPr>
        </p:nvSpPr>
        <p:spPr/>
        <p:txBody>
          <a:bodyPr/>
          <a:lstStyle/>
          <a:p>
            <a:pPr eaLnBrk="1" hangingPunct="1"/>
            <a:r>
              <a:rPr lang="en-US" altLang="en-US"/>
              <a:t>The Java Collections Framework Interface </a:t>
            </a:r>
            <a:r>
              <a:rPr lang="en-US" altLang="en-US" b="1">
                <a:latin typeface="Courier New" panose="02070309020205020404" pitchFamily="49" charset="0"/>
              </a:rPr>
              <a:t>Queue</a:t>
            </a:r>
          </a:p>
        </p:txBody>
      </p:sp>
      <p:sp>
        <p:nvSpPr>
          <p:cNvPr id="7173" name="Rectangle 3">
            <a:extLst>
              <a:ext uri="{FF2B5EF4-FFF2-40B4-BE49-F238E27FC236}">
                <a16:creationId xmlns:a16="http://schemas.microsoft.com/office/drawing/2014/main" id="{E71A6C07-52F8-4796-8172-9C528F2C4281}"/>
              </a:ext>
            </a:extLst>
          </p:cNvPr>
          <p:cNvSpPr>
            <a:spLocks noGrp="1" noChangeArrowheads="1"/>
          </p:cNvSpPr>
          <p:nvPr>
            <p:ph type="body" idx="1"/>
          </p:nvPr>
        </p:nvSpPr>
        <p:spPr/>
        <p:txBody>
          <a:bodyPr/>
          <a:lstStyle/>
          <a:p>
            <a:pPr eaLnBrk="1" hangingPunct="1"/>
            <a:r>
              <a:rPr lang="en-US" altLang="en-US"/>
              <a:t>JCF has a queue interface called </a:t>
            </a:r>
            <a:r>
              <a:rPr lang="en-US" altLang="en-US" b="1">
                <a:latin typeface="Courier New" panose="02070309020205020404" pitchFamily="49" charset="0"/>
              </a:rPr>
              <a:t>Queue</a:t>
            </a:r>
          </a:p>
          <a:p>
            <a:pPr eaLnBrk="1" hangingPunct="1"/>
            <a:r>
              <a:rPr lang="en-US" altLang="en-US"/>
              <a:t>Derived from interface </a:t>
            </a:r>
            <a:r>
              <a:rPr lang="en-US" altLang="en-US" b="1">
                <a:latin typeface="Courier New" panose="02070309020205020404" pitchFamily="49" charset="0"/>
              </a:rPr>
              <a:t>Collection</a:t>
            </a:r>
            <a:endParaRPr lang="en-US" altLang="en-US"/>
          </a:p>
          <a:p>
            <a:pPr eaLnBrk="1" hangingPunct="1"/>
            <a:r>
              <a:rPr lang="en-US" altLang="en-US"/>
              <a:t>Adds methods: </a:t>
            </a:r>
          </a:p>
          <a:p>
            <a:pPr lvl="1" eaLnBrk="1" hangingPunct="1"/>
            <a:r>
              <a:rPr lang="en-US" altLang="en-US">
                <a:latin typeface="Courier New" panose="02070309020205020404" pitchFamily="49" charset="0"/>
              </a:rPr>
              <a:t>element: </a:t>
            </a:r>
            <a:r>
              <a:rPr lang="en-US" altLang="en-US">
                <a:latin typeface="Times New Roman" panose="02020603050405020304" pitchFamily="18" charset="0"/>
              </a:rPr>
              <a:t>retrieves, but does not remove head</a:t>
            </a:r>
          </a:p>
          <a:p>
            <a:pPr lvl="1" eaLnBrk="1" hangingPunct="1"/>
            <a:r>
              <a:rPr lang="en-US" altLang="en-US">
                <a:latin typeface="Courier New" panose="02070309020205020404" pitchFamily="49" charset="0"/>
              </a:rPr>
              <a:t>offer: </a:t>
            </a:r>
            <a:r>
              <a:rPr lang="en-US" altLang="en-US">
                <a:latin typeface="Times New Roman" panose="02020603050405020304" pitchFamily="18" charset="0"/>
              </a:rPr>
              <a:t>inserts element into queue</a:t>
            </a:r>
          </a:p>
          <a:p>
            <a:pPr lvl="1" eaLnBrk="1" hangingPunct="1"/>
            <a:r>
              <a:rPr lang="en-US" altLang="en-US">
                <a:latin typeface="Courier New" panose="02070309020205020404" pitchFamily="49" charset="0"/>
              </a:rPr>
              <a:t>peek: </a:t>
            </a:r>
            <a:r>
              <a:rPr lang="en-US" altLang="en-US">
                <a:latin typeface="Times New Roman" panose="02020603050405020304" pitchFamily="18" charset="0"/>
              </a:rPr>
              <a:t>retrieves, but does not remove head</a:t>
            </a:r>
          </a:p>
          <a:p>
            <a:pPr lvl="1" eaLnBrk="1" hangingPunct="1"/>
            <a:r>
              <a:rPr lang="en-US" altLang="en-US">
                <a:latin typeface="Courier New" panose="02070309020205020404" pitchFamily="49" charset="0"/>
              </a:rPr>
              <a:t>poll: </a:t>
            </a:r>
            <a:r>
              <a:rPr lang="en-US" altLang="en-US">
                <a:latin typeface="Times New Roman" panose="02020603050405020304" pitchFamily="18" charset="0"/>
              </a:rPr>
              <a:t>retrieves and removes head</a:t>
            </a:r>
          </a:p>
          <a:p>
            <a:pPr lvl="1" eaLnBrk="1" hangingPunct="1"/>
            <a:r>
              <a:rPr lang="en-US" altLang="en-US">
                <a:latin typeface="Courier New" panose="02070309020205020404" pitchFamily="49" charset="0"/>
              </a:rPr>
              <a:t>remove: </a:t>
            </a:r>
            <a:r>
              <a:rPr lang="en-US" altLang="en-US">
                <a:latin typeface="Times New Roman" panose="02020603050405020304" pitchFamily="18" charset="0"/>
              </a:rPr>
              <a:t>retrieves and removes head</a:t>
            </a:r>
          </a:p>
          <a:p>
            <a:pPr lvl="2" eaLnBrk="1" hangingPunct="1">
              <a:buFontTx/>
              <a:buNone/>
            </a:pPr>
            <a:endParaRPr lang="en-US" altLang="en-US">
              <a:latin typeface="Courier New" panose="02070309020205020404"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6E68B-C44D-A743-ACD8-B209150DA0E2}"/>
              </a:ext>
            </a:extLst>
          </p:cNvPr>
          <p:cNvSpPr>
            <a:spLocks noGrp="1"/>
          </p:cNvSpPr>
          <p:nvPr>
            <p:ph type="title"/>
          </p:nvPr>
        </p:nvSpPr>
        <p:spPr/>
        <p:txBody>
          <a:bodyPr/>
          <a:lstStyle/>
          <a:p>
            <a:r>
              <a:rPr lang="en-US" dirty="0"/>
              <a:t>In Practice</a:t>
            </a:r>
          </a:p>
        </p:txBody>
      </p:sp>
      <p:sp>
        <p:nvSpPr>
          <p:cNvPr id="3" name="Content Placeholder 2">
            <a:extLst>
              <a:ext uri="{FF2B5EF4-FFF2-40B4-BE49-F238E27FC236}">
                <a16:creationId xmlns:a16="http://schemas.microsoft.com/office/drawing/2014/main" id="{583AED02-547F-BA4E-859F-9BC90685B250}"/>
              </a:ext>
            </a:extLst>
          </p:cNvPr>
          <p:cNvSpPr>
            <a:spLocks noGrp="1"/>
          </p:cNvSpPr>
          <p:nvPr>
            <p:ph idx="1"/>
          </p:nvPr>
        </p:nvSpPr>
        <p:spPr/>
        <p:txBody>
          <a:bodyPr/>
          <a:lstStyle/>
          <a:p>
            <a:r>
              <a:rPr lang="en-US" dirty="0"/>
              <a:t>Don’t roll your own!</a:t>
            </a:r>
          </a:p>
          <a:p>
            <a:r>
              <a:rPr lang="en-US" dirty="0"/>
              <a:t>You generally do not want to implement your own stack, queue, etc.</a:t>
            </a:r>
          </a:p>
          <a:p>
            <a:r>
              <a:rPr lang="en-US" dirty="0"/>
              <a:t>Java:</a:t>
            </a:r>
          </a:p>
          <a:p>
            <a:pPr lvl="1"/>
            <a:r>
              <a:rPr lang="en-US" dirty="0"/>
              <a:t>Deque &lt;T&gt; (“deck”): allows both insert and remove operations from both ends (”double ended queue)</a:t>
            </a:r>
          </a:p>
          <a:p>
            <a:pPr lvl="1"/>
            <a:r>
              <a:rPr lang="en-US" dirty="0"/>
              <a:t>It can either be used as a queue(first-in-first-out/FIFO) or as a stack(last-in-first-out/LIFO).</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014630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2947</Words>
  <Application>Microsoft Office PowerPoint</Application>
  <PresentationFormat>Widescreen</PresentationFormat>
  <Paragraphs>403</Paragraphs>
  <Slides>52</Slides>
  <Notes>52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1" baseType="lpstr">
      <vt:lpstr>Arial</vt:lpstr>
      <vt:lpstr>Calibri</vt:lpstr>
      <vt:lpstr>Calibri Light</vt:lpstr>
      <vt:lpstr>Courier New</vt:lpstr>
      <vt:lpstr>Monotype Sorts</vt:lpstr>
      <vt:lpstr>Times</vt:lpstr>
      <vt:lpstr>Times New Roman</vt:lpstr>
      <vt:lpstr>Office Theme</vt:lpstr>
      <vt:lpstr>Picture</vt:lpstr>
      <vt:lpstr>CMPSCI 282</vt:lpstr>
      <vt:lpstr>Overall Goal of COMP182</vt:lpstr>
      <vt:lpstr>Overall Goal of COMP182</vt:lpstr>
      <vt:lpstr>Data Structures &amp; Algorithms</vt:lpstr>
      <vt:lpstr>Introduction</vt:lpstr>
      <vt:lpstr>Problems With Arrays</vt:lpstr>
      <vt:lpstr>Better Solution: A List </vt:lpstr>
      <vt:lpstr>Java Collection Framework hierarchy, cont.</vt:lpstr>
      <vt:lpstr>ArrayList</vt:lpstr>
      <vt:lpstr>java.util.ArrayList</vt:lpstr>
      <vt:lpstr>The ArrayList Class</vt:lpstr>
      <vt:lpstr>Generic Type </vt:lpstr>
      <vt:lpstr>Differences and Similarities between Arrays and ArrayList</vt:lpstr>
      <vt:lpstr>Linked List</vt:lpstr>
      <vt:lpstr>PowerPoint Presentation</vt:lpstr>
      <vt:lpstr>Object References</vt:lpstr>
      <vt:lpstr>Object References</vt:lpstr>
      <vt:lpstr>Object References</vt:lpstr>
      <vt:lpstr>Preliminaries</vt:lpstr>
      <vt:lpstr>Nodes in Linked Lists</vt:lpstr>
      <vt:lpstr>Adding Three Nodes</vt:lpstr>
      <vt:lpstr>MyLinkedList</vt:lpstr>
      <vt:lpstr>Traversing All Elements in the List</vt:lpstr>
      <vt:lpstr>Implementing addFirst(E e)</vt:lpstr>
      <vt:lpstr>Implementing addLast(E e)</vt:lpstr>
      <vt:lpstr>Implementing add(int index, E e) </vt:lpstr>
      <vt:lpstr>Implementing removeFirst() </vt:lpstr>
      <vt:lpstr>Implementing removeLast() </vt:lpstr>
      <vt:lpstr>Implementing remove(int index) </vt:lpstr>
      <vt:lpstr>Circular Linked Lists </vt:lpstr>
      <vt:lpstr>Doubly Linked Lists </vt:lpstr>
      <vt:lpstr>Doubly Linked List</vt:lpstr>
      <vt:lpstr>Doubly Linked List</vt:lpstr>
      <vt:lpstr>Circular Doubly Linked Lists </vt:lpstr>
      <vt:lpstr>JCF - LinkedList</vt:lpstr>
      <vt:lpstr>java.util.LinkedList</vt:lpstr>
      <vt:lpstr>Time Complexity for ArrayList and LinkedList </vt:lpstr>
      <vt:lpstr>Stacks</vt:lpstr>
      <vt:lpstr>Introduction</vt:lpstr>
      <vt:lpstr>Stacks</vt:lpstr>
      <vt:lpstr>Visualization</vt:lpstr>
      <vt:lpstr>Stack</vt:lpstr>
      <vt:lpstr>In Practice</vt:lpstr>
      <vt:lpstr>Simple Applications of the ADT Stack: Checking for Balanced Braces</vt:lpstr>
      <vt:lpstr>Application:  Algebraic Expressions</vt:lpstr>
      <vt:lpstr>Evaluating Postfix Expressions</vt:lpstr>
      <vt:lpstr>Converting Infix Expressions to Equivalent Postfix Expressions</vt:lpstr>
      <vt:lpstr>Queues</vt:lpstr>
      <vt:lpstr>Queues</vt:lpstr>
      <vt:lpstr>Core Functionality</vt:lpstr>
      <vt:lpstr>The Java Collections Framework Interface Queue</vt:lpstr>
      <vt:lpstr>In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CMPSCI 282</dc:title>
  <dc:creator>Bahram Zartoshty</dc:creator>
  <cp:lastModifiedBy>Zartoshty, Bahram</cp:lastModifiedBy>
  <cp:revision>17</cp:revision>
  <cp:lastPrinted>2025-06-10T18:46:08Z</cp:lastPrinted>
  <dcterms:created xsi:type="dcterms:W3CDTF">2021-01-20T23:41:39Z</dcterms:created>
  <dcterms:modified xsi:type="dcterms:W3CDTF">2025-06-10T19:09:26Z</dcterms:modified>
</cp:coreProperties>
</file>